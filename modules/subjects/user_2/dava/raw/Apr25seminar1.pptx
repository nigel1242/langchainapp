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heme/theme2.xml" ContentType="application/vnd.openxmlformats-officedocument.theme+xml"/>
  <Override PartName="/ppt/tags/tag84.xml" ContentType="application/vnd.openxmlformats-officedocument.presentationml.tags+xml"/>
  <Override PartName="/ppt/notesSlides/notesSlide1.xml" ContentType="application/vnd.openxmlformats-officedocument.presentationml.notesSlide+xml"/>
  <Override PartName="/ppt/tags/tag85.xml" ContentType="application/vnd.openxmlformats-officedocument.presentationml.tags+xml"/>
  <Override PartName="/ppt/notesSlides/notesSlide2.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3.xml" ContentType="application/vnd.openxmlformats-officedocument.presentationml.notesSlide+xml"/>
  <Override PartName="/ppt/tags/tag88.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tags/tag89.xml" ContentType="application/vnd.openxmlformats-officedocument.presentationml.tags+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90.xml" ContentType="application/vnd.openxmlformats-officedocument.presentationml.tags+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91.xml" ContentType="application/vnd.openxmlformats-officedocument.presentationml.tags+xml"/>
  <Override PartName="/ppt/notesSlides/notesSlide8.xml" ContentType="application/vnd.openxmlformats-officedocument.presentationml.notesSlide+xml"/>
  <Override PartName="/ppt/tags/tag9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93.xml" ContentType="application/vnd.openxmlformats-officedocument.presentationml.tags+xml"/>
  <Override PartName="/ppt/notesSlides/notesSlide11.xml" ContentType="application/vnd.openxmlformats-officedocument.presentationml.notesSlide+xml"/>
  <Override PartName="/ppt/tags/tag94.xml" ContentType="application/vnd.openxmlformats-officedocument.presentationml.tags+xml"/>
  <Override PartName="/ppt/notesSlides/notesSlide12.xml" ContentType="application/vnd.openxmlformats-officedocument.presentationml.notesSlide+xml"/>
  <Override PartName="/ppt/tags/tag95.xml" ContentType="application/vnd.openxmlformats-officedocument.presentationml.tags+xml"/>
  <Override PartName="/ppt/notesSlides/notesSlide13.xml" ContentType="application/vnd.openxmlformats-officedocument.presentationml.notesSlide+xml"/>
  <Override PartName="/ppt/tags/tag96.xml" ContentType="application/vnd.openxmlformats-officedocument.presentationml.tags+xml"/>
  <Override PartName="/ppt/notesSlides/notesSlide14.xml" ContentType="application/vnd.openxmlformats-officedocument.presentationml.notesSlide+xml"/>
  <Override PartName="/ppt/tags/tag97.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98.xml" ContentType="application/vnd.openxmlformats-officedocument.presentationml.tags+xml"/>
  <Override PartName="/ppt/notesSlides/notesSlide18.xml" ContentType="application/vnd.openxmlformats-officedocument.presentationml.notesSlide+xml"/>
  <Override PartName="/ppt/tags/tag99.xml" ContentType="application/vnd.openxmlformats-officedocument.presentationml.tags+xml"/>
  <Override PartName="/ppt/notesSlides/notesSlide19.xml" ContentType="application/vnd.openxmlformats-officedocument.presentationml.notesSlide+xml"/>
  <Override PartName="/ppt/tags/tag100.xml" ContentType="application/vnd.openxmlformats-officedocument.presentationml.tags+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01.xml" ContentType="application/vnd.openxmlformats-officedocument.presentationml.tags+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02.xml" ContentType="application/vnd.openxmlformats-officedocument.presentationml.tags+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03.xml" ContentType="application/vnd.openxmlformats-officedocument.presentationml.tags+xml"/>
  <Override PartName="/ppt/notesSlides/notesSlide23.xml" ContentType="application/vnd.openxmlformats-officedocument.presentationml.notesSlide+xml"/>
  <Override PartName="/ppt/tags/tag104.xml" ContentType="application/vnd.openxmlformats-officedocument.presentationml.tags+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105.xml" ContentType="application/vnd.openxmlformats-officedocument.presentationml.tags+xml"/>
  <Override PartName="/ppt/notesSlides/notesSlide2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106.xml" ContentType="application/vnd.openxmlformats-officedocument.presentationml.tags+xml"/>
  <Override PartName="/ppt/notesSlides/notesSlide2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107.xml" ContentType="application/vnd.openxmlformats-officedocument.presentationml.tags+xml"/>
  <Override PartName="/ppt/notesSlides/notesSlide2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108.xml" ContentType="application/vnd.openxmlformats-officedocument.presentationml.tags+xml"/>
  <Override PartName="/ppt/notesSlides/notesSlide2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ags/tag109.xml" ContentType="application/vnd.openxmlformats-officedocument.presentationml.tags+xml"/>
  <Override PartName="/ppt/notesSlides/notesSlide29.xml" ContentType="application/vnd.openxmlformats-officedocument.presentationml.notesSlide+xml"/>
  <Override PartName="/ppt/tags/tag110.xml" ContentType="application/vnd.openxmlformats-officedocument.presentationml.tags+xml"/>
  <Override PartName="/ppt/notesSlides/notesSlide3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111.xml" ContentType="application/vnd.openxmlformats-officedocument.presentationml.tags+xml"/>
  <Override PartName="/ppt/notesSlides/notesSlide3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tags/tag112.xml" ContentType="application/vnd.openxmlformats-officedocument.presentationml.tags+xml"/>
  <Override PartName="/ppt/notesSlides/notesSlide3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3.xml" ContentType="application/vnd.openxmlformats-officedocument.presentationml.notesSlide+xml"/>
  <Override PartName="/ppt/tags/tag113.xml" ContentType="application/vnd.openxmlformats-officedocument.presentationml.tags+xml"/>
  <Override PartName="/ppt/notesSlides/notesSlide3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14.xml" ContentType="application/vnd.openxmlformats-officedocument.presentationml.tags+xml"/>
  <Override PartName="/ppt/notesSlides/notesSlide38.xml" ContentType="application/vnd.openxmlformats-officedocument.presentationml.notesSlide+xml"/>
  <Override PartName="/ppt/tags/tag115.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16.xml" ContentType="application/vnd.openxmlformats-officedocument.presentationml.tags+xml"/>
  <Override PartName="/ppt/notesSlides/notesSlide42.xml" ContentType="application/vnd.openxmlformats-officedocument.presentationml.notesSlide+xml"/>
  <Override PartName="/ppt/tags/tag117.xml" ContentType="application/vnd.openxmlformats-officedocument.presentationml.tags+xml"/>
  <Override PartName="/ppt/notesSlides/notesSlide43.xml" ContentType="application/vnd.openxmlformats-officedocument.presentationml.notesSlide+xml"/>
  <Override PartName="/ppt/tags/tag118.xml" ContentType="application/vnd.openxmlformats-officedocument.presentationml.tags+xml"/>
  <Override PartName="/ppt/notesSlides/notesSlide44.xml" ContentType="application/vnd.openxmlformats-officedocument.presentationml.notesSlide+xml"/>
  <Override PartName="/ppt/tags/tag119.xml" ContentType="application/vnd.openxmlformats-officedocument.presentationml.tags+xml"/>
  <Override PartName="/ppt/notesSlides/notesSlide45.xml" ContentType="application/vnd.openxmlformats-officedocument.presentationml.notesSlide+xml"/>
  <Override PartName="/ppt/tags/tag120.xml" ContentType="application/vnd.openxmlformats-officedocument.presentationml.tags+xml"/>
  <Override PartName="/ppt/notesSlides/notesSlide46.xml" ContentType="application/vnd.openxmlformats-officedocument.presentationml.notesSlide+xml"/>
  <Override PartName="/ppt/tags/tag121.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22.xml" ContentType="application/vnd.openxmlformats-officedocument.presentationml.tags+xml"/>
  <Override PartName="/ppt/notesSlides/notesSlide49.xml" ContentType="application/vnd.openxmlformats-officedocument.presentationml.notesSlide+xml"/>
  <Override PartName="/ppt/tags/tag123.xml" ContentType="application/vnd.openxmlformats-officedocument.presentationml.tags+xml"/>
  <Override PartName="/ppt/notesSlides/notesSlide50.xml" ContentType="application/vnd.openxmlformats-officedocument.presentationml.notesSlide+xml"/>
  <Override PartName="/ppt/tags/tag124.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25.xml" ContentType="application/vnd.openxmlformats-officedocument.presentationml.tags+xml"/>
  <Override PartName="/ppt/notesSlides/notesSlide53.xml" ContentType="application/vnd.openxmlformats-officedocument.presentationml.notesSlide+xml"/>
  <Override PartName="/ppt/tags/tag126.xml" ContentType="application/vnd.openxmlformats-officedocument.presentationml.tags+xml"/>
  <Override PartName="/ppt/notesSlides/notesSlide54.xml" ContentType="application/vnd.openxmlformats-officedocument.presentationml.notesSlide+xml"/>
  <Override PartName="/ppt/tags/tag127.xml" ContentType="application/vnd.openxmlformats-officedocument.presentationml.tags+xml"/>
  <Override PartName="/ppt/notesSlides/notesSlide55.xml" ContentType="application/vnd.openxmlformats-officedocument.presentationml.notesSlide+xml"/>
  <Override PartName="/ppt/tags/tag128.xml" ContentType="application/vnd.openxmlformats-officedocument.presentationml.tags+xml"/>
  <Override PartName="/ppt/notesSlides/notesSlide56.xml" ContentType="application/vnd.openxmlformats-officedocument.presentationml.notesSlide+xml"/>
  <Override PartName="/ppt/tags/tag129.xml" ContentType="application/vnd.openxmlformats-officedocument.presentationml.tags+xml"/>
  <Override PartName="/ppt/notesSlides/notesSlide57.xml" ContentType="application/vnd.openxmlformats-officedocument.presentationml.notesSlide+xml"/>
  <Override PartName="/ppt/tags/tag130.xml" ContentType="application/vnd.openxmlformats-officedocument.presentationml.tags+xml"/>
  <Override PartName="/ppt/notesSlides/notesSlide58.xml" ContentType="application/vnd.openxmlformats-officedocument.presentationml.notesSlide+xml"/>
  <Override PartName="/ppt/tags/tag131.xml" ContentType="application/vnd.openxmlformats-officedocument.presentationml.tags+xml"/>
  <Override PartName="/ppt/notesSlides/notesSlide59.xml" ContentType="application/vnd.openxmlformats-officedocument.presentationml.notesSlide+xml"/>
  <Override PartName="/ppt/tags/tag132.xml" ContentType="application/vnd.openxmlformats-officedocument.presentationml.tags+xml"/>
  <Override PartName="/ppt/notesSlides/notesSlide6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7"/>
  </p:notesMasterIdLst>
  <p:sldIdLst>
    <p:sldId id="256" r:id="rId5"/>
    <p:sldId id="416" r:id="rId6"/>
    <p:sldId id="560" r:id="rId7"/>
    <p:sldId id="457" r:id="rId8"/>
    <p:sldId id="557" r:id="rId9"/>
    <p:sldId id="597" r:id="rId10"/>
    <p:sldId id="533" r:id="rId11"/>
    <p:sldId id="454" r:id="rId12"/>
    <p:sldId id="555" r:id="rId13"/>
    <p:sldId id="455" r:id="rId14"/>
    <p:sldId id="594" r:id="rId15"/>
    <p:sldId id="558" r:id="rId16"/>
    <p:sldId id="559" r:id="rId17"/>
    <p:sldId id="556" r:id="rId18"/>
    <p:sldId id="553" r:id="rId19"/>
    <p:sldId id="554" r:id="rId20"/>
    <p:sldId id="595" r:id="rId21"/>
    <p:sldId id="596" r:id="rId22"/>
    <p:sldId id="259" r:id="rId23"/>
    <p:sldId id="546" r:id="rId24"/>
    <p:sldId id="268" r:id="rId25"/>
    <p:sldId id="535" r:id="rId26"/>
    <p:sldId id="538" r:id="rId27"/>
    <p:sldId id="375" r:id="rId28"/>
    <p:sldId id="536" r:id="rId29"/>
    <p:sldId id="537" r:id="rId30"/>
    <p:sldId id="592" r:id="rId31"/>
    <p:sldId id="540" r:id="rId32"/>
    <p:sldId id="539" r:id="rId33"/>
    <p:sldId id="456" r:id="rId34"/>
    <p:sldId id="593" r:id="rId35"/>
    <p:sldId id="542" r:id="rId36"/>
    <p:sldId id="541" r:id="rId37"/>
    <p:sldId id="599" r:id="rId38"/>
    <p:sldId id="543" r:id="rId39"/>
    <p:sldId id="608" r:id="rId40"/>
    <p:sldId id="600" r:id="rId41"/>
    <p:sldId id="601" r:id="rId42"/>
    <p:sldId id="587" r:id="rId43"/>
    <p:sldId id="564" r:id="rId44"/>
    <p:sldId id="602" r:id="rId45"/>
    <p:sldId id="603" r:id="rId46"/>
    <p:sldId id="565" r:id="rId47"/>
    <p:sldId id="567" r:id="rId48"/>
    <p:sldId id="569" r:id="rId49"/>
    <p:sldId id="604" r:id="rId50"/>
    <p:sldId id="570" r:id="rId51"/>
    <p:sldId id="571" r:id="rId52"/>
    <p:sldId id="606" r:id="rId53"/>
    <p:sldId id="605" r:id="rId54"/>
    <p:sldId id="572" r:id="rId55"/>
    <p:sldId id="573" r:id="rId56"/>
    <p:sldId id="575" r:id="rId57"/>
    <p:sldId id="607" r:id="rId58"/>
    <p:sldId id="585" r:id="rId59"/>
    <p:sldId id="577" r:id="rId60"/>
    <p:sldId id="578" r:id="rId61"/>
    <p:sldId id="579" r:id="rId62"/>
    <p:sldId id="584" r:id="rId63"/>
    <p:sldId id="580" r:id="rId64"/>
    <p:sldId id="581" r:id="rId65"/>
    <p:sldId id="582" r:id="rId66"/>
  </p:sldIdLst>
  <p:sldSz cx="12192000" cy="6858000"/>
  <p:notesSz cx="6858000" cy="9144000"/>
  <p:custDataLst>
    <p:tags r:id="rId6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68D338-A6C2-4F90-B48D-AE5C37231BF5}" v="1057" dt="2025-04-24T06:37:09.8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54208" autoAdjust="0"/>
  </p:normalViewPr>
  <p:slideViewPr>
    <p:cSldViewPr snapToGrid="0">
      <p:cViewPr varScale="1">
        <p:scale>
          <a:sx n="31" d="100"/>
          <a:sy n="31" d="100"/>
        </p:scale>
        <p:origin x="1900" y="20"/>
      </p:cViewPr>
      <p:guideLst/>
    </p:cSldViewPr>
  </p:slideViewPr>
  <p:notesTextViewPr>
    <p:cViewPr>
      <p:scale>
        <a:sx n="125" d="100"/>
        <a:sy n="125" d="100"/>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 Lin LYE (TP)" userId="0501d767-1364-4844-adef-7fb51b08b3a9" providerId="ADAL" clId="{57324587-6BE3-4267-BBD1-CC46D1549C06}"/>
    <pc:docChg chg="undo custSel addSld delSld modSld sldOrd">
      <pc:chgData name="Sau Lin LYE (TP)" userId="0501d767-1364-4844-adef-7fb51b08b3a9" providerId="ADAL" clId="{57324587-6BE3-4267-BBD1-CC46D1549C06}" dt="2025-03-23T04:26:22.455" v="16211" actId="47"/>
      <pc:docMkLst>
        <pc:docMk/>
      </pc:docMkLst>
      <pc:sldChg chg="delSp mod delAnim">
        <pc:chgData name="Sau Lin LYE (TP)" userId="0501d767-1364-4844-adef-7fb51b08b3a9" providerId="ADAL" clId="{57324587-6BE3-4267-BBD1-CC46D1549C06}" dt="2025-03-23T04:26:12.750" v="16210" actId="478"/>
        <pc:sldMkLst>
          <pc:docMk/>
          <pc:sldMk cId="1794280105" sldId="268"/>
        </pc:sldMkLst>
      </pc:sldChg>
      <pc:sldChg chg="modNotesTx">
        <pc:chgData name="Sau Lin LYE (TP)" userId="0501d767-1364-4844-adef-7fb51b08b3a9" providerId="ADAL" clId="{57324587-6BE3-4267-BBD1-CC46D1549C06}" dt="2025-03-22T23:28:57.588" v="6116" actId="20577"/>
        <pc:sldMkLst>
          <pc:docMk/>
          <pc:sldMk cId="2480754079" sldId="456"/>
        </pc:sldMkLst>
      </pc:sldChg>
      <pc:sldChg chg="del">
        <pc:chgData name="Sau Lin LYE (TP)" userId="0501d767-1364-4844-adef-7fb51b08b3a9" providerId="ADAL" clId="{57324587-6BE3-4267-BBD1-CC46D1549C06}" dt="2025-03-23T01:55:44.667" v="14420" actId="47"/>
        <pc:sldMkLst>
          <pc:docMk/>
          <pc:sldMk cId="2540879614" sldId="513"/>
        </pc:sldMkLst>
      </pc:sldChg>
      <pc:sldChg chg="modSp modNotesTx">
        <pc:chgData name="Sau Lin LYE (TP)" userId="0501d767-1364-4844-adef-7fb51b08b3a9" providerId="ADAL" clId="{57324587-6BE3-4267-BBD1-CC46D1549C06}" dt="2025-03-22T23:26:31.497" v="5898" actId="20577"/>
        <pc:sldMkLst>
          <pc:docMk/>
          <pc:sldMk cId="403241128" sldId="537"/>
        </pc:sldMkLst>
        <pc:graphicFrameChg chg="mod">
          <ac:chgData name="Sau Lin LYE (TP)" userId="0501d767-1364-4844-adef-7fb51b08b3a9" providerId="ADAL" clId="{57324587-6BE3-4267-BBD1-CC46D1549C06}" dt="2025-03-22T23:26:31.497" v="5898" actId="20577"/>
          <ac:graphicFrameMkLst>
            <pc:docMk/>
            <pc:sldMk cId="403241128" sldId="537"/>
            <ac:graphicFrameMk id="26" creationId="{9CB5A7DB-CBD3-4C4F-A262-D1C41BD0D439}"/>
          </ac:graphicFrameMkLst>
        </pc:graphicFrameChg>
      </pc:sldChg>
      <pc:sldChg chg="modSp mod modNotesTx">
        <pc:chgData name="Sau Lin LYE (TP)" userId="0501d767-1364-4844-adef-7fb51b08b3a9" providerId="ADAL" clId="{57324587-6BE3-4267-BBD1-CC46D1549C06}" dt="2025-03-22T23:26:57.130" v="5901" actId="403"/>
        <pc:sldMkLst>
          <pc:docMk/>
          <pc:sldMk cId="942704679" sldId="539"/>
        </pc:sldMkLst>
        <pc:graphicFrameChg chg="mod modGraphic">
          <ac:chgData name="Sau Lin LYE (TP)" userId="0501d767-1364-4844-adef-7fb51b08b3a9" providerId="ADAL" clId="{57324587-6BE3-4267-BBD1-CC46D1549C06}" dt="2025-03-22T23:26:57.130" v="5901" actId="403"/>
          <ac:graphicFrameMkLst>
            <pc:docMk/>
            <pc:sldMk cId="942704679" sldId="539"/>
            <ac:graphicFrameMk id="11" creationId="{526C9F10-967B-4383-A8CC-D158D57A5CF5}"/>
          </ac:graphicFrameMkLst>
        </pc:graphicFrameChg>
      </pc:sldChg>
      <pc:sldChg chg="modSp modNotesTx">
        <pc:chgData name="Sau Lin LYE (TP)" userId="0501d767-1364-4844-adef-7fb51b08b3a9" providerId="ADAL" clId="{57324587-6BE3-4267-BBD1-CC46D1549C06}" dt="2025-03-22T23:25:32.378" v="5884" actId="20577"/>
        <pc:sldMkLst>
          <pc:docMk/>
          <pc:sldMk cId="838951452" sldId="540"/>
        </pc:sldMkLst>
        <pc:spChg chg="mod">
          <ac:chgData name="Sau Lin LYE (TP)" userId="0501d767-1364-4844-adef-7fb51b08b3a9" providerId="ADAL" clId="{57324587-6BE3-4267-BBD1-CC46D1549C06}" dt="2025-03-22T14:04:25.676" v="1601" actId="20577"/>
          <ac:spMkLst>
            <pc:docMk/>
            <pc:sldMk cId="838951452" sldId="540"/>
            <ac:spMk id="2" creationId="{E0561D17-C099-4BDA-B6F4-F872FD48A270}"/>
          </ac:spMkLst>
        </pc:spChg>
        <pc:graphicFrameChg chg="mod">
          <ac:chgData name="Sau Lin LYE (TP)" userId="0501d767-1364-4844-adef-7fb51b08b3a9" providerId="ADAL" clId="{57324587-6BE3-4267-BBD1-CC46D1549C06}" dt="2025-03-22T23:25:32.378" v="5884" actId="20577"/>
          <ac:graphicFrameMkLst>
            <pc:docMk/>
            <pc:sldMk cId="838951452" sldId="540"/>
            <ac:graphicFrameMk id="21" creationId="{087F8788-984E-4D5D-AB24-74AAD1BC2688}"/>
          </ac:graphicFrameMkLst>
        </pc:graphicFrameChg>
      </pc:sldChg>
      <pc:sldChg chg="modSp mod modNotesTx">
        <pc:chgData name="Sau Lin LYE (TP)" userId="0501d767-1364-4844-adef-7fb51b08b3a9" providerId="ADAL" clId="{57324587-6BE3-4267-BBD1-CC46D1549C06}" dt="2025-03-22T23:45:12.723" v="7166" actId="20577"/>
        <pc:sldMkLst>
          <pc:docMk/>
          <pc:sldMk cId="562477153" sldId="541"/>
        </pc:sldMkLst>
        <pc:spChg chg="mod">
          <ac:chgData name="Sau Lin LYE (TP)" userId="0501d767-1364-4844-adef-7fb51b08b3a9" providerId="ADAL" clId="{57324587-6BE3-4267-BBD1-CC46D1549C06}" dt="2025-03-22T23:38:57.294" v="6695" actId="122"/>
          <ac:spMkLst>
            <pc:docMk/>
            <pc:sldMk cId="562477153" sldId="541"/>
            <ac:spMk id="15" creationId="{3D050999-2F4C-4B79-9AAD-B1A47AA1206E}"/>
          </ac:spMkLst>
        </pc:spChg>
      </pc:sldChg>
      <pc:sldChg chg="delSp modSp mod modNotesTx">
        <pc:chgData name="Sau Lin LYE (TP)" userId="0501d767-1364-4844-adef-7fb51b08b3a9" providerId="ADAL" clId="{57324587-6BE3-4267-BBD1-CC46D1549C06}" dt="2025-03-22T23:38:06.128" v="6664" actId="20577"/>
        <pc:sldMkLst>
          <pc:docMk/>
          <pc:sldMk cId="3570670688" sldId="542"/>
        </pc:sldMkLst>
        <pc:spChg chg="mod">
          <ac:chgData name="Sau Lin LYE (TP)" userId="0501d767-1364-4844-adef-7fb51b08b3a9" providerId="ADAL" clId="{57324587-6BE3-4267-BBD1-CC46D1549C06}" dt="2025-03-22T23:36:36.320" v="6506" actId="14100"/>
          <ac:spMkLst>
            <pc:docMk/>
            <pc:sldMk cId="3570670688" sldId="542"/>
            <ac:spMk id="2" creationId="{C3A0C9D8-68D1-4B65-AAE2-031295489E9D}"/>
          </ac:spMkLst>
        </pc:spChg>
        <pc:graphicFrameChg chg="mod modGraphic">
          <ac:chgData name="Sau Lin LYE (TP)" userId="0501d767-1364-4844-adef-7fb51b08b3a9" providerId="ADAL" clId="{57324587-6BE3-4267-BBD1-CC46D1549C06}" dt="2025-03-22T23:35:31.018" v="6501" actId="404"/>
          <ac:graphicFrameMkLst>
            <pc:docMk/>
            <pc:sldMk cId="3570670688" sldId="542"/>
            <ac:graphicFrameMk id="16" creationId="{BA40E97B-307E-46A8-91E8-BDDA6C59BDFA}"/>
          </ac:graphicFrameMkLst>
        </pc:graphicFrameChg>
      </pc:sldChg>
      <pc:sldChg chg="modNotesTx">
        <pc:chgData name="Sau Lin LYE (TP)" userId="0501d767-1364-4844-adef-7fb51b08b3a9" providerId="ADAL" clId="{57324587-6BE3-4267-BBD1-CC46D1549C06}" dt="2025-03-23T03:17:13.735" v="16123" actId="20577"/>
        <pc:sldMkLst>
          <pc:docMk/>
          <pc:sldMk cId="2328264371" sldId="543"/>
        </pc:sldMkLst>
      </pc:sldChg>
      <pc:sldChg chg="del">
        <pc:chgData name="Sau Lin LYE (TP)" userId="0501d767-1364-4844-adef-7fb51b08b3a9" providerId="ADAL" clId="{57324587-6BE3-4267-BBD1-CC46D1549C06}" dt="2025-03-23T04:26:22.455" v="16211" actId="47"/>
        <pc:sldMkLst>
          <pc:docMk/>
          <pc:sldMk cId="337318993" sldId="544"/>
        </pc:sldMkLst>
      </pc:sldChg>
      <pc:sldChg chg="modSp mod modNotesTx">
        <pc:chgData name="Sau Lin LYE (TP)" userId="0501d767-1364-4844-adef-7fb51b08b3a9" providerId="ADAL" clId="{57324587-6BE3-4267-BBD1-CC46D1549C06}" dt="2025-03-22T23:21:15.632" v="5826" actId="20577"/>
        <pc:sldMkLst>
          <pc:docMk/>
          <pc:sldMk cId="2877710222" sldId="557"/>
        </pc:sldMkLst>
        <pc:spChg chg="mod">
          <ac:chgData name="Sau Lin LYE (TP)" userId="0501d767-1364-4844-adef-7fb51b08b3a9" providerId="ADAL" clId="{57324587-6BE3-4267-BBD1-CC46D1549C06}" dt="2025-03-22T23:18:17.538" v="5681" actId="14100"/>
          <ac:spMkLst>
            <pc:docMk/>
            <pc:sldMk cId="2877710222" sldId="557"/>
            <ac:spMk id="9" creationId="{3A203AAF-36F3-413C-84D6-FD4E3F1FEAF7}"/>
          </ac:spMkLst>
        </pc:spChg>
      </pc:sldChg>
      <pc:sldChg chg="modSp mod modNotesTx">
        <pc:chgData name="Sau Lin LYE (TP)" userId="0501d767-1364-4844-adef-7fb51b08b3a9" providerId="ADAL" clId="{57324587-6BE3-4267-BBD1-CC46D1549C06}" dt="2025-03-23T02:03:48.882" v="14845" actId="20577"/>
        <pc:sldMkLst>
          <pc:docMk/>
          <pc:sldMk cId="3553041173" sldId="564"/>
        </pc:sldMkLst>
        <pc:spChg chg="mod">
          <ac:chgData name="Sau Lin LYE (TP)" userId="0501d767-1364-4844-adef-7fb51b08b3a9" providerId="ADAL" clId="{57324587-6BE3-4267-BBD1-CC46D1549C06}" dt="2025-03-23T02:03:48.882" v="14845" actId="20577"/>
          <ac:spMkLst>
            <pc:docMk/>
            <pc:sldMk cId="3553041173" sldId="564"/>
            <ac:spMk id="3" creationId="{77E86EDE-B62A-41E1-BC14-5073E8D0C064}"/>
          </ac:spMkLst>
        </pc:spChg>
      </pc:sldChg>
      <pc:sldChg chg="addSp delSp modSp mod modNotesTx">
        <pc:chgData name="Sau Lin LYE (TP)" userId="0501d767-1364-4844-adef-7fb51b08b3a9" providerId="ADAL" clId="{57324587-6BE3-4267-BBD1-CC46D1549C06}" dt="2025-03-23T02:03:29.519" v="14844" actId="20577"/>
        <pc:sldMkLst>
          <pc:docMk/>
          <pc:sldMk cId="1460878452" sldId="565"/>
        </pc:sldMkLst>
        <pc:spChg chg="add mod">
          <ac:chgData name="Sau Lin LYE (TP)" userId="0501d767-1364-4844-adef-7fb51b08b3a9" providerId="ADAL" clId="{57324587-6BE3-4267-BBD1-CC46D1549C06}" dt="2025-03-23T02:03:29.519" v="14844" actId="20577"/>
          <ac:spMkLst>
            <pc:docMk/>
            <pc:sldMk cId="1460878452" sldId="565"/>
            <ac:spMk id="6" creationId="{A8C8673E-F0F4-5A7D-9AAC-F3B61041E11A}"/>
          </ac:spMkLst>
        </pc:spChg>
      </pc:sldChg>
      <pc:sldChg chg="modSp mod modNotesTx">
        <pc:chgData name="Sau Lin LYE (TP)" userId="0501d767-1364-4844-adef-7fb51b08b3a9" providerId="ADAL" clId="{57324587-6BE3-4267-BBD1-CC46D1549C06}" dt="2025-03-23T02:03:09.947" v="14828" actId="20577"/>
        <pc:sldMkLst>
          <pc:docMk/>
          <pc:sldMk cId="2797482989" sldId="567"/>
        </pc:sldMkLst>
        <pc:spChg chg="mod">
          <ac:chgData name="Sau Lin LYE (TP)" userId="0501d767-1364-4844-adef-7fb51b08b3a9" providerId="ADAL" clId="{57324587-6BE3-4267-BBD1-CC46D1549C06}" dt="2025-03-23T02:03:09.947" v="14828" actId="20577"/>
          <ac:spMkLst>
            <pc:docMk/>
            <pc:sldMk cId="2797482989" sldId="567"/>
            <ac:spMk id="2" creationId="{CEAFBD11-C075-44B9-8B5C-C9F08E771EBA}"/>
          </ac:spMkLst>
        </pc:spChg>
      </pc:sldChg>
      <pc:sldChg chg="addSp modSp mod modAnim modNotesTx">
        <pc:chgData name="Sau Lin LYE (TP)" userId="0501d767-1364-4844-adef-7fb51b08b3a9" providerId="ADAL" clId="{57324587-6BE3-4267-BBD1-CC46D1549C06}" dt="2025-03-23T02:02:53.081" v="14818" actId="20577"/>
        <pc:sldMkLst>
          <pc:docMk/>
          <pc:sldMk cId="1110686080" sldId="569"/>
        </pc:sldMkLst>
        <pc:spChg chg="mod">
          <ac:chgData name="Sau Lin LYE (TP)" userId="0501d767-1364-4844-adef-7fb51b08b3a9" providerId="ADAL" clId="{57324587-6BE3-4267-BBD1-CC46D1549C06}" dt="2025-03-23T02:02:53.081" v="14818" actId="20577"/>
          <ac:spMkLst>
            <pc:docMk/>
            <pc:sldMk cId="1110686080" sldId="569"/>
            <ac:spMk id="2" creationId="{CEAFBD11-C075-44B9-8B5C-C9F08E771EBA}"/>
          </ac:spMkLst>
        </pc:spChg>
        <pc:spChg chg="mod">
          <ac:chgData name="Sau Lin LYE (TP)" userId="0501d767-1364-4844-adef-7fb51b08b3a9" providerId="ADAL" clId="{57324587-6BE3-4267-BBD1-CC46D1549C06}" dt="2025-03-23T01:05:57.446" v="12017" actId="2711"/>
          <ac:spMkLst>
            <pc:docMk/>
            <pc:sldMk cId="1110686080" sldId="569"/>
            <ac:spMk id="4" creationId="{BD42828C-AEEC-4AE9-A0AB-7405B805D0E4}"/>
          </ac:spMkLst>
        </pc:spChg>
        <pc:spChg chg="add mod">
          <ac:chgData name="Sau Lin LYE (TP)" userId="0501d767-1364-4844-adef-7fb51b08b3a9" providerId="ADAL" clId="{57324587-6BE3-4267-BBD1-CC46D1549C06}" dt="2025-03-23T01:10:08.405" v="12194" actId="20577"/>
          <ac:spMkLst>
            <pc:docMk/>
            <pc:sldMk cId="1110686080" sldId="569"/>
            <ac:spMk id="5" creationId="{10A8E800-09E4-9F6C-4998-1D2F58825C03}"/>
          </ac:spMkLst>
        </pc:spChg>
      </pc:sldChg>
      <pc:sldChg chg="modSp mod">
        <pc:chgData name="Sau Lin LYE (TP)" userId="0501d767-1364-4844-adef-7fb51b08b3a9" providerId="ADAL" clId="{57324587-6BE3-4267-BBD1-CC46D1549C06}" dt="2025-03-23T02:02:31.071" v="14784" actId="20577"/>
        <pc:sldMkLst>
          <pc:docMk/>
          <pc:sldMk cId="693845109" sldId="570"/>
        </pc:sldMkLst>
        <pc:spChg chg="mod">
          <ac:chgData name="Sau Lin LYE (TP)" userId="0501d767-1364-4844-adef-7fb51b08b3a9" providerId="ADAL" clId="{57324587-6BE3-4267-BBD1-CC46D1549C06}" dt="2025-03-23T02:02:31.071" v="14784" actId="20577"/>
          <ac:spMkLst>
            <pc:docMk/>
            <pc:sldMk cId="693845109" sldId="570"/>
            <ac:spMk id="3" creationId="{77E86EDE-B62A-41E1-BC14-5073E8D0C064}"/>
          </ac:spMkLst>
        </pc:spChg>
        <pc:spChg chg="mod">
          <ac:chgData name="Sau Lin LYE (TP)" userId="0501d767-1364-4844-adef-7fb51b08b3a9" providerId="ADAL" clId="{57324587-6BE3-4267-BBD1-CC46D1549C06}" dt="2025-03-23T01:14:40.667" v="12211" actId="20577"/>
          <ac:spMkLst>
            <pc:docMk/>
            <pc:sldMk cId="693845109" sldId="570"/>
            <ac:spMk id="6" creationId="{8D8B3784-899F-4432-86A4-6D5AA41B7FDA}"/>
          </ac:spMkLst>
        </pc:spChg>
      </pc:sldChg>
      <pc:sldChg chg="modSp mod modNotesTx">
        <pc:chgData name="Sau Lin LYE (TP)" userId="0501d767-1364-4844-adef-7fb51b08b3a9" providerId="ADAL" clId="{57324587-6BE3-4267-BBD1-CC46D1549C06}" dt="2025-03-23T01:20:38.680" v="12604" actId="20577"/>
        <pc:sldMkLst>
          <pc:docMk/>
          <pc:sldMk cId="1682044227" sldId="571"/>
        </pc:sldMkLst>
        <pc:spChg chg="mod">
          <ac:chgData name="Sau Lin LYE (TP)" userId="0501d767-1364-4844-adef-7fb51b08b3a9" providerId="ADAL" clId="{57324587-6BE3-4267-BBD1-CC46D1549C06}" dt="2025-03-23T01:18:50.371" v="12405" actId="14100"/>
          <ac:spMkLst>
            <pc:docMk/>
            <pc:sldMk cId="1682044227" sldId="571"/>
            <ac:spMk id="3" creationId="{77E86EDE-B62A-41E1-BC14-5073E8D0C064}"/>
          </ac:spMkLst>
        </pc:spChg>
        <pc:spChg chg="mod">
          <ac:chgData name="Sau Lin LYE (TP)" userId="0501d767-1364-4844-adef-7fb51b08b3a9" providerId="ADAL" clId="{57324587-6BE3-4267-BBD1-CC46D1549C06}" dt="2025-03-23T01:19:17.928" v="12410" actId="20577"/>
          <ac:spMkLst>
            <pc:docMk/>
            <pc:sldMk cId="1682044227" sldId="571"/>
            <ac:spMk id="7" creationId="{6455E7AC-AF82-44C4-B0D0-3F9295761AC3}"/>
          </ac:spMkLst>
        </pc:spChg>
      </pc:sldChg>
      <pc:sldChg chg="addSp delSp modSp mod modNotesTx">
        <pc:chgData name="Sau Lin LYE (TP)" userId="0501d767-1364-4844-adef-7fb51b08b3a9" providerId="ADAL" clId="{57324587-6BE3-4267-BBD1-CC46D1549C06}" dt="2025-03-23T02:02:09.544" v="14772"/>
        <pc:sldMkLst>
          <pc:docMk/>
          <pc:sldMk cId="3598335256" sldId="572"/>
        </pc:sldMkLst>
        <pc:spChg chg="add mod">
          <ac:chgData name="Sau Lin LYE (TP)" userId="0501d767-1364-4844-adef-7fb51b08b3a9" providerId="ADAL" clId="{57324587-6BE3-4267-BBD1-CC46D1549C06}" dt="2025-03-23T02:02:09.544" v="14772"/>
          <ac:spMkLst>
            <pc:docMk/>
            <pc:sldMk cId="3598335256" sldId="572"/>
            <ac:spMk id="4" creationId="{B1B610A5-0DC4-9185-DCD3-FC9EF99D2666}"/>
          </ac:spMkLst>
        </pc:spChg>
      </pc:sldChg>
      <pc:sldChg chg="modSp mod modNotesTx">
        <pc:chgData name="Sau Lin LYE (TP)" userId="0501d767-1364-4844-adef-7fb51b08b3a9" providerId="ADAL" clId="{57324587-6BE3-4267-BBD1-CC46D1549C06}" dt="2025-03-23T02:01:57.929" v="14768" actId="20577"/>
        <pc:sldMkLst>
          <pc:docMk/>
          <pc:sldMk cId="1507981438" sldId="573"/>
        </pc:sldMkLst>
        <pc:spChg chg="mod">
          <ac:chgData name="Sau Lin LYE (TP)" userId="0501d767-1364-4844-adef-7fb51b08b3a9" providerId="ADAL" clId="{57324587-6BE3-4267-BBD1-CC46D1549C06}" dt="2025-03-23T02:01:57.929" v="14768" actId="20577"/>
          <ac:spMkLst>
            <pc:docMk/>
            <pc:sldMk cId="1507981438" sldId="573"/>
            <ac:spMk id="3" creationId="{77E86EDE-B62A-41E1-BC14-5073E8D0C064}"/>
          </ac:spMkLst>
        </pc:spChg>
      </pc:sldChg>
      <pc:sldChg chg="addSp delSp modSp mod modNotesTx">
        <pc:chgData name="Sau Lin LYE (TP)" userId="0501d767-1364-4844-adef-7fb51b08b3a9" providerId="ADAL" clId="{57324587-6BE3-4267-BBD1-CC46D1549C06}" dt="2025-03-23T02:02:04.944" v="14770"/>
        <pc:sldMkLst>
          <pc:docMk/>
          <pc:sldMk cId="1512734541" sldId="575"/>
        </pc:sldMkLst>
        <pc:spChg chg="add mod">
          <ac:chgData name="Sau Lin LYE (TP)" userId="0501d767-1364-4844-adef-7fb51b08b3a9" providerId="ADAL" clId="{57324587-6BE3-4267-BBD1-CC46D1549C06}" dt="2025-03-23T02:02:04.944" v="14770"/>
          <ac:spMkLst>
            <pc:docMk/>
            <pc:sldMk cId="1512734541" sldId="575"/>
            <ac:spMk id="4" creationId="{97B5007B-83F2-9209-9E78-482E69B74B3D}"/>
          </ac:spMkLst>
        </pc:spChg>
      </pc:sldChg>
      <pc:sldChg chg="addSp delSp modSp mod modNotesTx">
        <pc:chgData name="Sau Lin LYE (TP)" userId="0501d767-1364-4844-adef-7fb51b08b3a9" providerId="ADAL" clId="{57324587-6BE3-4267-BBD1-CC46D1549C06}" dt="2025-03-23T02:19:22.756" v="15756" actId="20577"/>
        <pc:sldMkLst>
          <pc:docMk/>
          <pc:sldMk cId="3353468966" sldId="577"/>
        </pc:sldMkLst>
        <pc:spChg chg="add mod">
          <ac:chgData name="Sau Lin LYE (TP)" userId="0501d767-1364-4844-adef-7fb51b08b3a9" providerId="ADAL" clId="{57324587-6BE3-4267-BBD1-CC46D1549C06}" dt="2025-03-23T02:04:30.944" v="14866"/>
          <ac:spMkLst>
            <pc:docMk/>
            <pc:sldMk cId="3353468966" sldId="577"/>
            <ac:spMk id="2" creationId="{AF4E29B0-FE6D-C462-0820-CA9ED941F5F7}"/>
          </ac:spMkLst>
        </pc:spChg>
      </pc:sldChg>
      <pc:sldChg chg="addSp delSp modSp mod modNotesTx">
        <pc:chgData name="Sau Lin LYE (TP)" userId="0501d767-1364-4844-adef-7fb51b08b3a9" providerId="ADAL" clId="{57324587-6BE3-4267-BBD1-CC46D1549C06}" dt="2025-03-23T02:18:57.280" v="15708" actId="20577"/>
        <pc:sldMkLst>
          <pc:docMk/>
          <pc:sldMk cId="2480193055" sldId="578"/>
        </pc:sldMkLst>
        <pc:spChg chg="mod">
          <ac:chgData name="Sau Lin LYE (TP)" userId="0501d767-1364-4844-adef-7fb51b08b3a9" providerId="ADAL" clId="{57324587-6BE3-4267-BBD1-CC46D1549C06}" dt="2025-03-23T02:18:27.372" v="15692" actId="20577"/>
          <ac:spMkLst>
            <pc:docMk/>
            <pc:sldMk cId="2480193055" sldId="578"/>
            <ac:spMk id="2" creationId="{1088A75F-D477-47B9-A61C-57FBD988DD74}"/>
          </ac:spMkLst>
        </pc:spChg>
        <pc:spChg chg="add mod">
          <ac:chgData name="Sau Lin LYE (TP)" userId="0501d767-1364-4844-adef-7fb51b08b3a9" providerId="ADAL" clId="{57324587-6BE3-4267-BBD1-CC46D1549C06}" dt="2025-03-23T02:04:35.717" v="14868"/>
          <ac:spMkLst>
            <pc:docMk/>
            <pc:sldMk cId="2480193055" sldId="578"/>
            <ac:spMk id="4" creationId="{E258F7ED-6B01-3D7D-63DB-D64C0AD25764}"/>
          </ac:spMkLst>
        </pc:spChg>
        <pc:spChg chg="mod">
          <ac:chgData name="Sau Lin LYE (TP)" userId="0501d767-1364-4844-adef-7fb51b08b3a9" providerId="ADAL" clId="{57324587-6BE3-4267-BBD1-CC46D1549C06}" dt="2025-03-23T02:18:57.280" v="15708" actId="20577"/>
          <ac:spMkLst>
            <pc:docMk/>
            <pc:sldMk cId="2480193055" sldId="578"/>
            <ac:spMk id="9" creationId="{E3CC3288-CB75-42E6-AC3E-B5D142742F4E}"/>
          </ac:spMkLst>
        </pc:spChg>
      </pc:sldChg>
      <pc:sldChg chg="addSp delSp modSp mod">
        <pc:chgData name="Sau Lin LYE (TP)" userId="0501d767-1364-4844-adef-7fb51b08b3a9" providerId="ADAL" clId="{57324587-6BE3-4267-BBD1-CC46D1549C06}" dt="2025-03-23T02:20:03.992" v="15759" actId="20577"/>
        <pc:sldMkLst>
          <pc:docMk/>
          <pc:sldMk cId="1011212204" sldId="579"/>
        </pc:sldMkLst>
        <pc:spChg chg="add mod">
          <ac:chgData name="Sau Lin LYE (TP)" userId="0501d767-1364-4844-adef-7fb51b08b3a9" providerId="ADAL" clId="{57324587-6BE3-4267-BBD1-CC46D1549C06}" dt="2025-03-23T02:04:41.446" v="14870"/>
          <ac:spMkLst>
            <pc:docMk/>
            <pc:sldMk cId="1011212204" sldId="579"/>
            <ac:spMk id="2" creationId="{119463EA-A3E9-2793-85B6-286E2A88C220}"/>
          </ac:spMkLst>
        </pc:spChg>
        <pc:spChg chg="mod">
          <ac:chgData name="Sau Lin LYE (TP)" userId="0501d767-1364-4844-adef-7fb51b08b3a9" providerId="ADAL" clId="{57324587-6BE3-4267-BBD1-CC46D1549C06}" dt="2025-03-23T02:20:03.992" v="15759" actId="20577"/>
          <ac:spMkLst>
            <pc:docMk/>
            <pc:sldMk cId="1011212204" sldId="579"/>
            <ac:spMk id="8" creationId="{6D779B49-121B-4248-8E19-D6BE29E01BA9}"/>
          </ac:spMkLst>
        </pc:spChg>
      </pc:sldChg>
      <pc:sldChg chg="modNotesTx">
        <pc:chgData name="Sau Lin LYE (TP)" userId="0501d767-1364-4844-adef-7fb51b08b3a9" providerId="ADAL" clId="{57324587-6BE3-4267-BBD1-CC46D1549C06}" dt="2025-03-23T02:31:27.464" v="15973" actId="20577"/>
        <pc:sldMkLst>
          <pc:docMk/>
          <pc:sldMk cId="211842880" sldId="580"/>
        </pc:sldMkLst>
      </pc:sldChg>
      <pc:sldChg chg="modSp mod">
        <pc:chgData name="Sau Lin LYE (TP)" userId="0501d767-1364-4844-adef-7fb51b08b3a9" providerId="ADAL" clId="{57324587-6BE3-4267-BBD1-CC46D1549C06}" dt="2025-03-23T02:31:45.409" v="15980" actId="20577"/>
        <pc:sldMkLst>
          <pc:docMk/>
          <pc:sldMk cId="1613012708" sldId="581"/>
        </pc:sldMkLst>
        <pc:graphicFrameChg chg="modGraphic">
          <ac:chgData name="Sau Lin LYE (TP)" userId="0501d767-1364-4844-adef-7fb51b08b3a9" providerId="ADAL" clId="{57324587-6BE3-4267-BBD1-CC46D1549C06}" dt="2025-03-23T02:31:45.409" v="15980" actId="20577"/>
          <ac:graphicFrameMkLst>
            <pc:docMk/>
            <pc:sldMk cId="1613012708" sldId="581"/>
            <ac:graphicFrameMk id="3" creationId="{C1BBFDA0-80D7-41D7-83CE-D1E9063707D7}"/>
          </ac:graphicFrameMkLst>
        </pc:graphicFrameChg>
      </pc:sldChg>
      <pc:sldChg chg="modSp mod">
        <pc:chgData name="Sau Lin LYE (TP)" userId="0501d767-1364-4844-adef-7fb51b08b3a9" providerId="ADAL" clId="{57324587-6BE3-4267-BBD1-CC46D1549C06}" dt="2025-03-23T02:04:56.962" v="14889" actId="20577"/>
        <pc:sldMkLst>
          <pc:docMk/>
          <pc:sldMk cId="2887109191" sldId="584"/>
        </pc:sldMkLst>
        <pc:spChg chg="mod">
          <ac:chgData name="Sau Lin LYE (TP)" userId="0501d767-1364-4844-adef-7fb51b08b3a9" providerId="ADAL" clId="{57324587-6BE3-4267-BBD1-CC46D1549C06}" dt="2025-03-23T02:04:56.962" v="14889" actId="20577"/>
          <ac:spMkLst>
            <pc:docMk/>
            <pc:sldMk cId="2887109191" sldId="584"/>
            <ac:spMk id="3" creationId="{77E86EDE-B62A-41E1-BC14-5073E8D0C064}"/>
          </ac:spMkLst>
        </pc:spChg>
      </pc:sldChg>
      <pc:sldChg chg="modSp mod modNotesTx">
        <pc:chgData name="Sau Lin LYE (TP)" userId="0501d767-1364-4844-adef-7fb51b08b3a9" providerId="ADAL" clId="{57324587-6BE3-4267-BBD1-CC46D1549C06}" dt="2025-03-23T02:13:55.452" v="15494" actId="20577"/>
        <pc:sldMkLst>
          <pc:docMk/>
          <pc:sldMk cId="3995548802" sldId="585"/>
        </pc:sldMkLst>
        <pc:spChg chg="mod">
          <ac:chgData name="Sau Lin LYE (TP)" userId="0501d767-1364-4844-adef-7fb51b08b3a9" providerId="ADAL" clId="{57324587-6BE3-4267-BBD1-CC46D1549C06}" dt="2025-03-23T02:04:22.654" v="14864" actId="20577"/>
          <ac:spMkLst>
            <pc:docMk/>
            <pc:sldMk cId="3995548802" sldId="585"/>
            <ac:spMk id="3" creationId="{4F6D1CAA-9C70-486E-8471-2E443960B69C}"/>
          </ac:spMkLst>
        </pc:spChg>
      </pc:sldChg>
      <pc:sldChg chg="del">
        <pc:chgData name="Sau Lin LYE (TP)" userId="0501d767-1364-4844-adef-7fb51b08b3a9" providerId="ADAL" clId="{57324587-6BE3-4267-BBD1-CC46D1549C06}" dt="2025-03-23T02:30:42.114" v="15870" actId="47"/>
        <pc:sldMkLst>
          <pc:docMk/>
          <pc:sldMk cId="3121525198" sldId="586"/>
        </pc:sldMkLst>
      </pc:sldChg>
      <pc:sldChg chg="modSp mod">
        <pc:chgData name="Sau Lin LYE (TP)" userId="0501d767-1364-4844-adef-7fb51b08b3a9" providerId="ADAL" clId="{57324587-6BE3-4267-BBD1-CC46D1549C06}" dt="2025-03-23T01:11:36.379" v="12198" actId="20577"/>
        <pc:sldMkLst>
          <pc:docMk/>
          <pc:sldMk cId="3346444126" sldId="587"/>
        </pc:sldMkLst>
        <pc:spChg chg="mod">
          <ac:chgData name="Sau Lin LYE (TP)" userId="0501d767-1364-4844-adef-7fb51b08b3a9" providerId="ADAL" clId="{57324587-6BE3-4267-BBD1-CC46D1549C06}" dt="2025-03-23T01:11:36.379" v="12198" actId="20577"/>
          <ac:spMkLst>
            <pc:docMk/>
            <pc:sldMk cId="3346444126" sldId="587"/>
            <ac:spMk id="2" creationId="{02EE2176-A829-4AEC-84EF-4B21768B90CF}"/>
          </ac:spMkLst>
        </pc:spChg>
      </pc:sldChg>
      <pc:sldChg chg="del modNotesTx">
        <pc:chgData name="Sau Lin LYE (TP)" userId="0501d767-1364-4844-adef-7fb51b08b3a9" providerId="ADAL" clId="{57324587-6BE3-4267-BBD1-CC46D1549C06}" dt="2025-03-22T14:06:29.816" v="1768" actId="47"/>
        <pc:sldMkLst>
          <pc:docMk/>
          <pc:sldMk cId="438073702" sldId="591"/>
        </pc:sldMkLst>
      </pc:sldChg>
      <pc:sldChg chg="modSp modNotesTx">
        <pc:chgData name="Sau Lin LYE (TP)" userId="0501d767-1364-4844-adef-7fb51b08b3a9" providerId="ADAL" clId="{57324587-6BE3-4267-BBD1-CC46D1549C06}" dt="2025-03-22T23:26:38.788" v="5900" actId="20577"/>
        <pc:sldMkLst>
          <pc:docMk/>
          <pc:sldMk cId="803697535" sldId="592"/>
        </pc:sldMkLst>
        <pc:graphicFrameChg chg="mod">
          <ac:chgData name="Sau Lin LYE (TP)" userId="0501d767-1364-4844-adef-7fb51b08b3a9" providerId="ADAL" clId="{57324587-6BE3-4267-BBD1-CC46D1549C06}" dt="2025-03-22T23:26:38.788" v="5900" actId="20577"/>
          <ac:graphicFrameMkLst>
            <pc:docMk/>
            <pc:sldMk cId="803697535" sldId="592"/>
            <ac:graphicFrameMk id="11" creationId="{613868AF-090B-4D3A-ADBF-5B74AEA6B0FE}"/>
          </ac:graphicFrameMkLst>
        </pc:graphicFrameChg>
      </pc:sldChg>
      <pc:sldChg chg="modSp mod modNotesTx">
        <pc:chgData name="Sau Lin LYE (TP)" userId="0501d767-1364-4844-adef-7fb51b08b3a9" providerId="ADAL" clId="{57324587-6BE3-4267-BBD1-CC46D1549C06}" dt="2025-03-22T23:32:55.070" v="6404"/>
        <pc:sldMkLst>
          <pc:docMk/>
          <pc:sldMk cId="3758969936" sldId="593"/>
        </pc:sldMkLst>
        <pc:graphicFrameChg chg="mod modGraphic">
          <ac:chgData name="Sau Lin LYE (TP)" userId="0501d767-1364-4844-adef-7fb51b08b3a9" providerId="ADAL" clId="{57324587-6BE3-4267-BBD1-CC46D1549C06}" dt="2025-03-22T23:29:18.259" v="6128" actId="404"/>
          <ac:graphicFrameMkLst>
            <pc:docMk/>
            <pc:sldMk cId="3758969936" sldId="593"/>
            <ac:graphicFrameMk id="11" creationId="{526C9F10-967B-4383-A8CC-D158D57A5CF5}"/>
          </ac:graphicFrameMkLst>
        </pc:graphicFrameChg>
      </pc:sldChg>
      <pc:sldChg chg="addSp modSp mod modNotesTx">
        <pc:chgData name="Sau Lin LYE (TP)" userId="0501d767-1364-4844-adef-7fb51b08b3a9" providerId="ADAL" clId="{57324587-6BE3-4267-BBD1-CC46D1549C06}" dt="2025-03-22T23:22:12.003" v="5859" actId="20577"/>
        <pc:sldMkLst>
          <pc:docMk/>
          <pc:sldMk cId="1315846645" sldId="597"/>
        </pc:sldMkLst>
        <pc:spChg chg="add mod">
          <ac:chgData name="Sau Lin LYE (TP)" userId="0501d767-1364-4844-adef-7fb51b08b3a9" providerId="ADAL" clId="{57324587-6BE3-4267-BBD1-CC46D1549C06}" dt="2025-03-22T23:17:36.483" v="5679" actId="14100"/>
          <ac:spMkLst>
            <pc:docMk/>
            <pc:sldMk cId="1315846645" sldId="597"/>
            <ac:spMk id="2" creationId="{3AE3DF18-DC65-F75F-7666-6FC95B5F24C7}"/>
          </ac:spMkLst>
        </pc:spChg>
      </pc:sldChg>
      <pc:sldChg chg="modNotesTx">
        <pc:chgData name="Sau Lin LYE (TP)" userId="0501d767-1364-4844-adef-7fb51b08b3a9" providerId="ADAL" clId="{57324587-6BE3-4267-BBD1-CC46D1549C06}" dt="2025-03-22T09:33:48.011" v="241" actId="20577"/>
        <pc:sldMkLst>
          <pc:docMk/>
          <pc:sldMk cId="4198818892" sldId="598"/>
        </pc:sldMkLst>
      </pc:sldChg>
      <pc:sldChg chg="modSp add del mod ord modTransition">
        <pc:chgData name="Sau Lin LYE (TP)" userId="0501d767-1364-4844-adef-7fb51b08b3a9" providerId="ADAL" clId="{57324587-6BE3-4267-BBD1-CC46D1549C06}" dt="2025-03-22T23:38:51.192" v="6693" actId="2696"/>
        <pc:sldMkLst>
          <pc:docMk/>
          <pc:sldMk cId="1729710897" sldId="599"/>
        </pc:sldMkLst>
      </pc:sldChg>
      <pc:sldChg chg="modSp add del mod ord modTransition">
        <pc:chgData name="Sau Lin LYE (TP)" userId="0501d767-1364-4844-adef-7fb51b08b3a9" providerId="ADAL" clId="{57324587-6BE3-4267-BBD1-CC46D1549C06}" dt="2025-03-22T23:41:47.823" v="7088" actId="2696"/>
        <pc:sldMkLst>
          <pc:docMk/>
          <pc:sldMk cId="2114128844" sldId="599"/>
        </pc:sldMkLst>
      </pc:sldChg>
      <pc:sldChg chg="modSp add del mod ord modTransition">
        <pc:chgData name="Sau Lin LYE (TP)" userId="0501d767-1364-4844-adef-7fb51b08b3a9" providerId="ADAL" clId="{57324587-6BE3-4267-BBD1-CC46D1549C06}" dt="2025-03-22T14:04:55.226" v="1634" actId="2696"/>
        <pc:sldMkLst>
          <pc:docMk/>
          <pc:sldMk cId="2178734707" sldId="599"/>
        </pc:sldMkLst>
      </pc:sldChg>
      <pc:sldChg chg="addSp modSp new mod">
        <pc:chgData name="Sau Lin LYE (TP)" userId="0501d767-1364-4844-adef-7fb51b08b3a9" providerId="ADAL" clId="{57324587-6BE3-4267-BBD1-CC46D1549C06}" dt="2025-03-22T23:46:03.473" v="7186" actId="1076"/>
        <pc:sldMkLst>
          <pc:docMk/>
          <pc:sldMk cId="2823499352" sldId="599"/>
        </pc:sldMkLst>
        <pc:spChg chg="add mod">
          <ac:chgData name="Sau Lin LYE (TP)" userId="0501d767-1364-4844-adef-7fb51b08b3a9" providerId="ADAL" clId="{57324587-6BE3-4267-BBD1-CC46D1549C06}" dt="2025-03-22T23:46:03.473" v="7186" actId="1076"/>
          <ac:spMkLst>
            <pc:docMk/>
            <pc:sldMk cId="2823499352" sldId="599"/>
            <ac:spMk id="2" creationId="{84FC637D-1CE5-73D6-4B63-94954DED1A19}"/>
          </ac:spMkLst>
        </pc:spChg>
      </pc:sldChg>
      <pc:sldChg chg="addSp modSp new del mod modClrScheme chgLayout">
        <pc:chgData name="Sau Lin LYE (TP)" userId="0501d767-1364-4844-adef-7fb51b08b3a9" providerId="ADAL" clId="{57324587-6BE3-4267-BBD1-CC46D1549C06}" dt="2025-03-22T23:43:33.899" v="7126" actId="47"/>
        <pc:sldMkLst>
          <pc:docMk/>
          <pc:sldMk cId="3836641520" sldId="599"/>
        </pc:sldMkLst>
      </pc:sldChg>
      <pc:sldChg chg="addSp modSp new mod modClrScheme chgLayout modNotesTx">
        <pc:chgData name="Sau Lin LYE (TP)" userId="0501d767-1364-4844-adef-7fb51b08b3a9" providerId="ADAL" clId="{57324587-6BE3-4267-BBD1-CC46D1549C06}" dt="2025-03-23T03:17:26.389" v="16127" actId="20577"/>
        <pc:sldMkLst>
          <pc:docMk/>
          <pc:sldMk cId="765686251" sldId="600"/>
        </pc:sldMkLst>
        <pc:spChg chg="add mod">
          <ac:chgData name="Sau Lin LYE (TP)" userId="0501d767-1364-4844-adef-7fb51b08b3a9" providerId="ADAL" clId="{57324587-6BE3-4267-BBD1-CC46D1549C06}" dt="2025-03-23T03:17:26.389" v="16127" actId="20577"/>
          <ac:spMkLst>
            <pc:docMk/>
            <pc:sldMk cId="765686251" sldId="600"/>
            <ac:spMk id="2" creationId="{6C77CD34-5BBD-64A2-E072-6B69BA21DFBC}"/>
          </ac:spMkLst>
        </pc:spChg>
        <pc:spChg chg="add mod">
          <ac:chgData name="Sau Lin LYE (TP)" userId="0501d767-1364-4844-adef-7fb51b08b3a9" providerId="ADAL" clId="{57324587-6BE3-4267-BBD1-CC46D1549C06}" dt="2025-03-23T00:03:16.175" v="7845" actId="1076"/>
          <ac:spMkLst>
            <pc:docMk/>
            <pc:sldMk cId="765686251" sldId="600"/>
            <ac:spMk id="3" creationId="{9AFA5F55-D6FD-B927-44C0-3F11832F3510}"/>
          </ac:spMkLst>
        </pc:spChg>
        <pc:spChg chg="add mod">
          <ac:chgData name="Sau Lin LYE (TP)" userId="0501d767-1364-4844-adef-7fb51b08b3a9" providerId="ADAL" clId="{57324587-6BE3-4267-BBD1-CC46D1549C06}" dt="2025-03-23T00:04:57.364" v="7949" actId="14100"/>
          <ac:spMkLst>
            <pc:docMk/>
            <pc:sldMk cId="765686251" sldId="600"/>
            <ac:spMk id="4" creationId="{165639C5-E82F-EE39-E155-2AC9F95FCCA9}"/>
          </ac:spMkLst>
        </pc:spChg>
        <pc:spChg chg="add mod">
          <ac:chgData name="Sau Lin LYE (TP)" userId="0501d767-1364-4844-adef-7fb51b08b3a9" providerId="ADAL" clId="{57324587-6BE3-4267-BBD1-CC46D1549C06}" dt="2025-03-23T03:16:09.286" v="16027" actId="20577"/>
          <ac:spMkLst>
            <pc:docMk/>
            <pc:sldMk cId="765686251" sldId="600"/>
            <ac:spMk id="8" creationId="{6EDF2C0D-FAFC-7A66-6251-C62D8607A294}"/>
          </ac:spMkLst>
        </pc:spChg>
        <pc:spChg chg="add mod">
          <ac:chgData name="Sau Lin LYE (TP)" userId="0501d767-1364-4844-adef-7fb51b08b3a9" providerId="ADAL" clId="{57324587-6BE3-4267-BBD1-CC46D1549C06}" dt="2025-03-23T00:19:12.050" v="8576" actId="14100"/>
          <ac:spMkLst>
            <pc:docMk/>
            <pc:sldMk cId="765686251" sldId="600"/>
            <ac:spMk id="10" creationId="{EE2E2102-D082-588A-D6B2-887E80DE5872}"/>
          </ac:spMkLst>
        </pc:spChg>
        <pc:picChg chg="add mod">
          <ac:chgData name="Sau Lin LYE (TP)" userId="0501d767-1364-4844-adef-7fb51b08b3a9" providerId="ADAL" clId="{57324587-6BE3-4267-BBD1-CC46D1549C06}" dt="2025-03-23T00:28:13.969" v="9172" actId="1076"/>
          <ac:picMkLst>
            <pc:docMk/>
            <pc:sldMk cId="765686251" sldId="600"/>
            <ac:picMk id="6" creationId="{6DAE622E-3094-7EF6-EBD1-BD917E7209E9}"/>
          </ac:picMkLst>
        </pc:picChg>
      </pc:sldChg>
      <pc:sldChg chg="add del ord modTransition">
        <pc:chgData name="Sau Lin LYE (TP)" userId="0501d767-1364-4844-adef-7fb51b08b3a9" providerId="ADAL" clId="{57324587-6BE3-4267-BBD1-CC46D1549C06}" dt="2025-03-22T14:04:55.242" v="1635" actId="2696"/>
        <pc:sldMkLst>
          <pc:docMk/>
          <pc:sldMk cId="828951563" sldId="600"/>
        </pc:sldMkLst>
      </pc:sldChg>
      <pc:sldChg chg="add del ord modTransition">
        <pc:chgData name="Sau Lin LYE (TP)" userId="0501d767-1364-4844-adef-7fb51b08b3a9" providerId="ADAL" clId="{57324587-6BE3-4267-BBD1-CC46D1549C06}" dt="2025-03-22T23:38:51.208" v="6694" actId="2696"/>
        <pc:sldMkLst>
          <pc:docMk/>
          <pc:sldMk cId="1075642545" sldId="600"/>
        </pc:sldMkLst>
      </pc:sldChg>
      <pc:sldChg chg="modSp add del mod ord modTransition">
        <pc:chgData name="Sau Lin LYE (TP)" userId="0501d767-1364-4844-adef-7fb51b08b3a9" providerId="ADAL" clId="{57324587-6BE3-4267-BBD1-CC46D1549C06}" dt="2025-03-22T23:50:22.912" v="7599" actId="2696"/>
        <pc:sldMkLst>
          <pc:docMk/>
          <pc:sldMk cId="1603604484" sldId="600"/>
        </pc:sldMkLst>
      </pc:sldChg>
      <pc:sldChg chg="add del ord modTransition">
        <pc:chgData name="Sau Lin LYE (TP)" userId="0501d767-1364-4844-adef-7fb51b08b3a9" providerId="ADAL" clId="{57324587-6BE3-4267-BBD1-CC46D1549C06}" dt="2025-03-22T23:41:47.854" v="7089" actId="2696"/>
        <pc:sldMkLst>
          <pc:docMk/>
          <pc:sldMk cId="2325016811" sldId="600"/>
        </pc:sldMkLst>
      </pc:sldChg>
      <pc:sldChg chg="modSp add del mod ord modTransition">
        <pc:chgData name="Sau Lin LYE (TP)" userId="0501d767-1364-4844-adef-7fb51b08b3a9" providerId="ADAL" clId="{57324587-6BE3-4267-BBD1-CC46D1549C06}" dt="2025-03-22T23:54:24.079" v="7615" actId="2696"/>
        <pc:sldMkLst>
          <pc:docMk/>
          <pc:sldMk cId="3358662862" sldId="600"/>
        </pc:sldMkLst>
      </pc:sldChg>
      <pc:sldChg chg="modSp add del mod ord modTransition">
        <pc:chgData name="Sau Lin LYE (TP)" userId="0501d767-1364-4844-adef-7fb51b08b3a9" providerId="ADAL" clId="{57324587-6BE3-4267-BBD1-CC46D1549C06}" dt="2025-03-22T23:49:32.824" v="7481" actId="2696"/>
        <pc:sldMkLst>
          <pc:docMk/>
          <pc:sldMk cId="4009601493" sldId="600"/>
        </pc:sldMkLst>
      </pc:sldChg>
      <pc:sldChg chg="add del ord modTransition">
        <pc:chgData name="Sau Lin LYE (TP)" userId="0501d767-1364-4844-adef-7fb51b08b3a9" providerId="ADAL" clId="{57324587-6BE3-4267-BBD1-CC46D1549C06}" dt="2025-03-22T23:49:32.841" v="7482" actId="2696"/>
        <pc:sldMkLst>
          <pc:docMk/>
          <pc:sldMk cId="69714437" sldId="601"/>
        </pc:sldMkLst>
      </pc:sldChg>
      <pc:sldChg chg="add del ord modTransition">
        <pc:chgData name="Sau Lin LYE (TP)" userId="0501d767-1364-4844-adef-7fb51b08b3a9" providerId="ADAL" clId="{57324587-6BE3-4267-BBD1-CC46D1549C06}" dt="2025-03-22T23:54:24.108" v="7616" actId="2696"/>
        <pc:sldMkLst>
          <pc:docMk/>
          <pc:sldMk cId="100253400" sldId="601"/>
        </pc:sldMkLst>
      </pc:sldChg>
      <pc:sldChg chg="addSp delSp modSp add mod modNotesTx">
        <pc:chgData name="Sau Lin LYE (TP)" userId="0501d767-1364-4844-adef-7fb51b08b3a9" providerId="ADAL" clId="{57324587-6BE3-4267-BBD1-CC46D1549C06}" dt="2025-03-23T03:17:32.155" v="16129" actId="20577"/>
        <pc:sldMkLst>
          <pc:docMk/>
          <pc:sldMk cId="3310822913" sldId="601"/>
        </pc:sldMkLst>
        <pc:spChg chg="mod">
          <ac:chgData name="Sau Lin LYE (TP)" userId="0501d767-1364-4844-adef-7fb51b08b3a9" providerId="ADAL" clId="{57324587-6BE3-4267-BBD1-CC46D1549C06}" dt="2025-03-23T03:17:32.155" v="16129" actId="20577"/>
          <ac:spMkLst>
            <pc:docMk/>
            <pc:sldMk cId="3310822913" sldId="601"/>
            <ac:spMk id="2" creationId="{EA128B19-5FDD-00FF-70BD-89CD96AB1121}"/>
          </ac:spMkLst>
        </pc:spChg>
        <pc:spChg chg="mod">
          <ac:chgData name="Sau Lin LYE (TP)" userId="0501d767-1364-4844-adef-7fb51b08b3a9" providerId="ADAL" clId="{57324587-6BE3-4267-BBD1-CC46D1549C06}" dt="2025-03-23T00:27:06.271" v="9161" actId="1076"/>
          <ac:spMkLst>
            <pc:docMk/>
            <pc:sldMk cId="3310822913" sldId="601"/>
            <ac:spMk id="3" creationId="{4FBADAE5-B928-538C-60A8-3A4344B65E69}"/>
          </ac:spMkLst>
        </pc:spChg>
        <pc:spChg chg="mod">
          <ac:chgData name="Sau Lin LYE (TP)" userId="0501d767-1364-4844-adef-7fb51b08b3a9" providerId="ADAL" clId="{57324587-6BE3-4267-BBD1-CC46D1549C06}" dt="2025-03-23T03:16:18.687" v="16034" actId="20577"/>
          <ac:spMkLst>
            <pc:docMk/>
            <pc:sldMk cId="3310822913" sldId="601"/>
            <ac:spMk id="8" creationId="{C4D6994A-61F3-B7D2-F455-7AD5C3F2FE97}"/>
          </ac:spMkLst>
        </pc:spChg>
        <pc:picChg chg="add mod">
          <ac:chgData name="Sau Lin LYE (TP)" userId="0501d767-1364-4844-adef-7fb51b08b3a9" providerId="ADAL" clId="{57324587-6BE3-4267-BBD1-CC46D1549C06}" dt="2025-03-23T00:28:20.673" v="9174" actId="1076"/>
          <ac:picMkLst>
            <pc:docMk/>
            <pc:sldMk cId="3310822913" sldId="601"/>
            <ac:picMk id="11" creationId="{CF82935F-6DBC-24A1-E502-3BFD7452D6E4}"/>
          </ac:picMkLst>
        </pc:picChg>
      </pc:sldChg>
      <pc:sldChg chg="add del ord modTransition">
        <pc:chgData name="Sau Lin LYE (TP)" userId="0501d767-1364-4844-adef-7fb51b08b3a9" providerId="ADAL" clId="{57324587-6BE3-4267-BBD1-CC46D1549C06}" dt="2025-03-22T23:50:22.930" v="7600" actId="2696"/>
        <pc:sldMkLst>
          <pc:docMk/>
          <pc:sldMk cId="4072427647" sldId="601"/>
        </pc:sldMkLst>
      </pc:sldChg>
      <pc:sldChg chg="addSp delSp modSp new mod modClrScheme chgLayout modNotesTx">
        <pc:chgData name="Sau Lin LYE (TP)" userId="0501d767-1364-4844-adef-7fb51b08b3a9" providerId="ADAL" clId="{57324587-6BE3-4267-BBD1-CC46D1549C06}" dt="2025-03-23T01:15:53.388" v="12213"/>
        <pc:sldMkLst>
          <pc:docMk/>
          <pc:sldMk cId="4167872542" sldId="602"/>
        </pc:sldMkLst>
        <pc:spChg chg="add mod">
          <ac:chgData name="Sau Lin LYE (TP)" userId="0501d767-1364-4844-adef-7fb51b08b3a9" providerId="ADAL" clId="{57324587-6BE3-4267-BBD1-CC46D1549C06}" dt="2025-03-23T00:44:22.418" v="9889" actId="20577"/>
          <ac:spMkLst>
            <pc:docMk/>
            <pc:sldMk cId="4167872542" sldId="602"/>
            <ac:spMk id="2" creationId="{5C4A5999-16C9-4755-ADEC-F3B850A5F34C}"/>
          </ac:spMkLst>
        </pc:spChg>
        <pc:spChg chg="add mod">
          <ac:chgData name="Sau Lin LYE (TP)" userId="0501d767-1364-4844-adef-7fb51b08b3a9" providerId="ADAL" clId="{57324587-6BE3-4267-BBD1-CC46D1549C06}" dt="2025-03-23T00:45:59.476" v="9951" actId="113"/>
          <ac:spMkLst>
            <pc:docMk/>
            <pc:sldMk cId="4167872542" sldId="602"/>
            <ac:spMk id="6" creationId="{DC4DACD7-2D31-183A-9BBE-672E2C84765A}"/>
          </ac:spMkLst>
        </pc:spChg>
        <pc:spChg chg="add mod">
          <ac:chgData name="Sau Lin LYE (TP)" userId="0501d767-1364-4844-adef-7fb51b08b3a9" providerId="ADAL" clId="{57324587-6BE3-4267-BBD1-CC46D1549C06}" dt="2025-03-23T01:15:53.388" v="12213"/>
          <ac:spMkLst>
            <pc:docMk/>
            <pc:sldMk cId="4167872542" sldId="602"/>
            <ac:spMk id="7" creationId="{C9BC5BA6-D953-319B-9995-A0A9BFD83F3A}"/>
          </ac:spMkLst>
        </pc:spChg>
        <pc:picChg chg="add mod ord">
          <ac:chgData name="Sau Lin LYE (TP)" userId="0501d767-1364-4844-adef-7fb51b08b3a9" providerId="ADAL" clId="{57324587-6BE3-4267-BBD1-CC46D1549C06}" dt="2025-03-23T00:44:50.696" v="9891" actId="1076"/>
          <ac:picMkLst>
            <pc:docMk/>
            <pc:sldMk cId="4167872542" sldId="602"/>
            <ac:picMk id="5" creationId="{A965079C-B13C-74BD-3715-323F16BC17F0}"/>
          </ac:picMkLst>
        </pc:picChg>
      </pc:sldChg>
      <pc:sldChg chg="addSp delSp modSp new mod modNotesTx">
        <pc:chgData name="Sau Lin LYE (TP)" userId="0501d767-1364-4844-adef-7fb51b08b3a9" providerId="ADAL" clId="{57324587-6BE3-4267-BBD1-CC46D1549C06}" dt="2025-03-23T00:54:53.942" v="10945" actId="20577"/>
        <pc:sldMkLst>
          <pc:docMk/>
          <pc:sldMk cId="490607788" sldId="603"/>
        </pc:sldMkLst>
        <pc:spChg chg="mod">
          <ac:chgData name="Sau Lin LYE (TP)" userId="0501d767-1364-4844-adef-7fb51b08b3a9" providerId="ADAL" clId="{57324587-6BE3-4267-BBD1-CC46D1549C06}" dt="2025-03-23T00:52:18.031" v="10350" actId="207"/>
          <ac:spMkLst>
            <pc:docMk/>
            <pc:sldMk cId="490607788" sldId="603"/>
            <ac:spMk id="3" creationId="{326E2752-E2D1-8E94-C2FE-2BC9C0EA06AB}"/>
          </ac:spMkLst>
        </pc:spChg>
        <pc:picChg chg="add mod modCrop">
          <ac:chgData name="Sau Lin LYE (TP)" userId="0501d767-1364-4844-adef-7fb51b08b3a9" providerId="ADAL" clId="{57324587-6BE3-4267-BBD1-CC46D1549C06}" dt="2025-03-23T00:48:36.759" v="10020" actId="1076"/>
          <ac:picMkLst>
            <pc:docMk/>
            <pc:sldMk cId="490607788" sldId="603"/>
            <ac:picMk id="4" creationId="{2DC4A678-4C63-27DA-84F5-9A12E49E9587}"/>
          </ac:picMkLst>
        </pc:picChg>
      </pc:sldChg>
      <pc:sldChg chg="modSp add del mod ord modTransition">
        <pc:chgData name="Sau Lin LYE (TP)" userId="0501d767-1364-4844-adef-7fb51b08b3a9" providerId="ADAL" clId="{57324587-6BE3-4267-BBD1-CC46D1549C06}" dt="2025-03-23T01:01:22.790" v="11656" actId="2696"/>
        <pc:sldMkLst>
          <pc:docMk/>
          <pc:sldMk cId="1406164477" sldId="604"/>
        </pc:sldMkLst>
      </pc:sldChg>
      <pc:sldChg chg="modSp add del mod ord modTransition">
        <pc:chgData name="Sau Lin LYE (TP)" userId="0501d767-1364-4844-adef-7fb51b08b3a9" providerId="ADAL" clId="{57324587-6BE3-4267-BBD1-CC46D1549C06}" dt="2025-03-23T01:10:00.744" v="12191" actId="2696"/>
        <pc:sldMkLst>
          <pc:docMk/>
          <pc:sldMk cId="1957273530" sldId="604"/>
        </pc:sldMkLst>
      </pc:sldChg>
      <pc:sldChg chg="modSp add del mod ord modTransition">
        <pc:chgData name="Sau Lin LYE (TP)" userId="0501d767-1364-4844-adef-7fb51b08b3a9" providerId="ADAL" clId="{57324587-6BE3-4267-BBD1-CC46D1549C06}" dt="2025-03-23T01:01:45.265" v="11674" actId="2696"/>
        <pc:sldMkLst>
          <pc:docMk/>
          <pc:sldMk cId="2544448059" sldId="604"/>
        </pc:sldMkLst>
      </pc:sldChg>
      <pc:sldChg chg="addSp modSp new mod">
        <pc:chgData name="Sau Lin LYE (TP)" userId="0501d767-1364-4844-adef-7fb51b08b3a9" providerId="ADAL" clId="{57324587-6BE3-4267-BBD1-CC46D1549C06}" dt="2025-03-23T01:17:26.011" v="12356" actId="207"/>
        <pc:sldMkLst>
          <pc:docMk/>
          <pc:sldMk cId="3040481061" sldId="604"/>
        </pc:sldMkLst>
        <pc:spChg chg="mod">
          <ac:chgData name="Sau Lin LYE (TP)" userId="0501d767-1364-4844-adef-7fb51b08b3a9" providerId="ADAL" clId="{57324587-6BE3-4267-BBD1-CC46D1549C06}" dt="2025-03-23T01:16:44.671" v="12259" actId="207"/>
          <ac:spMkLst>
            <pc:docMk/>
            <pc:sldMk cId="3040481061" sldId="604"/>
            <ac:spMk id="2" creationId="{F4BF3BDA-B26D-08D7-603E-9DAB5D051BCF}"/>
          </ac:spMkLst>
        </pc:spChg>
        <pc:spChg chg="mod">
          <ac:chgData name="Sau Lin LYE (TP)" userId="0501d767-1364-4844-adef-7fb51b08b3a9" providerId="ADAL" clId="{57324587-6BE3-4267-BBD1-CC46D1549C06}" dt="2025-03-23T01:17:26.011" v="12356" actId="207"/>
          <ac:spMkLst>
            <pc:docMk/>
            <pc:sldMk cId="3040481061" sldId="604"/>
            <ac:spMk id="3" creationId="{6516AF8F-245C-089B-A7F6-AE29D57DEB00}"/>
          </ac:spMkLst>
        </pc:spChg>
        <pc:spChg chg="add mod">
          <ac:chgData name="Sau Lin LYE (TP)" userId="0501d767-1364-4844-adef-7fb51b08b3a9" providerId="ADAL" clId="{57324587-6BE3-4267-BBD1-CC46D1549C06}" dt="2025-03-23T01:16:01.398" v="12214"/>
          <ac:spMkLst>
            <pc:docMk/>
            <pc:sldMk cId="3040481061" sldId="604"/>
            <ac:spMk id="4" creationId="{F496F076-A2E5-9C94-4FE1-A7CF586FB4F4}"/>
          </ac:spMkLst>
        </pc:spChg>
      </pc:sldChg>
      <pc:sldChg chg="add del ord modTransition">
        <pc:chgData name="Sau Lin LYE (TP)" userId="0501d767-1364-4844-adef-7fb51b08b3a9" providerId="ADAL" clId="{57324587-6BE3-4267-BBD1-CC46D1549C06}" dt="2025-03-23T01:01:45.277" v="11675" actId="2696"/>
        <pc:sldMkLst>
          <pc:docMk/>
          <pc:sldMk cId="1724997346" sldId="605"/>
        </pc:sldMkLst>
      </pc:sldChg>
      <pc:sldChg chg="add del ord modTransition">
        <pc:chgData name="Sau Lin LYE (TP)" userId="0501d767-1364-4844-adef-7fb51b08b3a9" providerId="ADAL" clId="{57324587-6BE3-4267-BBD1-CC46D1549C06}" dt="2025-03-23T01:01:22.806" v="11657" actId="2696"/>
        <pc:sldMkLst>
          <pc:docMk/>
          <pc:sldMk cId="3178884258" sldId="605"/>
        </pc:sldMkLst>
      </pc:sldChg>
      <pc:sldChg chg="add del ord modTransition">
        <pc:chgData name="Sau Lin LYE (TP)" userId="0501d767-1364-4844-adef-7fb51b08b3a9" providerId="ADAL" clId="{57324587-6BE3-4267-BBD1-CC46D1549C06}" dt="2025-03-23T01:10:00.757" v="12192" actId="2696"/>
        <pc:sldMkLst>
          <pc:docMk/>
          <pc:sldMk cId="3287190492" sldId="605"/>
        </pc:sldMkLst>
      </pc:sldChg>
      <pc:sldChg chg="addSp delSp modSp new mod modAnim modNotesTx">
        <pc:chgData name="Sau Lin LYE (TP)" userId="0501d767-1364-4844-adef-7fb51b08b3a9" providerId="ADAL" clId="{57324587-6BE3-4267-BBD1-CC46D1549C06}" dt="2025-03-23T04:18:40.725" v="16203" actId="20577"/>
        <pc:sldMkLst>
          <pc:docMk/>
          <pc:sldMk cId="3859980673" sldId="605"/>
        </pc:sldMkLst>
        <pc:spChg chg="add mod">
          <ac:chgData name="Sau Lin LYE (TP)" userId="0501d767-1364-4844-adef-7fb51b08b3a9" providerId="ADAL" clId="{57324587-6BE3-4267-BBD1-CC46D1549C06}" dt="2025-03-23T01:27:30.451" v="12625" actId="20577"/>
          <ac:spMkLst>
            <pc:docMk/>
            <pc:sldMk cId="3859980673" sldId="605"/>
            <ac:spMk id="6" creationId="{6DFEB538-E3DA-D22A-DC7D-0AC13175A675}"/>
          </ac:spMkLst>
        </pc:spChg>
        <pc:picChg chg="add mod ord">
          <ac:chgData name="Sau Lin LYE (TP)" userId="0501d767-1364-4844-adef-7fb51b08b3a9" providerId="ADAL" clId="{57324587-6BE3-4267-BBD1-CC46D1549C06}" dt="2025-03-23T01:39:54.072" v="13361" actId="1076"/>
          <ac:picMkLst>
            <pc:docMk/>
            <pc:sldMk cId="3859980673" sldId="605"/>
            <ac:picMk id="8" creationId="{1B8A8CDA-F3DF-980E-6A3C-0DC6A6810721}"/>
          </ac:picMkLst>
        </pc:picChg>
        <pc:picChg chg="add mod">
          <ac:chgData name="Sau Lin LYE (TP)" userId="0501d767-1364-4844-adef-7fb51b08b3a9" providerId="ADAL" clId="{57324587-6BE3-4267-BBD1-CC46D1549C06}" dt="2025-03-23T01:48:33.634" v="13984" actId="1076"/>
          <ac:picMkLst>
            <pc:docMk/>
            <pc:sldMk cId="3859980673" sldId="605"/>
            <ac:picMk id="55" creationId="{11FDB50C-DAD3-FF1A-4B8E-5A06C23133F5}"/>
          </ac:picMkLst>
        </pc:picChg>
        <pc:picChg chg="add mod">
          <ac:chgData name="Sau Lin LYE (TP)" userId="0501d767-1364-4844-adef-7fb51b08b3a9" providerId="ADAL" clId="{57324587-6BE3-4267-BBD1-CC46D1549C06}" dt="2025-03-23T01:52:41.332" v="13998" actId="1076"/>
          <ac:picMkLst>
            <pc:docMk/>
            <pc:sldMk cId="3859980673" sldId="605"/>
            <ac:picMk id="57" creationId="{1D4090C4-9B20-B24E-B185-835D2876E91E}"/>
          </ac:picMkLst>
        </pc:picChg>
        <pc:cxnChg chg="add mod">
          <ac:chgData name="Sau Lin LYE (TP)" userId="0501d767-1364-4844-adef-7fb51b08b3a9" providerId="ADAL" clId="{57324587-6BE3-4267-BBD1-CC46D1549C06}" dt="2025-03-23T01:27:06.971" v="12610" actId="17032"/>
          <ac:cxnSpMkLst>
            <pc:docMk/>
            <pc:sldMk cId="3859980673" sldId="605"/>
            <ac:cxnSpMk id="5" creationId="{B9D29D9B-7B05-D77B-D0CC-BD86571A690F}"/>
          </ac:cxnSpMkLst>
        </pc:cxnChg>
        <pc:cxnChg chg="add mod">
          <ac:chgData name="Sau Lin LYE (TP)" userId="0501d767-1364-4844-adef-7fb51b08b3a9" providerId="ADAL" clId="{57324587-6BE3-4267-BBD1-CC46D1549C06}" dt="2025-03-23T01:35:31.876" v="13241" actId="17032"/>
          <ac:cxnSpMkLst>
            <pc:docMk/>
            <pc:sldMk cId="3859980673" sldId="605"/>
            <ac:cxnSpMk id="10" creationId="{0E10DF18-6ED3-AED3-A2BC-867619B26AC2}"/>
          </ac:cxnSpMkLst>
        </pc:cxnChg>
        <pc:cxnChg chg="add mod">
          <ac:chgData name="Sau Lin LYE (TP)" userId="0501d767-1364-4844-adef-7fb51b08b3a9" providerId="ADAL" clId="{57324587-6BE3-4267-BBD1-CC46D1549C06}" dt="2025-03-23T01:36:03.115" v="13247" actId="14100"/>
          <ac:cxnSpMkLst>
            <pc:docMk/>
            <pc:sldMk cId="3859980673" sldId="605"/>
            <ac:cxnSpMk id="11" creationId="{520F3570-35B2-F022-CC8C-1BC1CAB28E07}"/>
          </ac:cxnSpMkLst>
        </pc:cxnChg>
        <pc:cxnChg chg="add mod">
          <ac:chgData name="Sau Lin LYE (TP)" userId="0501d767-1364-4844-adef-7fb51b08b3a9" providerId="ADAL" clId="{57324587-6BE3-4267-BBD1-CC46D1549C06}" dt="2025-03-23T01:36:15.708" v="13250" actId="14100"/>
          <ac:cxnSpMkLst>
            <pc:docMk/>
            <pc:sldMk cId="3859980673" sldId="605"/>
            <ac:cxnSpMk id="13" creationId="{4F01E266-62C6-A9AC-EC2E-F9F79D1D6DDF}"/>
          </ac:cxnSpMkLst>
        </pc:cxnChg>
        <pc:cxnChg chg="add mod">
          <ac:chgData name="Sau Lin LYE (TP)" userId="0501d767-1364-4844-adef-7fb51b08b3a9" providerId="ADAL" clId="{57324587-6BE3-4267-BBD1-CC46D1549C06}" dt="2025-03-23T01:36:23.586" v="13253" actId="14100"/>
          <ac:cxnSpMkLst>
            <pc:docMk/>
            <pc:sldMk cId="3859980673" sldId="605"/>
            <ac:cxnSpMk id="15" creationId="{8D813B5C-1B79-7E2E-13BA-DE6851B90188}"/>
          </ac:cxnSpMkLst>
        </pc:cxnChg>
        <pc:cxnChg chg="add mod">
          <ac:chgData name="Sau Lin LYE (TP)" userId="0501d767-1364-4844-adef-7fb51b08b3a9" providerId="ADAL" clId="{57324587-6BE3-4267-BBD1-CC46D1549C06}" dt="2025-03-23T01:36:31.898" v="13256" actId="14100"/>
          <ac:cxnSpMkLst>
            <pc:docMk/>
            <pc:sldMk cId="3859980673" sldId="605"/>
            <ac:cxnSpMk id="17" creationId="{BF456BD5-1528-EE17-D7F1-273FB46AAB99}"/>
          </ac:cxnSpMkLst>
        </pc:cxnChg>
        <pc:cxnChg chg="add mod">
          <ac:chgData name="Sau Lin LYE (TP)" userId="0501d767-1364-4844-adef-7fb51b08b3a9" providerId="ADAL" clId="{57324587-6BE3-4267-BBD1-CC46D1549C06}" dt="2025-03-23T01:36:37.093" v="13258" actId="1076"/>
          <ac:cxnSpMkLst>
            <pc:docMk/>
            <pc:sldMk cId="3859980673" sldId="605"/>
            <ac:cxnSpMk id="19" creationId="{BA2C8FAE-C628-CE8A-5689-18B8305E670A}"/>
          </ac:cxnSpMkLst>
        </pc:cxnChg>
        <pc:cxnChg chg="add mod">
          <ac:chgData name="Sau Lin LYE (TP)" userId="0501d767-1364-4844-adef-7fb51b08b3a9" providerId="ADAL" clId="{57324587-6BE3-4267-BBD1-CC46D1549C06}" dt="2025-03-23T01:36:47.116" v="13261" actId="14100"/>
          <ac:cxnSpMkLst>
            <pc:docMk/>
            <pc:sldMk cId="3859980673" sldId="605"/>
            <ac:cxnSpMk id="20" creationId="{82FE74F6-E8A8-5C79-0867-F985D5C24373}"/>
          </ac:cxnSpMkLst>
        </pc:cxnChg>
        <pc:cxnChg chg="add mod">
          <ac:chgData name="Sau Lin LYE (TP)" userId="0501d767-1364-4844-adef-7fb51b08b3a9" providerId="ADAL" clId="{57324587-6BE3-4267-BBD1-CC46D1549C06}" dt="2025-03-23T01:36:57.090" v="13264" actId="14100"/>
          <ac:cxnSpMkLst>
            <pc:docMk/>
            <pc:sldMk cId="3859980673" sldId="605"/>
            <ac:cxnSpMk id="22" creationId="{2E55D46C-E075-BA3C-D82E-A29DE9428670}"/>
          </ac:cxnSpMkLst>
        </pc:cxnChg>
        <pc:cxnChg chg="add mod">
          <ac:chgData name="Sau Lin LYE (TP)" userId="0501d767-1364-4844-adef-7fb51b08b3a9" providerId="ADAL" clId="{57324587-6BE3-4267-BBD1-CC46D1549C06}" dt="2025-03-23T01:37:07.187" v="13267" actId="14100"/>
          <ac:cxnSpMkLst>
            <pc:docMk/>
            <pc:sldMk cId="3859980673" sldId="605"/>
            <ac:cxnSpMk id="24" creationId="{8B5582A0-2E4A-EF49-A3AB-175B627A3E6B}"/>
          </ac:cxnSpMkLst>
        </pc:cxnChg>
        <pc:cxnChg chg="add mod">
          <ac:chgData name="Sau Lin LYE (TP)" userId="0501d767-1364-4844-adef-7fb51b08b3a9" providerId="ADAL" clId="{57324587-6BE3-4267-BBD1-CC46D1549C06}" dt="2025-03-23T01:38:23.668" v="13326" actId="14100"/>
          <ac:cxnSpMkLst>
            <pc:docMk/>
            <pc:sldMk cId="3859980673" sldId="605"/>
            <ac:cxnSpMk id="26" creationId="{0FB26569-579B-64F7-5197-6D3CEFDD7686}"/>
          </ac:cxnSpMkLst>
        </pc:cxnChg>
        <pc:cxnChg chg="add mod">
          <ac:chgData name="Sau Lin LYE (TP)" userId="0501d767-1364-4844-adef-7fb51b08b3a9" providerId="ADAL" clId="{57324587-6BE3-4267-BBD1-CC46D1549C06}" dt="2025-03-23T01:38:51.407" v="13334" actId="14100"/>
          <ac:cxnSpMkLst>
            <pc:docMk/>
            <pc:sldMk cId="3859980673" sldId="605"/>
            <ac:cxnSpMk id="28" creationId="{88E1F5EE-52E8-3838-3255-D3003EB50A8B}"/>
          </ac:cxnSpMkLst>
        </pc:cxnChg>
        <pc:cxnChg chg="add mod">
          <ac:chgData name="Sau Lin LYE (TP)" userId="0501d767-1364-4844-adef-7fb51b08b3a9" providerId="ADAL" clId="{57324587-6BE3-4267-BBD1-CC46D1549C06}" dt="2025-03-23T01:39:00.055" v="13337" actId="14100"/>
          <ac:cxnSpMkLst>
            <pc:docMk/>
            <pc:sldMk cId="3859980673" sldId="605"/>
            <ac:cxnSpMk id="30" creationId="{498EB8E0-CAA3-80E9-1FC9-C7BEAE4A1834}"/>
          </ac:cxnSpMkLst>
        </pc:cxnChg>
        <pc:cxnChg chg="add mod">
          <ac:chgData name="Sau Lin LYE (TP)" userId="0501d767-1364-4844-adef-7fb51b08b3a9" providerId="ADAL" clId="{57324587-6BE3-4267-BBD1-CC46D1549C06}" dt="2025-03-23T01:39:09.985" v="13340" actId="14100"/>
          <ac:cxnSpMkLst>
            <pc:docMk/>
            <pc:sldMk cId="3859980673" sldId="605"/>
            <ac:cxnSpMk id="32" creationId="{334424E4-480D-F36D-30DB-6B540139F770}"/>
          </ac:cxnSpMkLst>
        </pc:cxnChg>
        <pc:cxnChg chg="add mod">
          <ac:chgData name="Sau Lin LYE (TP)" userId="0501d767-1364-4844-adef-7fb51b08b3a9" providerId="ADAL" clId="{57324587-6BE3-4267-BBD1-CC46D1549C06}" dt="2025-03-23T01:39:15.534" v="13343" actId="14100"/>
          <ac:cxnSpMkLst>
            <pc:docMk/>
            <pc:sldMk cId="3859980673" sldId="605"/>
            <ac:cxnSpMk id="34" creationId="{3E0A9D41-0488-2387-5C5F-B2A4C8085D1F}"/>
          </ac:cxnSpMkLst>
        </pc:cxnChg>
        <pc:cxnChg chg="add mod">
          <ac:chgData name="Sau Lin LYE (TP)" userId="0501d767-1364-4844-adef-7fb51b08b3a9" providerId="ADAL" clId="{57324587-6BE3-4267-BBD1-CC46D1549C06}" dt="2025-03-23T01:39:21.680" v="13346" actId="14100"/>
          <ac:cxnSpMkLst>
            <pc:docMk/>
            <pc:sldMk cId="3859980673" sldId="605"/>
            <ac:cxnSpMk id="36" creationId="{C78109E5-DCDE-A842-8140-B2F896B3521F}"/>
          </ac:cxnSpMkLst>
        </pc:cxnChg>
        <pc:cxnChg chg="add mod">
          <ac:chgData name="Sau Lin LYE (TP)" userId="0501d767-1364-4844-adef-7fb51b08b3a9" providerId="ADAL" clId="{57324587-6BE3-4267-BBD1-CC46D1549C06}" dt="2025-03-23T01:39:26.247" v="13348" actId="1076"/>
          <ac:cxnSpMkLst>
            <pc:docMk/>
            <pc:sldMk cId="3859980673" sldId="605"/>
            <ac:cxnSpMk id="38" creationId="{81A5BB11-6B6F-8F67-C0C9-8B98B783E8F4}"/>
          </ac:cxnSpMkLst>
        </pc:cxnChg>
        <pc:cxnChg chg="add mod">
          <ac:chgData name="Sau Lin LYE (TP)" userId="0501d767-1364-4844-adef-7fb51b08b3a9" providerId="ADAL" clId="{57324587-6BE3-4267-BBD1-CC46D1549C06}" dt="2025-03-23T01:39:33.094" v="13351" actId="14100"/>
          <ac:cxnSpMkLst>
            <pc:docMk/>
            <pc:sldMk cId="3859980673" sldId="605"/>
            <ac:cxnSpMk id="39" creationId="{130A19E7-7F37-46C3-A7AA-EC9A035F21F6}"/>
          </ac:cxnSpMkLst>
        </pc:cxnChg>
        <pc:cxnChg chg="add mod">
          <ac:chgData name="Sau Lin LYE (TP)" userId="0501d767-1364-4844-adef-7fb51b08b3a9" providerId="ADAL" clId="{57324587-6BE3-4267-BBD1-CC46D1549C06}" dt="2025-03-23T01:39:39.508" v="13354" actId="14100"/>
          <ac:cxnSpMkLst>
            <pc:docMk/>
            <pc:sldMk cId="3859980673" sldId="605"/>
            <ac:cxnSpMk id="41" creationId="{EFE6AFBA-F172-E84B-5B8E-94F0949EAA6D}"/>
          </ac:cxnSpMkLst>
        </pc:cxnChg>
        <pc:cxnChg chg="add mod">
          <ac:chgData name="Sau Lin LYE (TP)" userId="0501d767-1364-4844-adef-7fb51b08b3a9" providerId="ADAL" clId="{57324587-6BE3-4267-BBD1-CC46D1549C06}" dt="2025-03-23T01:39:47.007" v="13357" actId="14100"/>
          <ac:cxnSpMkLst>
            <pc:docMk/>
            <pc:sldMk cId="3859980673" sldId="605"/>
            <ac:cxnSpMk id="43" creationId="{148975D2-554D-900F-77D5-A5E022A195A4}"/>
          </ac:cxnSpMkLst>
        </pc:cxnChg>
        <pc:cxnChg chg="add mod">
          <ac:chgData name="Sau Lin LYE (TP)" userId="0501d767-1364-4844-adef-7fb51b08b3a9" providerId="ADAL" clId="{57324587-6BE3-4267-BBD1-CC46D1549C06}" dt="2025-03-23T01:39:57.470" v="13362" actId="14100"/>
          <ac:cxnSpMkLst>
            <pc:docMk/>
            <pc:sldMk cId="3859980673" sldId="605"/>
            <ac:cxnSpMk id="45" creationId="{8EA47989-AF43-C4C5-62FD-F9FDD6618DA5}"/>
          </ac:cxnSpMkLst>
        </pc:cxnChg>
        <pc:cxnChg chg="add mod">
          <ac:chgData name="Sau Lin LYE (TP)" userId="0501d767-1364-4844-adef-7fb51b08b3a9" providerId="ADAL" clId="{57324587-6BE3-4267-BBD1-CC46D1549C06}" dt="2025-03-23T01:40:03.786" v="13365" actId="14100"/>
          <ac:cxnSpMkLst>
            <pc:docMk/>
            <pc:sldMk cId="3859980673" sldId="605"/>
            <ac:cxnSpMk id="47" creationId="{C49B6B2B-18C5-E83A-72A1-FB2E57782828}"/>
          </ac:cxnSpMkLst>
        </pc:cxnChg>
        <pc:cxnChg chg="add mod">
          <ac:chgData name="Sau Lin LYE (TP)" userId="0501d767-1364-4844-adef-7fb51b08b3a9" providerId="ADAL" clId="{57324587-6BE3-4267-BBD1-CC46D1549C06}" dt="2025-03-23T01:40:10.383" v="13368" actId="14100"/>
          <ac:cxnSpMkLst>
            <pc:docMk/>
            <pc:sldMk cId="3859980673" sldId="605"/>
            <ac:cxnSpMk id="49" creationId="{42F1E8BB-B5B0-CBD6-E13C-E0ADCBADDDE8}"/>
          </ac:cxnSpMkLst>
        </pc:cxnChg>
        <pc:cxnChg chg="add mod">
          <ac:chgData name="Sau Lin LYE (TP)" userId="0501d767-1364-4844-adef-7fb51b08b3a9" providerId="ADAL" clId="{57324587-6BE3-4267-BBD1-CC46D1549C06}" dt="2025-03-23T01:40:15.816" v="13370" actId="1076"/>
          <ac:cxnSpMkLst>
            <pc:docMk/>
            <pc:sldMk cId="3859980673" sldId="605"/>
            <ac:cxnSpMk id="51" creationId="{308CB728-829C-3994-CF22-8802B9E25D9A}"/>
          </ac:cxnSpMkLst>
        </pc:cxnChg>
        <pc:cxnChg chg="add mod">
          <ac:chgData name="Sau Lin LYE (TP)" userId="0501d767-1364-4844-adef-7fb51b08b3a9" providerId="ADAL" clId="{57324587-6BE3-4267-BBD1-CC46D1549C06}" dt="2025-03-23T01:40:22.196" v="13373" actId="14100"/>
          <ac:cxnSpMkLst>
            <pc:docMk/>
            <pc:sldMk cId="3859980673" sldId="605"/>
            <ac:cxnSpMk id="52" creationId="{2618A44D-E817-8228-E51C-A5057F5D8B94}"/>
          </ac:cxnSpMkLst>
        </pc:cxnChg>
      </pc:sldChg>
      <pc:sldChg chg="modSp add del mod ord modTransition">
        <pc:chgData name="Sau Lin LYE (TP)" userId="0501d767-1364-4844-adef-7fb51b08b3a9" providerId="ADAL" clId="{57324587-6BE3-4267-BBD1-CC46D1549C06}" dt="2025-03-23T01:32:10.678" v="12710" actId="2696"/>
        <pc:sldMkLst>
          <pc:docMk/>
          <pc:sldMk cId="853082632" sldId="606"/>
        </pc:sldMkLst>
      </pc:sldChg>
      <pc:sldChg chg="modSp add del mod ord modTransition">
        <pc:chgData name="Sau Lin LYE (TP)" userId="0501d767-1364-4844-adef-7fb51b08b3a9" providerId="ADAL" clId="{57324587-6BE3-4267-BBD1-CC46D1549C06}" dt="2025-03-23T01:27:45.288" v="12648" actId="2696"/>
        <pc:sldMkLst>
          <pc:docMk/>
          <pc:sldMk cId="1469587611" sldId="606"/>
        </pc:sldMkLst>
      </pc:sldChg>
      <pc:sldChg chg="add del">
        <pc:chgData name="Sau Lin LYE (TP)" userId="0501d767-1364-4844-adef-7fb51b08b3a9" providerId="ADAL" clId="{57324587-6BE3-4267-BBD1-CC46D1549C06}" dt="2025-03-23T01:35:49.138" v="13244"/>
        <pc:sldMkLst>
          <pc:docMk/>
          <pc:sldMk cId="2001137324" sldId="606"/>
        </pc:sldMkLst>
      </pc:sldChg>
      <pc:sldChg chg="modSp add del mod ord modTransition">
        <pc:chgData name="Sau Lin LYE (TP)" userId="0501d767-1364-4844-adef-7fb51b08b3a9" providerId="ADAL" clId="{57324587-6BE3-4267-BBD1-CC46D1549C06}" dt="2025-03-23T01:37:55.927" v="13320" actId="2696"/>
        <pc:sldMkLst>
          <pc:docMk/>
          <pc:sldMk cId="2694503966" sldId="606"/>
        </pc:sldMkLst>
      </pc:sldChg>
      <pc:sldChg chg="modSp add del mod ord modTransition">
        <pc:chgData name="Sau Lin LYE (TP)" userId="0501d767-1364-4844-adef-7fb51b08b3a9" providerId="ADAL" clId="{57324587-6BE3-4267-BBD1-CC46D1549C06}" dt="2025-03-23T01:32:28.987" v="12733" actId="2696"/>
        <pc:sldMkLst>
          <pc:docMk/>
          <pc:sldMk cId="2930786790" sldId="606"/>
        </pc:sldMkLst>
      </pc:sldChg>
      <pc:sldChg chg="add ord modNotesTx">
        <pc:chgData name="Sau Lin LYE (TP)" userId="0501d767-1364-4844-adef-7fb51b08b3a9" providerId="ADAL" clId="{57324587-6BE3-4267-BBD1-CC46D1549C06}" dt="2025-03-23T04:18:11.700" v="16131"/>
        <pc:sldMkLst>
          <pc:docMk/>
          <pc:sldMk cId="3585099383" sldId="606"/>
        </pc:sldMkLst>
      </pc:sldChg>
      <pc:sldChg chg="modSp add del mod ord modTransition">
        <pc:chgData name="Sau Lin LYE (TP)" userId="0501d767-1364-4844-adef-7fb51b08b3a9" providerId="ADAL" clId="{57324587-6BE3-4267-BBD1-CC46D1549C06}" dt="2025-03-23T01:31:47.482" v="12687" actId="2696"/>
        <pc:sldMkLst>
          <pc:docMk/>
          <pc:sldMk cId="4017588121" sldId="606"/>
        </pc:sldMkLst>
      </pc:sldChg>
      <pc:sldChg chg="addSp modSp new mod modNotesTx">
        <pc:chgData name="Sau Lin LYE (TP)" userId="0501d767-1364-4844-adef-7fb51b08b3a9" providerId="ADAL" clId="{57324587-6BE3-4267-BBD1-CC46D1549C06}" dt="2025-03-23T02:09:36.045" v="15156" actId="20577"/>
        <pc:sldMkLst>
          <pc:docMk/>
          <pc:sldMk cId="461744356" sldId="607"/>
        </pc:sldMkLst>
        <pc:spChg chg="add mod">
          <ac:chgData name="Sau Lin LYE (TP)" userId="0501d767-1364-4844-adef-7fb51b08b3a9" providerId="ADAL" clId="{57324587-6BE3-4267-BBD1-CC46D1549C06}" dt="2025-03-23T02:09:36.045" v="15156" actId="20577"/>
          <ac:spMkLst>
            <pc:docMk/>
            <pc:sldMk cId="461744356" sldId="607"/>
            <ac:spMk id="2" creationId="{C1B1FFB6-1D15-2D18-9543-13AC75523680}"/>
          </ac:spMkLst>
        </pc:spChg>
        <pc:spChg chg="add mod">
          <ac:chgData name="Sau Lin LYE (TP)" userId="0501d767-1364-4844-adef-7fb51b08b3a9" providerId="ADAL" clId="{57324587-6BE3-4267-BBD1-CC46D1549C06}" dt="2025-03-23T02:09:09.971" v="15152" actId="1582"/>
          <ac:spMkLst>
            <pc:docMk/>
            <pc:sldMk cId="461744356" sldId="607"/>
            <ac:spMk id="5" creationId="{CFDF790F-99E3-B9CA-D6BC-8F8E6302BF27}"/>
          </ac:spMkLst>
        </pc:spChg>
        <pc:graphicFrameChg chg="add mod modGraphic">
          <ac:chgData name="Sau Lin LYE (TP)" userId="0501d767-1364-4844-adef-7fb51b08b3a9" providerId="ADAL" clId="{57324587-6BE3-4267-BBD1-CC46D1549C06}" dt="2025-03-23T02:09:12.820" v="15153" actId="1076"/>
          <ac:graphicFrameMkLst>
            <pc:docMk/>
            <pc:sldMk cId="461744356" sldId="607"/>
            <ac:graphicFrameMk id="3" creationId="{5EFB71D2-B7B0-9B51-3C33-A56A79F46469}"/>
          </ac:graphicFrameMkLst>
        </pc:graphicFrameChg>
        <pc:picChg chg="add mod">
          <ac:chgData name="Sau Lin LYE (TP)" userId="0501d767-1364-4844-adef-7fb51b08b3a9" providerId="ADAL" clId="{57324587-6BE3-4267-BBD1-CC46D1549C06}" dt="2025-03-23T02:07:25.716" v="14936" actId="1076"/>
          <ac:picMkLst>
            <pc:docMk/>
            <pc:sldMk cId="461744356" sldId="607"/>
            <ac:picMk id="4" creationId="{B5371E13-6F70-3459-6B20-01F42CB74646}"/>
          </ac:picMkLst>
        </pc:picChg>
      </pc:sldChg>
      <pc:sldChg chg="add del ord modTransition">
        <pc:chgData name="Sau Lin LYE (TP)" userId="0501d767-1364-4844-adef-7fb51b08b3a9" providerId="ADAL" clId="{57324587-6BE3-4267-BBD1-CC46D1549C06}" dt="2025-03-23T01:32:10.682" v="12711" actId="2696"/>
        <pc:sldMkLst>
          <pc:docMk/>
          <pc:sldMk cId="579585046" sldId="607"/>
        </pc:sldMkLst>
      </pc:sldChg>
      <pc:sldChg chg="add del ord modTransition">
        <pc:chgData name="Sau Lin LYE (TP)" userId="0501d767-1364-4844-adef-7fb51b08b3a9" providerId="ADAL" clId="{57324587-6BE3-4267-BBD1-CC46D1549C06}" dt="2025-03-23T01:37:55.946" v="13321" actId="2696"/>
        <pc:sldMkLst>
          <pc:docMk/>
          <pc:sldMk cId="1049884413" sldId="607"/>
        </pc:sldMkLst>
      </pc:sldChg>
      <pc:sldChg chg="modSp add del mod ord modTransition">
        <pc:chgData name="Sau Lin LYE (TP)" userId="0501d767-1364-4844-adef-7fb51b08b3a9" providerId="ADAL" clId="{57324587-6BE3-4267-BBD1-CC46D1549C06}" dt="2025-03-23T01:41:12.697" v="13547" actId="2696"/>
        <pc:sldMkLst>
          <pc:docMk/>
          <pc:sldMk cId="1129786816" sldId="607"/>
        </pc:sldMkLst>
      </pc:sldChg>
      <pc:sldChg chg="modSp add del mod ord modTransition">
        <pc:chgData name="Sau Lin LYE (TP)" userId="0501d767-1364-4844-adef-7fb51b08b3a9" providerId="ADAL" clId="{57324587-6BE3-4267-BBD1-CC46D1549C06}" dt="2025-03-23T01:56:43.765" v="14505" actId="2696"/>
        <pc:sldMkLst>
          <pc:docMk/>
          <pc:sldMk cId="1723215976" sldId="607"/>
        </pc:sldMkLst>
      </pc:sldChg>
      <pc:sldChg chg="add del ord modTransition">
        <pc:chgData name="Sau Lin LYE (TP)" userId="0501d767-1364-4844-adef-7fb51b08b3a9" providerId="ADAL" clId="{57324587-6BE3-4267-BBD1-CC46D1549C06}" dt="2025-03-23T01:27:45.288" v="12649" actId="2696"/>
        <pc:sldMkLst>
          <pc:docMk/>
          <pc:sldMk cId="1931851077" sldId="607"/>
        </pc:sldMkLst>
      </pc:sldChg>
      <pc:sldChg chg="add del ord modTransition">
        <pc:chgData name="Sau Lin LYE (TP)" userId="0501d767-1364-4844-adef-7fb51b08b3a9" providerId="ADAL" clId="{57324587-6BE3-4267-BBD1-CC46D1549C06}" dt="2025-03-23T01:32:28.987" v="12734" actId="2696"/>
        <pc:sldMkLst>
          <pc:docMk/>
          <pc:sldMk cId="1976375582" sldId="607"/>
        </pc:sldMkLst>
      </pc:sldChg>
      <pc:sldChg chg="addSp modSp new del mod">
        <pc:chgData name="Sau Lin LYE (TP)" userId="0501d767-1364-4844-adef-7fb51b08b3a9" providerId="ADAL" clId="{57324587-6BE3-4267-BBD1-CC46D1549C06}" dt="2025-03-23T01:54:04.948" v="14127" actId="47"/>
        <pc:sldMkLst>
          <pc:docMk/>
          <pc:sldMk cId="2323656071" sldId="607"/>
        </pc:sldMkLst>
      </pc:sldChg>
      <pc:sldChg chg="add del ord modTransition">
        <pc:chgData name="Sau Lin LYE (TP)" userId="0501d767-1364-4844-adef-7fb51b08b3a9" providerId="ADAL" clId="{57324587-6BE3-4267-BBD1-CC46D1549C06}" dt="2025-03-23T01:31:47.499" v="12688" actId="2696"/>
        <pc:sldMkLst>
          <pc:docMk/>
          <pc:sldMk cId="2821535439" sldId="607"/>
        </pc:sldMkLst>
      </pc:sldChg>
      <pc:sldChg chg="modSp add del mod ord modTransition">
        <pc:chgData name="Sau Lin LYE (TP)" userId="0501d767-1364-4844-adef-7fb51b08b3a9" providerId="ADAL" clId="{57324587-6BE3-4267-BBD1-CC46D1549C06}" dt="2025-03-23T01:40:29.496" v="13402" actId="2696"/>
        <pc:sldMkLst>
          <pc:docMk/>
          <pc:sldMk cId="3679290718" sldId="607"/>
        </pc:sldMkLst>
      </pc:sldChg>
      <pc:sldChg chg="modSp add del mod ord modTransition">
        <pc:chgData name="Sau Lin LYE (TP)" userId="0501d767-1364-4844-adef-7fb51b08b3a9" providerId="ADAL" clId="{57324587-6BE3-4267-BBD1-CC46D1549C06}" dt="2025-03-23T01:40:46.903" v="13427" actId="2696"/>
        <pc:sldMkLst>
          <pc:docMk/>
          <pc:sldMk cId="4204631893" sldId="607"/>
        </pc:sldMkLst>
      </pc:sldChg>
      <pc:sldChg chg="modSp add del mod ord modTransition">
        <pc:chgData name="Sau Lin LYE (TP)" userId="0501d767-1364-4844-adef-7fb51b08b3a9" providerId="ADAL" clId="{57324587-6BE3-4267-BBD1-CC46D1549C06}" dt="2025-03-23T01:53:16.827" v="14125" actId="2696"/>
        <pc:sldMkLst>
          <pc:docMk/>
          <pc:sldMk cId="1346371279" sldId="608"/>
        </pc:sldMkLst>
      </pc:sldChg>
      <pc:sldChg chg="add del ord modTransition">
        <pc:chgData name="Sau Lin LYE (TP)" userId="0501d767-1364-4844-adef-7fb51b08b3a9" providerId="ADAL" clId="{57324587-6BE3-4267-BBD1-CC46D1549C06}" dt="2025-03-23T01:40:46.973" v="13428" actId="2696"/>
        <pc:sldMkLst>
          <pc:docMk/>
          <pc:sldMk cId="1866639886" sldId="608"/>
        </pc:sldMkLst>
      </pc:sldChg>
      <pc:sldChg chg="add del ord modTransition">
        <pc:chgData name="Sau Lin LYE (TP)" userId="0501d767-1364-4844-adef-7fb51b08b3a9" providerId="ADAL" clId="{57324587-6BE3-4267-BBD1-CC46D1549C06}" dt="2025-03-23T01:56:43.877" v="14506" actId="2696"/>
        <pc:sldMkLst>
          <pc:docMk/>
          <pc:sldMk cId="2677854676" sldId="608"/>
        </pc:sldMkLst>
      </pc:sldChg>
      <pc:sldChg chg="add del ord modTransition">
        <pc:chgData name="Sau Lin LYE (TP)" userId="0501d767-1364-4844-adef-7fb51b08b3a9" providerId="ADAL" clId="{57324587-6BE3-4267-BBD1-CC46D1549C06}" dt="2025-03-23T01:40:29.560" v="13403" actId="2696"/>
        <pc:sldMkLst>
          <pc:docMk/>
          <pc:sldMk cId="3832062893" sldId="608"/>
        </pc:sldMkLst>
      </pc:sldChg>
      <pc:sldChg chg="add del ord modTransition">
        <pc:chgData name="Sau Lin LYE (TP)" userId="0501d767-1364-4844-adef-7fb51b08b3a9" providerId="ADAL" clId="{57324587-6BE3-4267-BBD1-CC46D1549C06}" dt="2025-03-23T01:41:12.697" v="13548" actId="2696"/>
        <pc:sldMkLst>
          <pc:docMk/>
          <pc:sldMk cId="4237107795" sldId="608"/>
        </pc:sldMkLst>
      </pc:sldChg>
      <pc:sldChg chg="add del ord modTransition">
        <pc:chgData name="Sau Lin LYE (TP)" userId="0501d767-1364-4844-adef-7fb51b08b3a9" providerId="ADAL" clId="{57324587-6BE3-4267-BBD1-CC46D1549C06}" dt="2025-03-23T01:53:16.843" v="14126" actId="2696"/>
        <pc:sldMkLst>
          <pc:docMk/>
          <pc:sldMk cId="250188368" sldId="609"/>
        </pc:sldMkLst>
      </pc:sldChg>
      <pc:sldChg chg="modSp add del mod ord modTransition">
        <pc:chgData name="Sau Lin LYE (TP)" userId="0501d767-1364-4844-adef-7fb51b08b3a9" providerId="ADAL" clId="{57324587-6BE3-4267-BBD1-CC46D1549C06}" dt="2025-03-23T01:56:43.884" v="14507" actId="2696"/>
        <pc:sldMkLst>
          <pc:docMk/>
          <pc:sldMk cId="3361790009" sldId="609"/>
        </pc:sldMkLst>
      </pc:sldChg>
      <pc:sldChg chg="add del ord modTransition">
        <pc:chgData name="Sau Lin LYE (TP)" userId="0501d767-1364-4844-adef-7fb51b08b3a9" providerId="ADAL" clId="{57324587-6BE3-4267-BBD1-CC46D1549C06}" dt="2025-03-23T01:56:43.910" v="14508" actId="2696"/>
        <pc:sldMkLst>
          <pc:docMk/>
          <pc:sldMk cId="3465983082" sldId="610"/>
        </pc:sldMkLst>
      </pc:sldChg>
    </pc:docChg>
  </pc:docChgLst>
  <pc:docChgLst>
    <pc:chgData name="Chris CHUA (TP)" userId="abfb61ba-acb2-4558-9a6e-6d88359411df" providerId="ADAL" clId="{E368D338-A6C2-4F90-B48D-AE5C37231BF5}"/>
    <pc:docChg chg="custSel addSld delSld modSld sldOrd">
      <pc:chgData name="Chris CHUA (TP)" userId="abfb61ba-acb2-4558-9a6e-6d88359411df" providerId="ADAL" clId="{E368D338-A6C2-4F90-B48D-AE5C37231BF5}" dt="2025-04-24T07:00:15.424" v="1679" actId="6549"/>
      <pc:docMkLst>
        <pc:docMk/>
      </pc:docMkLst>
      <pc:sldChg chg="modSp mod">
        <pc:chgData name="Chris CHUA (TP)" userId="abfb61ba-acb2-4558-9a6e-6d88359411df" providerId="ADAL" clId="{E368D338-A6C2-4F90-B48D-AE5C37231BF5}" dt="2025-04-14T02:48:06.282" v="42" actId="1035"/>
        <pc:sldMkLst>
          <pc:docMk/>
          <pc:sldMk cId="2863327626" sldId="558"/>
        </pc:sldMkLst>
        <pc:spChg chg="mod">
          <ac:chgData name="Chris CHUA (TP)" userId="abfb61ba-acb2-4558-9a6e-6d88359411df" providerId="ADAL" clId="{E368D338-A6C2-4F90-B48D-AE5C37231BF5}" dt="2025-04-14T02:48:06.282" v="42" actId="1035"/>
          <ac:spMkLst>
            <pc:docMk/>
            <pc:sldMk cId="2863327626" sldId="558"/>
            <ac:spMk id="7" creationId="{68193212-E5C7-4E45-8E2C-582A35B67A3A}"/>
          </ac:spMkLst>
        </pc:spChg>
      </pc:sldChg>
      <pc:sldChg chg="modNotesTx">
        <pc:chgData name="Chris CHUA (TP)" userId="abfb61ba-acb2-4558-9a6e-6d88359411df" providerId="ADAL" clId="{E368D338-A6C2-4F90-B48D-AE5C37231BF5}" dt="2025-04-24T07:00:15.424" v="1679" actId="6549"/>
        <pc:sldMkLst>
          <pc:docMk/>
          <pc:sldMk cId="3310822913" sldId="601"/>
        </pc:sldMkLst>
      </pc:sldChg>
      <pc:sldChg chg="modSp add del mod ord modTransition">
        <pc:chgData name="Chris CHUA (TP)" userId="abfb61ba-acb2-4558-9a6e-6d88359411df" providerId="ADAL" clId="{E368D338-A6C2-4F90-B48D-AE5C37231BF5}" dt="2025-04-21T01:36:38.745" v="777" actId="2696"/>
        <pc:sldMkLst>
          <pc:docMk/>
          <pc:sldMk cId="55833116" sldId="609"/>
        </pc:sldMkLst>
      </pc:sldChg>
      <pc:sldChg chg="modSp add del mod ord modTransition">
        <pc:chgData name="Chris CHUA (TP)" userId="abfb61ba-acb2-4558-9a6e-6d88359411df" providerId="ADAL" clId="{E368D338-A6C2-4F90-B48D-AE5C37231BF5}" dt="2025-04-21T05:31:01.929" v="1217" actId="2696"/>
        <pc:sldMkLst>
          <pc:docMk/>
          <pc:sldMk cId="163885238" sldId="609"/>
        </pc:sldMkLst>
      </pc:sldChg>
      <pc:sldChg chg="modSp add del mod ord modTransition">
        <pc:chgData name="Chris CHUA (TP)" userId="abfb61ba-acb2-4558-9a6e-6d88359411df" providerId="ADAL" clId="{E368D338-A6C2-4F90-B48D-AE5C37231BF5}" dt="2025-04-14T02:48:02.949" v="36" actId="2696"/>
        <pc:sldMkLst>
          <pc:docMk/>
          <pc:sldMk cId="283219403" sldId="609"/>
        </pc:sldMkLst>
      </pc:sldChg>
      <pc:sldChg chg="modSp add del mod ord modTransition">
        <pc:chgData name="Chris CHUA (TP)" userId="abfb61ba-acb2-4558-9a6e-6d88359411df" providerId="ADAL" clId="{E368D338-A6C2-4F90-B48D-AE5C37231BF5}" dt="2025-04-21T01:32:13.283" v="581" actId="2696"/>
        <pc:sldMkLst>
          <pc:docMk/>
          <pc:sldMk cId="455575090" sldId="609"/>
        </pc:sldMkLst>
      </pc:sldChg>
      <pc:sldChg chg="modSp add del mod ord modTransition">
        <pc:chgData name="Chris CHUA (TP)" userId="abfb61ba-acb2-4558-9a6e-6d88359411df" providerId="ADAL" clId="{E368D338-A6C2-4F90-B48D-AE5C37231BF5}" dt="2025-04-14T02:48:18.261" v="87" actId="2696"/>
        <pc:sldMkLst>
          <pc:docMk/>
          <pc:sldMk cId="457532307" sldId="609"/>
        </pc:sldMkLst>
      </pc:sldChg>
      <pc:sldChg chg="modSp add del mod ord modTransition modAnim">
        <pc:chgData name="Chris CHUA (TP)" userId="abfb61ba-acb2-4558-9a6e-6d88359411df" providerId="ADAL" clId="{E368D338-A6C2-4F90-B48D-AE5C37231BF5}" dt="2025-04-14T02:49:12.911" v="253" actId="2696"/>
        <pc:sldMkLst>
          <pc:docMk/>
          <pc:sldMk cId="466922198" sldId="609"/>
        </pc:sldMkLst>
      </pc:sldChg>
      <pc:sldChg chg="modSp add del mod ord modTransition">
        <pc:chgData name="Chris CHUA (TP)" userId="abfb61ba-acb2-4558-9a6e-6d88359411df" providerId="ADAL" clId="{E368D338-A6C2-4F90-B48D-AE5C37231BF5}" dt="2025-04-14T02:53:25.305" v="383" actId="2696"/>
        <pc:sldMkLst>
          <pc:docMk/>
          <pc:sldMk cId="489194913" sldId="609"/>
        </pc:sldMkLst>
      </pc:sldChg>
      <pc:sldChg chg="modSp add del mod ord modTransition modAnim">
        <pc:chgData name="Chris CHUA (TP)" userId="abfb61ba-acb2-4558-9a6e-6d88359411df" providerId="ADAL" clId="{E368D338-A6C2-4F90-B48D-AE5C37231BF5}" dt="2025-04-21T05:24:49.026" v="1135" actId="2696"/>
        <pc:sldMkLst>
          <pc:docMk/>
          <pc:sldMk cId="513193961" sldId="609"/>
        </pc:sldMkLst>
      </pc:sldChg>
      <pc:sldChg chg="modSp add del mod ord modTransition">
        <pc:chgData name="Chris CHUA (TP)" userId="abfb61ba-acb2-4558-9a6e-6d88359411df" providerId="ADAL" clId="{E368D338-A6C2-4F90-B48D-AE5C37231BF5}" dt="2025-04-21T05:31:04.470" v="1231" actId="2696"/>
        <pc:sldMkLst>
          <pc:docMk/>
          <pc:sldMk cId="566771726" sldId="609"/>
        </pc:sldMkLst>
      </pc:sldChg>
      <pc:sldChg chg="modSp add del mod ord modTransition">
        <pc:chgData name="Chris CHUA (TP)" userId="abfb61ba-acb2-4558-9a6e-6d88359411df" providerId="ADAL" clId="{E368D338-A6C2-4F90-B48D-AE5C37231BF5}" dt="2025-04-21T01:43:08.480" v="845" actId="2696"/>
        <pc:sldMkLst>
          <pc:docMk/>
          <pc:sldMk cId="598068788" sldId="609"/>
        </pc:sldMkLst>
      </pc:sldChg>
      <pc:sldChg chg="modSp add del mod ord modTransition">
        <pc:chgData name="Chris CHUA (TP)" userId="abfb61ba-acb2-4558-9a6e-6d88359411df" providerId="ADAL" clId="{E368D338-A6C2-4F90-B48D-AE5C37231BF5}" dt="2025-04-16T21:52:01.476" v="473" actId="2696"/>
        <pc:sldMkLst>
          <pc:docMk/>
          <pc:sldMk cId="776373039" sldId="609"/>
        </pc:sldMkLst>
      </pc:sldChg>
      <pc:sldChg chg="modSp add del mod ord modTransition">
        <pc:chgData name="Chris CHUA (TP)" userId="abfb61ba-acb2-4558-9a6e-6d88359411df" providerId="ADAL" clId="{E368D338-A6C2-4F90-B48D-AE5C37231BF5}" dt="2025-04-21T01:41:33.989" v="805" actId="2696"/>
        <pc:sldMkLst>
          <pc:docMk/>
          <pc:sldMk cId="982456697" sldId="609"/>
        </pc:sldMkLst>
      </pc:sldChg>
      <pc:sldChg chg="modSp add del mod ord modTransition">
        <pc:chgData name="Chris CHUA (TP)" userId="abfb61ba-acb2-4558-9a6e-6d88359411df" providerId="ADAL" clId="{E368D338-A6C2-4F90-B48D-AE5C37231BF5}" dt="2025-04-14T02:52:59.238" v="349" actId="2696"/>
        <pc:sldMkLst>
          <pc:docMk/>
          <pc:sldMk cId="1014332898" sldId="609"/>
        </pc:sldMkLst>
      </pc:sldChg>
      <pc:sldChg chg="modSp add del mod ord modTransition">
        <pc:chgData name="Chris CHUA (TP)" userId="abfb61ba-acb2-4558-9a6e-6d88359411df" providerId="ADAL" clId="{E368D338-A6C2-4F90-B48D-AE5C37231BF5}" dt="2025-04-14T02:58:00.477" v="435" actId="2696"/>
        <pc:sldMkLst>
          <pc:docMk/>
          <pc:sldMk cId="1083988255" sldId="609"/>
        </pc:sldMkLst>
      </pc:sldChg>
      <pc:sldChg chg="modSp add del mod ord modTransition">
        <pc:chgData name="Chris CHUA (TP)" userId="abfb61ba-acb2-4558-9a6e-6d88359411df" providerId="ADAL" clId="{E368D338-A6C2-4F90-B48D-AE5C37231BF5}" dt="2025-04-24T06:23:20.517" v="1351" actId="2696"/>
        <pc:sldMkLst>
          <pc:docMk/>
          <pc:sldMk cId="1323258399" sldId="609"/>
        </pc:sldMkLst>
        <pc:spChg chg="mod">
          <ac:chgData name="Chris CHUA (TP)" userId="abfb61ba-acb2-4558-9a6e-6d88359411df" providerId="ADAL" clId="{E368D338-A6C2-4F90-B48D-AE5C37231BF5}" dt="2025-04-24T06:22:14.028" v="1334"/>
          <ac:spMkLst>
            <pc:docMk/>
            <pc:sldMk cId="1323258399" sldId="609"/>
            <ac:spMk id="4" creationId="{4910F751-BBC8-46D9-98AF-9B77636FD8B7}"/>
          </ac:spMkLst>
        </pc:spChg>
        <pc:spChg chg="mod">
          <ac:chgData name="Chris CHUA (TP)" userId="abfb61ba-acb2-4558-9a6e-6d88359411df" providerId="ADAL" clId="{E368D338-A6C2-4F90-B48D-AE5C37231BF5}" dt="2025-04-24T06:22:17.330" v="1336"/>
          <ac:spMkLst>
            <pc:docMk/>
            <pc:sldMk cId="1323258399" sldId="609"/>
            <ac:spMk id="5" creationId="{562C01D4-2A27-4FEA-B546-B76ECCAA07E9}"/>
          </ac:spMkLst>
        </pc:spChg>
        <pc:spChg chg="mod">
          <ac:chgData name="Chris CHUA (TP)" userId="abfb61ba-acb2-4558-9a6e-6d88359411df" providerId="ADAL" clId="{E368D338-A6C2-4F90-B48D-AE5C37231BF5}" dt="2025-04-24T06:22:28.877" v="1338"/>
          <ac:spMkLst>
            <pc:docMk/>
            <pc:sldMk cId="1323258399" sldId="609"/>
            <ac:spMk id="6" creationId="{AF3358B5-D5C8-4470-AA2A-2AC72160801D}"/>
          </ac:spMkLst>
        </pc:spChg>
        <pc:spChg chg="mod">
          <ac:chgData name="Chris CHUA (TP)" userId="abfb61ba-acb2-4558-9a6e-6d88359411df" providerId="ADAL" clId="{E368D338-A6C2-4F90-B48D-AE5C37231BF5}" dt="2025-04-24T06:22:31.113" v="1340"/>
          <ac:spMkLst>
            <pc:docMk/>
            <pc:sldMk cId="1323258399" sldId="609"/>
            <ac:spMk id="7" creationId="{68193212-E5C7-4E45-8E2C-582A35B67A3A}"/>
          </ac:spMkLst>
        </pc:spChg>
        <pc:spChg chg="mod">
          <ac:chgData name="Chris CHUA (TP)" userId="abfb61ba-acb2-4558-9a6e-6d88359411df" providerId="ADAL" clId="{E368D338-A6C2-4F90-B48D-AE5C37231BF5}" dt="2025-04-24T06:22:32.027" v="1342"/>
          <ac:spMkLst>
            <pc:docMk/>
            <pc:sldMk cId="1323258399" sldId="609"/>
            <ac:spMk id="8" creationId="{F8987399-D565-4C6F-A102-324DA179BB39}"/>
          </ac:spMkLst>
        </pc:spChg>
        <pc:spChg chg="mod">
          <ac:chgData name="Chris CHUA (TP)" userId="abfb61ba-acb2-4558-9a6e-6d88359411df" providerId="ADAL" clId="{E368D338-A6C2-4F90-B48D-AE5C37231BF5}" dt="2025-04-24T06:22:44.543" v="1344"/>
          <ac:spMkLst>
            <pc:docMk/>
            <pc:sldMk cId="1323258399" sldId="609"/>
            <ac:spMk id="9" creationId="{91A05A05-0122-476D-9143-6E75B040D1A3}"/>
          </ac:spMkLst>
        </pc:spChg>
        <pc:spChg chg="mod">
          <ac:chgData name="Chris CHUA (TP)" userId="abfb61ba-acb2-4558-9a6e-6d88359411df" providerId="ADAL" clId="{E368D338-A6C2-4F90-B48D-AE5C37231BF5}" dt="2025-04-24T06:23:03.708" v="1346"/>
          <ac:spMkLst>
            <pc:docMk/>
            <pc:sldMk cId="1323258399" sldId="609"/>
            <ac:spMk id="10" creationId="{EAA1DAEA-4C05-489B-B2DC-12D759DFD08A}"/>
          </ac:spMkLst>
        </pc:spChg>
        <pc:spChg chg="mod">
          <ac:chgData name="Chris CHUA (TP)" userId="abfb61ba-acb2-4558-9a6e-6d88359411df" providerId="ADAL" clId="{E368D338-A6C2-4F90-B48D-AE5C37231BF5}" dt="2025-04-24T06:23:11.658" v="1348"/>
          <ac:spMkLst>
            <pc:docMk/>
            <pc:sldMk cId="1323258399" sldId="609"/>
            <ac:spMk id="11" creationId="{25B5F233-4F25-4AA8-9375-1E9BC345F13B}"/>
          </ac:spMkLst>
        </pc:spChg>
        <pc:spChg chg="mod">
          <ac:chgData name="Chris CHUA (TP)" userId="abfb61ba-acb2-4558-9a6e-6d88359411df" providerId="ADAL" clId="{E368D338-A6C2-4F90-B48D-AE5C37231BF5}" dt="2025-04-24T06:23:19.991" v="1350"/>
          <ac:spMkLst>
            <pc:docMk/>
            <pc:sldMk cId="1323258399" sldId="609"/>
            <ac:spMk id="12" creationId="{269B710F-3580-4646-BAB1-9305E5DE0A90}"/>
          </ac:spMkLst>
        </pc:spChg>
      </pc:sldChg>
      <pc:sldChg chg="modSp add del mod ord modTransition">
        <pc:chgData name="Chris CHUA (TP)" userId="abfb61ba-acb2-4558-9a6e-6d88359411df" providerId="ADAL" clId="{E368D338-A6C2-4F90-B48D-AE5C37231BF5}" dt="2025-04-21T05:23:05.589" v="961" actId="2696"/>
        <pc:sldMkLst>
          <pc:docMk/>
          <pc:sldMk cId="1329477976" sldId="609"/>
        </pc:sldMkLst>
      </pc:sldChg>
      <pc:sldChg chg="modSp add del mod ord modTransition">
        <pc:chgData name="Chris CHUA (TP)" userId="abfb61ba-acb2-4558-9a6e-6d88359411df" providerId="ADAL" clId="{E368D338-A6C2-4F90-B48D-AE5C37231BF5}" dt="2025-04-24T06:28:51.509" v="1553" actId="2696"/>
        <pc:sldMkLst>
          <pc:docMk/>
          <pc:sldMk cId="1496149236" sldId="609"/>
        </pc:sldMkLst>
        <pc:spChg chg="mod">
          <ac:chgData name="Chris CHUA (TP)" userId="abfb61ba-acb2-4558-9a6e-6d88359411df" providerId="ADAL" clId="{E368D338-A6C2-4F90-B48D-AE5C37231BF5}" dt="2025-04-24T06:28:51.013" v="1552"/>
          <ac:spMkLst>
            <pc:docMk/>
            <pc:sldMk cId="1496149236" sldId="609"/>
            <ac:spMk id="6" creationId="{2C4B5234-BADA-6358-E15B-6257D3ACA3AF}"/>
          </ac:spMkLst>
        </pc:spChg>
      </pc:sldChg>
      <pc:sldChg chg="modSp add del mod ord modTransition modAnim">
        <pc:chgData name="Chris CHUA (TP)" userId="abfb61ba-acb2-4558-9a6e-6d88359411df" providerId="ADAL" clId="{E368D338-A6C2-4F90-B48D-AE5C37231BF5}" dt="2025-04-21T05:24:04.665" v="1049" actId="2696"/>
        <pc:sldMkLst>
          <pc:docMk/>
          <pc:sldMk cId="1499643929" sldId="609"/>
        </pc:sldMkLst>
      </pc:sldChg>
      <pc:sldChg chg="modSp add del mod ord modTransition">
        <pc:chgData name="Chris CHUA (TP)" userId="abfb61ba-acb2-4558-9a6e-6d88359411df" providerId="ADAL" clId="{E368D338-A6C2-4F90-B48D-AE5C37231BF5}" dt="2025-04-21T05:24:52.620" v="1149" actId="2696"/>
        <pc:sldMkLst>
          <pc:docMk/>
          <pc:sldMk cId="1542318380" sldId="609"/>
        </pc:sldMkLst>
      </pc:sldChg>
      <pc:sldChg chg="modSp add del mod ord modTransition">
        <pc:chgData name="Chris CHUA (TP)" userId="abfb61ba-acb2-4558-9a6e-6d88359411df" providerId="ADAL" clId="{E368D338-A6C2-4F90-B48D-AE5C37231BF5}" dt="2025-04-24T06:30:54.310" v="1567" actId="2696"/>
        <pc:sldMkLst>
          <pc:docMk/>
          <pc:sldMk cId="1727856528" sldId="609"/>
        </pc:sldMkLst>
        <pc:picChg chg="mod">
          <ac:chgData name="Chris CHUA (TP)" userId="abfb61ba-acb2-4558-9a6e-6d88359411df" providerId="ADAL" clId="{E368D338-A6C2-4F90-B48D-AE5C37231BF5}" dt="2025-04-24T06:30:53.730" v="1566"/>
          <ac:picMkLst>
            <pc:docMk/>
            <pc:sldMk cId="1727856528" sldId="609"/>
            <ac:picMk id="3" creationId="{32942903-9611-469A-816A-556C5B2064AE}"/>
          </ac:picMkLst>
        </pc:picChg>
      </pc:sldChg>
      <pc:sldChg chg="modSp add del mod ord modTransition">
        <pc:chgData name="Chris CHUA (TP)" userId="abfb61ba-acb2-4558-9a6e-6d88359411df" providerId="ADAL" clId="{E368D338-A6C2-4F90-B48D-AE5C37231BF5}" dt="2025-04-24T06:33:14.272" v="1621" actId="2696"/>
        <pc:sldMkLst>
          <pc:docMk/>
          <pc:sldMk cId="1768763674" sldId="609"/>
        </pc:sldMkLst>
        <pc:spChg chg="mod">
          <ac:chgData name="Chris CHUA (TP)" userId="abfb61ba-acb2-4558-9a6e-6d88359411df" providerId="ADAL" clId="{E368D338-A6C2-4F90-B48D-AE5C37231BF5}" dt="2025-04-24T06:33:13.477" v="1620"/>
          <ac:spMkLst>
            <pc:docMk/>
            <pc:sldMk cId="1768763674" sldId="609"/>
            <ac:spMk id="2" creationId="{160245B0-C587-490C-BB94-0653A6FACDB0}"/>
          </ac:spMkLst>
        </pc:spChg>
      </pc:sldChg>
      <pc:sldChg chg="modSp add del mod ord modTransition">
        <pc:chgData name="Chris CHUA (TP)" userId="abfb61ba-acb2-4558-9a6e-6d88359411df" providerId="ADAL" clId="{E368D338-A6C2-4F90-B48D-AE5C37231BF5}" dt="2025-04-21T01:42:24.161" v="831" actId="2696"/>
        <pc:sldMkLst>
          <pc:docMk/>
          <pc:sldMk cId="1794620190" sldId="609"/>
        </pc:sldMkLst>
      </pc:sldChg>
      <pc:sldChg chg="modSp add del mod ord modTransition">
        <pc:chgData name="Chris CHUA (TP)" userId="abfb61ba-acb2-4558-9a6e-6d88359411df" providerId="ADAL" clId="{E368D338-A6C2-4F90-B48D-AE5C37231BF5}" dt="2025-04-24T06:31:38.517" v="1593" actId="2696"/>
        <pc:sldMkLst>
          <pc:docMk/>
          <pc:sldMk cId="1846912698" sldId="609"/>
        </pc:sldMkLst>
        <pc:spChg chg="mod">
          <ac:chgData name="Chris CHUA (TP)" userId="abfb61ba-acb2-4558-9a6e-6d88359411df" providerId="ADAL" clId="{E368D338-A6C2-4F90-B48D-AE5C37231BF5}" dt="2025-04-24T06:31:15.628" v="1586"/>
          <ac:spMkLst>
            <pc:docMk/>
            <pc:sldMk cId="1846912698" sldId="609"/>
            <ac:spMk id="4" creationId="{00000000-0000-0000-0000-000000000000}"/>
          </ac:spMkLst>
        </pc:spChg>
        <pc:spChg chg="mod">
          <ac:chgData name="Chris CHUA (TP)" userId="abfb61ba-acb2-4558-9a6e-6d88359411df" providerId="ADAL" clId="{E368D338-A6C2-4F90-B48D-AE5C37231BF5}" dt="2025-04-24T06:31:22.063" v="1588"/>
          <ac:spMkLst>
            <pc:docMk/>
            <pc:sldMk cId="1846912698" sldId="609"/>
            <ac:spMk id="6" creationId="{00000000-0000-0000-0000-000000000000}"/>
          </ac:spMkLst>
        </pc:spChg>
        <pc:spChg chg="mod">
          <ac:chgData name="Chris CHUA (TP)" userId="abfb61ba-acb2-4558-9a6e-6d88359411df" providerId="ADAL" clId="{E368D338-A6C2-4F90-B48D-AE5C37231BF5}" dt="2025-04-24T06:31:29.357" v="1590"/>
          <ac:spMkLst>
            <pc:docMk/>
            <pc:sldMk cId="1846912698" sldId="609"/>
            <ac:spMk id="9" creationId="{00000000-0000-0000-0000-000000000000}"/>
          </ac:spMkLst>
        </pc:spChg>
        <pc:spChg chg="mod">
          <ac:chgData name="Chris CHUA (TP)" userId="abfb61ba-acb2-4558-9a6e-6d88359411df" providerId="ADAL" clId="{E368D338-A6C2-4F90-B48D-AE5C37231BF5}" dt="2025-04-24T06:31:38.234" v="1592"/>
          <ac:spMkLst>
            <pc:docMk/>
            <pc:sldMk cId="1846912698" sldId="609"/>
            <ac:spMk id="11" creationId="{00000000-0000-0000-0000-000000000000}"/>
          </ac:spMkLst>
        </pc:spChg>
      </pc:sldChg>
      <pc:sldChg chg="modSp add del mod ord modTransition">
        <pc:chgData name="Chris CHUA (TP)" userId="abfb61ba-acb2-4558-9a6e-6d88359411df" providerId="ADAL" clId="{E368D338-A6C2-4F90-B48D-AE5C37231BF5}" dt="2025-04-21T01:38:29.794" v="791" actId="2696"/>
        <pc:sldMkLst>
          <pc:docMk/>
          <pc:sldMk cId="1934959611" sldId="609"/>
        </pc:sldMkLst>
      </pc:sldChg>
      <pc:sldChg chg="modSp add del mod ord modTransition modAnim">
        <pc:chgData name="Chris CHUA (TP)" userId="abfb61ba-acb2-4558-9a6e-6d88359411df" providerId="ADAL" clId="{E368D338-A6C2-4F90-B48D-AE5C37231BF5}" dt="2025-04-14T02:49:02.078" v="167" actId="2696"/>
        <pc:sldMkLst>
          <pc:docMk/>
          <pc:sldMk cId="2001839873" sldId="609"/>
        </pc:sldMkLst>
      </pc:sldChg>
      <pc:sldChg chg="modSp add del mod ord modTransition">
        <pc:chgData name="Chris CHUA (TP)" userId="abfb61ba-acb2-4558-9a6e-6d88359411df" providerId="ADAL" clId="{E368D338-A6C2-4F90-B48D-AE5C37231BF5}" dt="2025-04-16T21:52:00.618" v="459" actId="2696"/>
        <pc:sldMkLst>
          <pc:docMk/>
          <pc:sldMk cId="2004109408" sldId="609"/>
        </pc:sldMkLst>
      </pc:sldChg>
      <pc:sldChg chg="modSp add del mod ord modTransition">
        <pc:chgData name="Chris CHUA (TP)" userId="abfb61ba-acb2-4558-9a6e-6d88359411df" providerId="ADAL" clId="{E368D338-A6C2-4F90-B48D-AE5C37231BF5}" dt="2025-04-24T06:34:45.978" v="1655" actId="2696"/>
        <pc:sldMkLst>
          <pc:docMk/>
          <pc:sldMk cId="2432998555" sldId="609"/>
        </pc:sldMkLst>
        <pc:spChg chg="mod">
          <ac:chgData name="Chris CHUA (TP)" userId="abfb61ba-acb2-4558-9a6e-6d88359411df" providerId="ADAL" clId="{E368D338-A6C2-4F90-B48D-AE5C37231BF5}" dt="2025-04-24T06:34:41.976" v="1652"/>
          <ac:spMkLst>
            <pc:docMk/>
            <pc:sldMk cId="2432998555" sldId="609"/>
            <ac:spMk id="2" creationId="{E0561D17-C099-4BDA-B6F4-F872FD48A270}"/>
          </ac:spMkLst>
        </pc:spChg>
        <pc:spChg chg="mod">
          <ac:chgData name="Chris CHUA (TP)" userId="abfb61ba-acb2-4558-9a6e-6d88359411df" providerId="ADAL" clId="{E368D338-A6C2-4F90-B48D-AE5C37231BF5}" dt="2025-04-24T06:34:41.810" v="1644"/>
          <ac:spMkLst>
            <pc:docMk/>
            <pc:sldMk cId="2432998555" sldId="609"/>
            <ac:spMk id="4" creationId="{942C1D08-0BE7-4A8F-ABEA-26481C627504}"/>
          </ac:spMkLst>
        </pc:spChg>
        <pc:spChg chg="mod">
          <ac:chgData name="Chris CHUA (TP)" userId="abfb61ba-acb2-4558-9a6e-6d88359411df" providerId="ADAL" clId="{E368D338-A6C2-4F90-B48D-AE5C37231BF5}" dt="2025-04-24T06:34:41.846" v="1646"/>
          <ac:spMkLst>
            <pc:docMk/>
            <pc:sldMk cId="2432998555" sldId="609"/>
            <ac:spMk id="15" creationId="{0E0711F2-5FAE-4F27-9B3B-6860F69A37AC}"/>
          </ac:spMkLst>
        </pc:spChg>
        <pc:spChg chg="mod">
          <ac:chgData name="Chris CHUA (TP)" userId="abfb61ba-acb2-4558-9a6e-6d88359411df" providerId="ADAL" clId="{E368D338-A6C2-4F90-B48D-AE5C37231BF5}" dt="2025-04-24T06:34:41.879" v="1648"/>
          <ac:spMkLst>
            <pc:docMk/>
            <pc:sldMk cId="2432998555" sldId="609"/>
            <ac:spMk id="16" creationId="{5EFB5755-F5E6-4720-9659-4138511B2689}"/>
          </ac:spMkLst>
        </pc:spChg>
        <pc:spChg chg="mod">
          <ac:chgData name="Chris CHUA (TP)" userId="abfb61ba-acb2-4558-9a6e-6d88359411df" providerId="ADAL" clId="{E368D338-A6C2-4F90-B48D-AE5C37231BF5}" dt="2025-04-24T06:34:41.928" v="1650"/>
          <ac:spMkLst>
            <pc:docMk/>
            <pc:sldMk cId="2432998555" sldId="609"/>
            <ac:spMk id="17" creationId="{6C8A5140-11C1-4F59-A789-2C7B28D17BB7}"/>
          </ac:spMkLst>
        </pc:spChg>
        <pc:spChg chg="mod">
          <ac:chgData name="Chris CHUA (TP)" userId="abfb61ba-acb2-4558-9a6e-6d88359411df" providerId="ADAL" clId="{E368D338-A6C2-4F90-B48D-AE5C37231BF5}" dt="2025-04-24T06:34:45.363" v="1654"/>
          <ac:spMkLst>
            <pc:docMk/>
            <pc:sldMk cId="2432998555" sldId="609"/>
            <ac:spMk id="18" creationId="{E5762394-2295-4260-8EDF-C13B2D6977FF}"/>
          </ac:spMkLst>
        </pc:spChg>
      </pc:sldChg>
      <pc:sldChg chg="modSp add del mod ord modTransition">
        <pc:chgData name="Chris CHUA (TP)" userId="abfb61ba-acb2-4558-9a6e-6d88359411df" providerId="ADAL" clId="{E368D338-A6C2-4F90-B48D-AE5C37231BF5}" dt="2025-04-21T05:30:21.209" v="1203" actId="2696"/>
        <pc:sldMkLst>
          <pc:docMk/>
          <pc:sldMk cId="2473567272" sldId="609"/>
        </pc:sldMkLst>
      </pc:sldChg>
      <pc:sldChg chg="modSp add del mod ord modTransition">
        <pc:chgData name="Chris CHUA (TP)" userId="abfb61ba-acb2-4558-9a6e-6d88359411df" providerId="ADAL" clId="{E368D338-A6C2-4F90-B48D-AE5C37231BF5}" dt="2025-04-21T01:48:14.001" v="915" actId="2696"/>
        <pc:sldMkLst>
          <pc:docMk/>
          <pc:sldMk cId="2572441981" sldId="609"/>
        </pc:sldMkLst>
      </pc:sldChg>
      <pc:sldChg chg="modSp add del mod ord modTransition">
        <pc:chgData name="Chris CHUA (TP)" userId="abfb61ba-acb2-4558-9a6e-6d88359411df" providerId="ADAL" clId="{E368D338-A6C2-4F90-B48D-AE5C37231BF5}" dt="2025-04-24T06:37:10.249" v="1677" actId="2696"/>
        <pc:sldMkLst>
          <pc:docMk/>
          <pc:sldMk cId="2592286411" sldId="609"/>
        </pc:sldMkLst>
        <pc:spChg chg="mod">
          <ac:chgData name="Chris CHUA (TP)" userId="abfb61ba-acb2-4558-9a6e-6d88359411df" providerId="ADAL" clId="{E368D338-A6C2-4F90-B48D-AE5C37231BF5}" dt="2025-04-24T06:36:54.895" v="1672"/>
          <ac:spMkLst>
            <pc:docMk/>
            <pc:sldMk cId="2592286411" sldId="609"/>
            <ac:spMk id="2" creationId="{6C6016F8-1599-43D3-838E-EFB6EA9DABE0}"/>
          </ac:spMkLst>
        </pc:spChg>
        <pc:spChg chg="mod">
          <ac:chgData name="Chris CHUA (TP)" userId="abfb61ba-acb2-4558-9a6e-6d88359411df" providerId="ADAL" clId="{E368D338-A6C2-4F90-B48D-AE5C37231BF5}" dt="2025-04-24T06:37:02.462" v="1674"/>
          <ac:spMkLst>
            <pc:docMk/>
            <pc:sldMk cId="2592286411" sldId="609"/>
            <ac:spMk id="13" creationId="{84FFB252-4A9F-4459-8BEE-C179399E1D55}"/>
          </ac:spMkLst>
        </pc:spChg>
        <pc:spChg chg="mod">
          <ac:chgData name="Chris CHUA (TP)" userId="abfb61ba-acb2-4558-9a6e-6d88359411df" providerId="ADAL" clId="{E368D338-A6C2-4F90-B48D-AE5C37231BF5}" dt="2025-04-24T06:37:09.844" v="1676"/>
          <ac:spMkLst>
            <pc:docMk/>
            <pc:sldMk cId="2592286411" sldId="609"/>
            <ac:spMk id="15" creationId="{3D050999-2F4C-4B79-9AAD-B1A47AA1206E}"/>
          </ac:spMkLst>
        </pc:spChg>
      </pc:sldChg>
      <pc:sldChg chg="modSp add del mod ord modTransition">
        <pc:chgData name="Chris CHUA (TP)" userId="abfb61ba-acb2-4558-9a6e-6d88359411df" providerId="ADAL" clId="{E368D338-A6C2-4F90-B48D-AE5C37231BF5}" dt="2025-04-14T02:52:57.587" v="335" actId="2696"/>
        <pc:sldMkLst>
          <pc:docMk/>
          <pc:sldMk cId="2733299528" sldId="609"/>
        </pc:sldMkLst>
      </pc:sldChg>
      <pc:sldChg chg="modSp add del mod ord modTransition">
        <pc:chgData name="Chris CHUA (TP)" userId="abfb61ba-acb2-4558-9a6e-6d88359411df" providerId="ADAL" clId="{E368D338-A6C2-4F90-B48D-AE5C37231BF5}" dt="2025-04-21T05:34:44.395" v="1305" actId="2696"/>
        <pc:sldMkLst>
          <pc:docMk/>
          <pc:sldMk cId="2749364642" sldId="609"/>
        </pc:sldMkLst>
      </pc:sldChg>
      <pc:sldChg chg="modSp add del mod ord modTransition">
        <pc:chgData name="Chris CHUA (TP)" userId="abfb61ba-acb2-4558-9a6e-6d88359411df" providerId="ADAL" clId="{E368D338-A6C2-4F90-B48D-AE5C37231BF5}" dt="2025-04-14T02:49:19.194" v="267" actId="2696"/>
        <pc:sldMkLst>
          <pc:docMk/>
          <pc:sldMk cId="2778505753" sldId="609"/>
        </pc:sldMkLst>
      </pc:sldChg>
      <pc:sldChg chg="modSp add del mod ord modTransition">
        <pc:chgData name="Chris CHUA (TP)" userId="abfb61ba-acb2-4558-9a6e-6d88359411df" providerId="ADAL" clId="{E368D338-A6C2-4F90-B48D-AE5C37231BF5}" dt="2025-04-14T02:52:37.737" v="321" actId="2696"/>
        <pc:sldMkLst>
          <pc:docMk/>
          <pc:sldMk cId="2820560963" sldId="609"/>
        </pc:sldMkLst>
      </pc:sldChg>
      <pc:sldChg chg="modSp add del mod ord modTransition modAnim">
        <pc:chgData name="Chris CHUA (TP)" userId="abfb61ba-acb2-4558-9a6e-6d88359411df" providerId="ADAL" clId="{E368D338-A6C2-4F90-B48D-AE5C37231BF5}" dt="2025-04-21T01:35:52.760" v="763" actId="2696"/>
        <pc:sldMkLst>
          <pc:docMk/>
          <pc:sldMk cId="2922702399" sldId="609"/>
        </pc:sldMkLst>
      </pc:sldChg>
      <pc:sldChg chg="modSp add del mod ord modTransition">
        <pc:chgData name="Chris CHUA (TP)" userId="abfb61ba-acb2-4558-9a6e-6d88359411df" providerId="ADAL" clId="{E368D338-A6C2-4F90-B48D-AE5C37231BF5}" dt="2025-04-21T05:33:46.466" v="1287" actId="2696"/>
        <pc:sldMkLst>
          <pc:docMk/>
          <pc:sldMk cId="2931145975" sldId="609"/>
        </pc:sldMkLst>
      </pc:sldChg>
      <pc:sldChg chg="modSp add del mod ord modTransition modAnim">
        <pc:chgData name="Chris CHUA (TP)" userId="abfb61ba-acb2-4558-9a6e-6d88359411df" providerId="ADAL" clId="{E368D338-A6C2-4F90-B48D-AE5C37231BF5}" dt="2025-04-24T06:25:20.530" v="1439" actId="2696"/>
        <pc:sldMkLst>
          <pc:docMk/>
          <pc:sldMk cId="2941555718" sldId="609"/>
        </pc:sldMkLst>
        <pc:spChg chg="mod">
          <ac:chgData name="Chris CHUA (TP)" userId="abfb61ba-acb2-4558-9a6e-6d88359411df" providerId="ADAL" clId="{E368D338-A6C2-4F90-B48D-AE5C37231BF5}" dt="2025-04-24T06:25:20.127" v="1436"/>
          <ac:spMkLst>
            <pc:docMk/>
            <pc:sldMk cId="2941555718" sldId="609"/>
            <ac:spMk id="3" creationId="{B475BBF0-6F40-4F33-802E-98AE180827D6}"/>
          </ac:spMkLst>
        </pc:spChg>
        <pc:spChg chg="mod">
          <ac:chgData name="Chris CHUA (TP)" userId="abfb61ba-acb2-4558-9a6e-6d88359411df" providerId="ADAL" clId="{E368D338-A6C2-4F90-B48D-AE5C37231BF5}" dt="2025-04-24T06:25:16.173" v="1414"/>
          <ac:spMkLst>
            <pc:docMk/>
            <pc:sldMk cId="2941555718" sldId="609"/>
            <ac:spMk id="6" creationId="{80388505-EB07-4137-93FF-5317FFCA7466}"/>
          </ac:spMkLst>
        </pc:spChg>
        <pc:grpChg chg="mod">
          <ac:chgData name="Chris CHUA (TP)" userId="abfb61ba-acb2-4558-9a6e-6d88359411df" providerId="ADAL" clId="{E368D338-A6C2-4F90-B48D-AE5C37231BF5}" dt="2025-04-24T06:25:16.173" v="1414"/>
          <ac:grpSpMkLst>
            <pc:docMk/>
            <pc:sldMk cId="2941555718" sldId="609"/>
            <ac:grpSpMk id="7" creationId="{595DF12B-75B2-42D2-8281-0FF9931E516A}"/>
          </ac:grpSpMkLst>
        </pc:grpChg>
        <pc:picChg chg="mod">
          <ac:chgData name="Chris CHUA (TP)" userId="abfb61ba-acb2-4558-9a6e-6d88359411df" providerId="ADAL" clId="{E368D338-A6C2-4F90-B48D-AE5C37231BF5}" dt="2025-04-24T06:24:59.233" v="1391"/>
          <ac:picMkLst>
            <pc:docMk/>
            <pc:sldMk cId="2941555718" sldId="609"/>
            <ac:picMk id="4" creationId="{6BB9DE94-ABC0-4BB8-B459-184632E68814}"/>
          </ac:picMkLst>
        </pc:picChg>
        <pc:picChg chg="mod">
          <ac:chgData name="Chris CHUA (TP)" userId="abfb61ba-acb2-4558-9a6e-6d88359411df" providerId="ADAL" clId="{E368D338-A6C2-4F90-B48D-AE5C37231BF5}" dt="2025-04-24T06:25:16.173" v="1414"/>
          <ac:picMkLst>
            <pc:docMk/>
            <pc:sldMk cId="2941555718" sldId="609"/>
            <ac:picMk id="5" creationId="{C505E570-761B-4FBD-A247-CBE69BAD76EA}"/>
          </ac:picMkLst>
        </pc:picChg>
        <pc:picChg chg="mod">
          <ac:chgData name="Chris CHUA (TP)" userId="abfb61ba-acb2-4558-9a6e-6d88359411df" providerId="ADAL" clId="{E368D338-A6C2-4F90-B48D-AE5C37231BF5}" dt="2025-04-24T06:25:20.142" v="1438"/>
          <ac:picMkLst>
            <pc:docMk/>
            <pc:sldMk cId="2941555718" sldId="609"/>
            <ac:picMk id="8" creationId="{47B58C40-33E8-400E-80EA-2D3825CDBE2B}"/>
          </ac:picMkLst>
        </pc:picChg>
        <pc:picChg chg="mod">
          <ac:chgData name="Chris CHUA (TP)" userId="abfb61ba-acb2-4558-9a6e-6d88359411df" providerId="ADAL" clId="{E368D338-A6C2-4F90-B48D-AE5C37231BF5}" dt="2025-04-24T06:25:00.958" v="1402"/>
          <ac:picMkLst>
            <pc:docMk/>
            <pc:sldMk cId="2941555718" sldId="609"/>
            <ac:picMk id="1026" creationId="{1C1D184C-204C-4E10-8413-4755428A4BFE}"/>
          </ac:picMkLst>
        </pc:picChg>
      </pc:sldChg>
      <pc:sldChg chg="modSp add del mod ord modTransition">
        <pc:chgData name="Chris CHUA (TP)" userId="abfb61ba-acb2-4558-9a6e-6d88359411df" providerId="ADAL" clId="{E368D338-A6C2-4F90-B48D-AE5C37231BF5}" dt="2025-04-16T21:54:18.294" v="535" actId="2696"/>
        <pc:sldMkLst>
          <pc:docMk/>
          <pc:sldMk cId="3229841690" sldId="609"/>
        </pc:sldMkLst>
      </pc:sldChg>
      <pc:sldChg chg="modSp add del mod ord modTransition">
        <pc:chgData name="Chris CHUA (TP)" userId="abfb61ba-acb2-4558-9a6e-6d88359411df" providerId="ADAL" clId="{E368D338-A6C2-4F90-B48D-AE5C37231BF5}" dt="2025-04-21T05:29:43.337" v="1177" actId="2696"/>
        <pc:sldMkLst>
          <pc:docMk/>
          <pc:sldMk cId="3320726409" sldId="609"/>
        </pc:sldMkLst>
      </pc:sldChg>
      <pc:sldChg chg="modSp add del mod ord modTransition">
        <pc:chgData name="Chris CHUA (TP)" userId="abfb61ba-acb2-4558-9a6e-6d88359411df" providerId="ADAL" clId="{E368D338-A6C2-4F90-B48D-AE5C37231BF5}" dt="2025-04-21T05:26:41.262" v="1163" actId="2696"/>
        <pc:sldMkLst>
          <pc:docMk/>
          <pc:sldMk cId="3637270606" sldId="609"/>
        </pc:sldMkLst>
      </pc:sldChg>
      <pc:sldChg chg="modSp add del mod ord modTransition">
        <pc:chgData name="Chris CHUA (TP)" userId="abfb61ba-acb2-4558-9a6e-6d88359411df" providerId="ADAL" clId="{E368D338-A6C2-4F90-B48D-AE5C37231BF5}" dt="2025-04-14T02:50:08.226" v="281" actId="2696"/>
        <pc:sldMkLst>
          <pc:docMk/>
          <pc:sldMk cId="3670573952" sldId="609"/>
        </pc:sldMkLst>
      </pc:sldChg>
      <pc:sldChg chg="modSp add del mod ord modTransition modAnim">
        <pc:chgData name="Chris CHUA (TP)" userId="abfb61ba-acb2-4558-9a6e-6d88359411df" providerId="ADAL" clId="{E368D338-A6C2-4F90-B48D-AE5C37231BF5}" dt="2025-04-24T06:27:22.788" v="1525" actId="2696"/>
        <pc:sldMkLst>
          <pc:docMk/>
          <pc:sldMk cId="3753572682" sldId="609"/>
        </pc:sldMkLst>
        <pc:spChg chg="mod">
          <ac:chgData name="Chris CHUA (TP)" userId="abfb61ba-acb2-4558-9a6e-6d88359411df" providerId="ADAL" clId="{E368D338-A6C2-4F90-B48D-AE5C37231BF5}" dt="2025-04-24T06:27:22.435" v="1522"/>
          <ac:spMkLst>
            <pc:docMk/>
            <pc:sldMk cId="3753572682" sldId="609"/>
            <ac:spMk id="3" creationId="{B475BBF0-6F40-4F33-802E-98AE180827D6}"/>
          </ac:spMkLst>
        </pc:spChg>
        <pc:picChg chg="mod">
          <ac:chgData name="Chris CHUA (TP)" userId="abfb61ba-acb2-4558-9a6e-6d88359411df" providerId="ADAL" clId="{E368D338-A6C2-4F90-B48D-AE5C37231BF5}" dt="2025-04-24T06:25:38.906" v="1478"/>
          <ac:picMkLst>
            <pc:docMk/>
            <pc:sldMk cId="3753572682" sldId="609"/>
            <ac:picMk id="4" creationId="{DD490762-503C-4263-9ED7-06F0B9818A54}"/>
          </ac:picMkLst>
        </pc:picChg>
        <pc:picChg chg="mod">
          <ac:chgData name="Chris CHUA (TP)" userId="abfb61ba-acb2-4558-9a6e-6d88359411df" providerId="ADAL" clId="{E368D338-A6C2-4F90-B48D-AE5C37231BF5}" dt="2025-04-24T06:27:22.458" v="1524"/>
          <ac:picMkLst>
            <pc:docMk/>
            <pc:sldMk cId="3753572682" sldId="609"/>
            <ac:picMk id="6" creationId="{5D610F5E-EC24-43BC-A7A8-377CA8C40B13}"/>
          </ac:picMkLst>
        </pc:picChg>
        <pc:picChg chg="mod">
          <ac:chgData name="Chris CHUA (TP)" userId="abfb61ba-acb2-4558-9a6e-6d88359411df" providerId="ADAL" clId="{E368D338-A6C2-4F90-B48D-AE5C37231BF5}" dt="2025-04-24T06:27:16.127" v="1489"/>
          <ac:picMkLst>
            <pc:docMk/>
            <pc:sldMk cId="3753572682" sldId="609"/>
            <ac:picMk id="2050" creationId="{3D8ED3D6-C98B-487C-979C-D674920B89DC}"/>
          </ac:picMkLst>
        </pc:picChg>
        <pc:picChg chg="mod">
          <ac:chgData name="Chris CHUA (TP)" userId="abfb61ba-acb2-4558-9a6e-6d88359411df" providerId="ADAL" clId="{E368D338-A6C2-4F90-B48D-AE5C37231BF5}" dt="2025-04-24T06:27:20.168" v="1500"/>
          <ac:picMkLst>
            <pc:docMk/>
            <pc:sldMk cId="3753572682" sldId="609"/>
            <ac:picMk id="2052" creationId="{84C9D393-D1BE-4320-8DC7-9DFA9CA5D78E}"/>
          </ac:picMkLst>
        </pc:picChg>
      </pc:sldChg>
      <pc:sldChg chg="modSp add del mod ord modTransition">
        <pc:chgData name="Chris CHUA (TP)" userId="abfb61ba-acb2-4558-9a6e-6d88359411df" providerId="ADAL" clId="{E368D338-A6C2-4F90-B48D-AE5C37231BF5}" dt="2025-04-14T02:51:42.658" v="295" actId="2696"/>
        <pc:sldMkLst>
          <pc:docMk/>
          <pc:sldMk cId="3819372041" sldId="609"/>
        </pc:sldMkLst>
      </pc:sldChg>
      <pc:sldChg chg="modSp add del mod ord modTransition">
        <pc:chgData name="Chris CHUA (TP)" userId="abfb61ba-acb2-4558-9a6e-6d88359411df" providerId="ADAL" clId="{E368D338-A6C2-4F90-B48D-AE5C37231BF5}" dt="2025-04-21T01:43:11.508" v="859" actId="2696"/>
        <pc:sldMkLst>
          <pc:docMk/>
          <pc:sldMk cId="3846288917" sldId="609"/>
        </pc:sldMkLst>
      </pc:sldChg>
      <pc:sldChg chg="modSp add del mod ord modTransition">
        <pc:chgData name="Chris CHUA (TP)" userId="abfb61ba-acb2-4558-9a6e-6d88359411df" providerId="ADAL" clId="{E368D338-A6C2-4F90-B48D-AE5C37231BF5}" dt="2025-04-21T01:44:39.803" v="893" actId="2696"/>
        <pc:sldMkLst>
          <pc:docMk/>
          <pc:sldMk cId="3876220148" sldId="609"/>
        </pc:sldMkLst>
      </pc:sldChg>
      <pc:sldChg chg="modSp add del mod ord modTransition">
        <pc:chgData name="Chris CHUA (TP)" userId="abfb61ba-acb2-4558-9a6e-6d88359411df" providerId="ADAL" clId="{E368D338-A6C2-4F90-B48D-AE5C37231BF5}" dt="2025-04-21T05:32:03.588" v="1265" actId="2696"/>
        <pc:sldMkLst>
          <pc:docMk/>
          <pc:sldMk cId="3888710118" sldId="609"/>
        </pc:sldMkLst>
      </pc:sldChg>
      <pc:sldChg chg="modSp add del mod ord modTransition">
        <pc:chgData name="Chris CHUA (TP)" userId="abfb61ba-acb2-4558-9a6e-6d88359411df" providerId="ADAL" clId="{E368D338-A6C2-4F90-B48D-AE5C37231BF5}" dt="2025-04-14T02:57:52.459" v="405" actId="2696"/>
        <pc:sldMkLst>
          <pc:docMk/>
          <pc:sldMk cId="4070708009" sldId="609"/>
        </pc:sldMkLst>
      </pc:sldChg>
      <pc:sldChg chg="modSp add del mod ord modTransition modAnim">
        <pc:chgData name="Chris CHUA (TP)" userId="abfb61ba-acb2-4558-9a6e-6d88359411df" providerId="ADAL" clId="{E368D338-A6C2-4F90-B48D-AE5C37231BF5}" dt="2025-04-21T01:34:04.312" v="669" actId="2696"/>
        <pc:sldMkLst>
          <pc:docMk/>
          <pc:sldMk cId="4110069421" sldId="609"/>
        </pc:sldMkLst>
      </pc:sldChg>
      <pc:sldChg chg="modSp add del mod ord modTransition">
        <pc:chgData name="Chris CHUA (TP)" userId="abfb61ba-acb2-4558-9a6e-6d88359411df" providerId="ADAL" clId="{E368D338-A6C2-4F90-B48D-AE5C37231BF5}" dt="2025-04-24T06:33:03.415" v="1607" actId="2696"/>
        <pc:sldMkLst>
          <pc:docMk/>
          <pc:sldMk cId="4207703724" sldId="609"/>
        </pc:sldMkLst>
        <pc:spChg chg="mod">
          <ac:chgData name="Chris CHUA (TP)" userId="abfb61ba-acb2-4558-9a6e-6d88359411df" providerId="ADAL" clId="{E368D338-A6C2-4F90-B48D-AE5C37231BF5}" dt="2025-04-24T06:33:02.978" v="1606"/>
          <ac:spMkLst>
            <pc:docMk/>
            <pc:sldMk cId="4207703724" sldId="609"/>
            <ac:spMk id="27" creationId="{C8006563-B683-4C7F-917F-1E1FB4B6B0B8}"/>
          </ac:spMkLst>
        </pc:spChg>
      </pc:sldChg>
      <pc:sldChg chg="modSp add del mod ord modTransition">
        <pc:chgData name="Chris CHUA (TP)" userId="abfb61ba-acb2-4558-9a6e-6d88359411df" providerId="ADAL" clId="{E368D338-A6C2-4F90-B48D-AE5C37231BF5}" dt="2025-04-24T06:28:00.822" v="1539" actId="2696"/>
        <pc:sldMkLst>
          <pc:docMk/>
          <pc:sldMk cId="4264581721" sldId="609"/>
        </pc:sldMkLst>
        <pc:spChg chg="mod">
          <ac:chgData name="Chris CHUA (TP)" userId="abfb61ba-acb2-4558-9a6e-6d88359411df" providerId="ADAL" clId="{E368D338-A6C2-4F90-B48D-AE5C37231BF5}" dt="2025-04-24T06:28:00.299" v="1538"/>
          <ac:spMkLst>
            <pc:docMk/>
            <pc:sldMk cId="4264581721" sldId="609"/>
            <ac:spMk id="6" creationId="{CD000E1A-CF89-4A13-FA6E-9604FDA3AFBF}"/>
          </ac:spMkLst>
        </pc:spChg>
      </pc:sldChg>
      <pc:sldChg chg="modSp add del ord modTransition modAnim">
        <pc:chgData name="Chris CHUA (TP)" userId="abfb61ba-acb2-4558-9a6e-6d88359411df" providerId="ADAL" clId="{E368D338-A6C2-4F90-B48D-AE5C37231BF5}" dt="2025-04-24T06:25:20.539" v="1440" actId="2696"/>
        <pc:sldMkLst>
          <pc:docMk/>
          <pc:sldMk cId="64209777" sldId="610"/>
        </pc:sldMkLst>
        <pc:spChg chg="mod">
          <ac:chgData name="Chris CHUA (TP)" userId="abfb61ba-acb2-4558-9a6e-6d88359411df" providerId="ADAL" clId="{E368D338-A6C2-4F90-B48D-AE5C37231BF5}" dt="2025-04-24T06:25:19.732" v="1417"/>
          <ac:spMkLst>
            <pc:docMk/>
            <pc:sldMk cId="64209777" sldId="610"/>
            <ac:spMk id="3" creationId="{B475BBF0-6F40-4F33-802E-98AE180827D6}"/>
          </ac:spMkLst>
        </pc:spChg>
      </pc:sldChg>
      <pc:sldChg chg="modSp add del ord modTransition modAnim">
        <pc:chgData name="Chris CHUA (TP)" userId="abfb61ba-acb2-4558-9a6e-6d88359411df" providerId="ADAL" clId="{E368D338-A6C2-4F90-B48D-AE5C37231BF5}" dt="2025-04-21T01:34:04.320" v="670" actId="2696"/>
        <pc:sldMkLst>
          <pc:docMk/>
          <pc:sldMk cId="88394490" sldId="610"/>
        </pc:sldMkLst>
      </pc:sldChg>
      <pc:sldChg chg="add del ord modTransition">
        <pc:chgData name="Chris CHUA (TP)" userId="abfb61ba-acb2-4558-9a6e-6d88359411df" providerId="ADAL" clId="{E368D338-A6C2-4F90-B48D-AE5C37231BF5}" dt="2025-04-14T02:49:19.227" v="268" actId="2696"/>
        <pc:sldMkLst>
          <pc:docMk/>
          <pc:sldMk cId="162333474" sldId="610"/>
        </pc:sldMkLst>
      </pc:sldChg>
      <pc:sldChg chg="add del ord modTransition">
        <pc:chgData name="Chris CHUA (TP)" userId="abfb61ba-acb2-4558-9a6e-6d88359411df" providerId="ADAL" clId="{E368D338-A6C2-4F90-B48D-AE5C37231BF5}" dt="2025-04-24T06:33:03.432" v="1608" actId="2696"/>
        <pc:sldMkLst>
          <pc:docMk/>
          <pc:sldMk cId="174474099" sldId="610"/>
        </pc:sldMkLst>
      </pc:sldChg>
      <pc:sldChg chg="modSp add del ord modTransition modAnim">
        <pc:chgData name="Chris CHUA (TP)" userId="abfb61ba-acb2-4558-9a6e-6d88359411df" providerId="ADAL" clId="{E368D338-A6C2-4F90-B48D-AE5C37231BF5}" dt="2025-04-14T02:49:12.928" v="254" actId="2696"/>
        <pc:sldMkLst>
          <pc:docMk/>
          <pc:sldMk cId="203787273" sldId="610"/>
        </pc:sldMkLst>
      </pc:sldChg>
      <pc:sldChg chg="add del ord modTransition">
        <pc:chgData name="Chris CHUA (TP)" userId="abfb61ba-acb2-4558-9a6e-6d88359411df" providerId="ADAL" clId="{E368D338-A6C2-4F90-B48D-AE5C37231BF5}" dt="2025-04-24T06:33:14.283" v="1622" actId="2696"/>
        <pc:sldMkLst>
          <pc:docMk/>
          <pc:sldMk cId="208398173" sldId="610"/>
        </pc:sldMkLst>
      </pc:sldChg>
      <pc:sldChg chg="add del ord modTransition">
        <pc:chgData name="Chris CHUA (TP)" userId="abfb61ba-acb2-4558-9a6e-6d88359411df" providerId="ADAL" clId="{E368D338-A6C2-4F90-B48D-AE5C37231BF5}" dt="2025-04-21T01:36:38.754" v="778" actId="2696"/>
        <pc:sldMkLst>
          <pc:docMk/>
          <pc:sldMk cId="274989963" sldId="610"/>
        </pc:sldMkLst>
      </pc:sldChg>
      <pc:sldChg chg="add del ord modTransition">
        <pc:chgData name="Chris CHUA (TP)" userId="abfb61ba-acb2-4558-9a6e-6d88359411df" providerId="ADAL" clId="{E368D338-A6C2-4F90-B48D-AE5C37231BF5}" dt="2025-04-14T02:52:59.272" v="350" actId="2696"/>
        <pc:sldMkLst>
          <pc:docMk/>
          <pc:sldMk cId="300002779" sldId="610"/>
        </pc:sldMkLst>
      </pc:sldChg>
      <pc:sldChg chg="add del ord modTransition">
        <pc:chgData name="Chris CHUA (TP)" userId="abfb61ba-acb2-4558-9a6e-6d88359411df" providerId="ADAL" clId="{E368D338-A6C2-4F90-B48D-AE5C37231BF5}" dt="2025-04-24T06:31:38.563" v="1594" actId="2696"/>
        <pc:sldMkLst>
          <pc:docMk/>
          <pc:sldMk cId="346937935" sldId="610"/>
        </pc:sldMkLst>
      </pc:sldChg>
      <pc:sldChg chg="add del ord modTransition">
        <pc:chgData name="Chris CHUA (TP)" userId="abfb61ba-acb2-4558-9a6e-6d88359411df" providerId="ADAL" clId="{E368D338-A6C2-4F90-B48D-AE5C37231BF5}" dt="2025-04-21T01:42:24.176" v="832" actId="2696"/>
        <pc:sldMkLst>
          <pc:docMk/>
          <pc:sldMk cId="508440134" sldId="610"/>
        </pc:sldMkLst>
      </pc:sldChg>
      <pc:sldChg chg="add del ord modTransition">
        <pc:chgData name="Chris CHUA (TP)" userId="abfb61ba-acb2-4558-9a6e-6d88359411df" providerId="ADAL" clId="{E368D338-A6C2-4F90-B48D-AE5C37231BF5}" dt="2025-04-21T01:41:34.005" v="806" actId="2696"/>
        <pc:sldMkLst>
          <pc:docMk/>
          <pc:sldMk cId="557600064" sldId="610"/>
        </pc:sldMkLst>
      </pc:sldChg>
      <pc:sldChg chg="modSp add del ord modTransition modAnim">
        <pc:chgData name="Chris CHUA (TP)" userId="abfb61ba-acb2-4558-9a6e-6d88359411df" providerId="ADAL" clId="{E368D338-A6C2-4F90-B48D-AE5C37231BF5}" dt="2025-04-21T05:24:04.767" v="1050" actId="2696"/>
        <pc:sldMkLst>
          <pc:docMk/>
          <pc:sldMk cId="699190741" sldId="610"/>
        </pc:sldMkLst>
      </pc:sldChg>
      <pc:sldChg chg="add del ord modTransition">
        <pc:chgData name="Chris CHUA (TP)" userId="abfb61ba-acb2-4558-9a6e-6d88359411df" providerId="ADAL" clId="{E368D338-A6C2-4F90-B48D-AE5C37231BF5}" dt="2025-04-14T02:53:25.337" v="384" actId="2696"/>
        <pc:sldMkLst>
          <pc:docMk/>
          <pc:sldMk cId="764282901" sldId="610"/>
        </pc:sldMkLst>
      </pc:sldChg>
      <pc:sldChg chg="add del ord modTransition">
        <pc:chgData name="Chris CHUA (TP)" userId="abfb61ba-acb2-4558-9a6e-6d88359411df" providerId="ADAL" clId="{E368D338-A6C2-4F90-B48D-AE5C37231BF5}" dt="2025-04-21T05:26:41.272" v="1164" actId="2696"/>
        <pc:sldMkLst>
          <pc:docMk/>
          <pc:sldMk cId="865167785" sldId="610"/>
        </pc:sldMkLst>
      </pc:sldChg>
      <pc:sldChg chg="add del ord modTransition">
        <pc:chgData name="Chris CHUA (TP)" userId="abfb61ba-acb2-4558-9a6e-6d88359411df" providerId="ADAL" clId="{E368D338-A6C2-4F90-B48D-AE5C37231BF5}" dt="2025-04-21T05:31:01.943" v="1218" actId="2696"/>
        <pc:sldMkLst>
          <pc:docMk/>
          <pc:sldMk cId="1003808989" sldId="610"/>
        </pc:sldMkLst>
      </pc:sldChg>
      <pc:sldChg chg="add del ord modTransition">
        <pc:chgData name="Chris CHUA (TP)" userId="abfb61ba-acb2-4558-9a6e-6d88359411df" providerId="ADAL" clId="{E368D338-A6C2-4F90-B48D-AE5C37231BF5}" dt="2025-04-14T02:50:08.244" v="282" actId="2696"/>
        <pc:sldMkLst>
          <pc:docMk/>
          <pc:sldMk cId="1214213050" sldId="610"/>
        </pc:sldMkLst>
      </pc:sldChg>
      <pc:sldChg chg="add del ord modTransition">
        <pc:chgData name="Chris CHUA (TP)" userId="abfb61ba-acb2-4558-9a6e-6d88359411df" providerId="ADAL" clId="{E368D338-A6C2-4F90-B48D-AE5C37231BF5}" dt="2025-04-24T06:34:46.005" v="1656" actId="2696"/>
        <pc:sldMkLst>
          <pc:docMk/>
          <pc:sldMk cId="1324828747" sldId="610"/>
        </pc:sldMkLst>
      </pc:sldChg>
      <pc:sldChg chg="modSp add del ord modTransition modAnim">
        <pc:chgData name="Chris CHUA (TP)" userId="abfb61ba-acb2-4558-9a6e-6d88359411df" providerId="ADAL" clId="{E368D338-A6C2-4F90-B48D-AE5C37231BF5}" dt="2025-04-21T05:24:49.034" v="1136" actId="2696"/>
        <pc:sldMkLst>
          <pc:docMk/>
          <pc:sldMk cId="1404619503" sldId="610"/>
        </pc:sldMkLst>
      </pc:sldChg>
      <pc:sldChg chg="add del ord modTransition">
        <pc:chgData name="Chris CHUA (TP)" userId="abfb61ba-acb2-4558-9a6e-6d88359411df" providerId="ADAL" clId="{E368D338-A6C2-4F90-B48D-AE5C37231BF5}" dt="2025-04-21T05:29:43.384" v="1178" actId="2696"/>
        <pc:sldMkLst>
          <pc:docMk/>
          <pc:sldMk cId="1495909067" sldId="610"/>
        </pc:sldMkLst>
      </pc:sldChg>
      <pc:sldChg chg="modSp add del ord modTransition modAnim">
        <pc:chgData name="Chris CHUA (TP)" userId="abfb61ba-acb2-4558-9a6e-6d88359411df" providerId="ADAL" clId="{E368D338-A6C2-4F90-B48D-AE5C37231BF5}" dt="2025-04-21T01:35:52.773" v="764" actId="2696"/>
        <pc:sldMkLst>
          <pc:docMk/>
          <pc:sldMk cId="1538534149" sldId="610"/>
        </pc:sldMkLst>
      </pc:sldChg>
      <pc:sldChg chg="add del ord modTransition">
        <pc:chgData name="Chris CHUA (TP)" userId="abfb61ba-acb2-4558-9a6e-6d88359411df" providerId="ADAL" clId="{E368D338-A6C2-4F90-B48D-AE5C37231BF5}" dt="2025-04-21T05:30:21.218" v="1204" actId="2696"/>
        <pc:sldMkLst>
          <pc:docMk/>
          <pc:sldMk cId="1547703639" sldId="610"/>
        </pc:sldMkLst>
      </pc:sldChg>
      <pc:sldChg chg="add del ord modTransition">
        <pc:chgData name="Chris CHUA (TP)" userId="abfb61ba-acb2-4558-9a6e-6d88359411df" providerId="ADAL" clId="{E368D338-A6C2-4F90-B48D-AE5C37231BF5}" dt="2025-04-16T21:52:01.495" v="474" actId="2696"/>
        <pc:sldMkLst>
          <pc:docMk/>
          <pc:sldMk cId="1573316522" sldId="610"/>
        </pc:sldMkLst>
      </pc:sldChg>
      <pc:sldChg chg="add del ord modTransition">
        <pc:chgData name="Chris CHUA (TP)" userId="abfb61ba-acb2-4558-9a6e-6d88359411df" providerId="ADAL" clId="{E368D338-A6C2-4F90-B48D-AE5C37231BF5}" dt="2025-04-16T21:52:00.650" v="460" actId="2696"/>
        <pc:sldMkLst>
          <pc:docMk/>
          <pc:sldMk cId="1650576662" sldId="610"/>
        </pc:sldMkLst>
      </pc:sldChg>
      <pc:sldChg chg="add del ord modTransition">
        <pc:chgData name="Chris CHUA (TP)" userId="abfb61ba-acb2-4558-9a6e-6d88359411df" providerId="ADAL" clId="{E368D338-A6C2-4F90-B48D-AE5C37231BF5}" dt="2025-04-21T05:33:46.511" v="1288" actId="2696"/>
        <pc:sldMkLst>
          <pc:docMk/>
          <pc:sldMk cId="1666809025" sldId="610"/>
        </pc:sldMkLst>
      </pc:sldChg>
      <pc:sldChg chg="add del ord modTransition">
        <pc:chgData name="Chris CHUA (TP)" userId="abfb61ba-acb2-4558-9a6e-6d88359411df" providerId="ADAL" clId="{E368D338-A6C2-4F90-B48D-AE5C37231BF5}" dt="2025-04-21T05:24:52.634" v="1150" actId="2696"/>
        <pc:sldMkLst>
          <pc:docMk/>
          <pc:sldMk cId="1819229685" sldId="610"/>
        </pc:sldMkLst>
      </pc:sldChg>
      <pc:sldChg chg="add del ord modTransition">
        <pc:chgData name="Chris CHUA (TP)" userId="abfb61ba-acb2-4558-9a6e-6d88359411df" providerId="ADAL" clId="{E368D338-A6C2-4F90-B48D-AE5C37231BF5}" dt="2025-04-14T02:51:42.689" v="296" actId="2696"/>
        <pc:sldMkLst>
          <pc:docMk/>
          <pc:sldMk cId="1822431053" sldId="610"/>
        </pc:sldMkLst>
      </pc:sldChg>
      <pc:sldChg chg="add del ord modTransition">
        <pc:chgData name="Chris CHUA (TP)" userId="abfb61ba-acb2-4558-9a6e-6d88359411df" providerId="ADAL" clId="{E368D338-A6C2-4F90-B48D-AE5C37231BF5}" dt="2025-04-21T05:31:04.481" v="1232" actId="2696"/>
        <pc:sldMkLst>
          <pc:docMk/>
          <pc:sldMk cId="1843619146" sldId="610"/>
        </pc:sldMkLst>
      </pc:sldChg>
      <pc:sldChg chg="add del ord modTransition">
        <pc:chgData name="Chris CHUA (TP)" userId="abfb61ba-acb2-4558-9a6e-6d88359411df" providerId="ADAL" clId="{E368D338-A6C2-4F90-B48D-AE5C37231BF5}" dt="2025-04-24T06:28:00.856" v="1540" actId="2696"/>
        <pc:sldMkLst>
          <pc:docMk/>
          <pc:sldMk cId="1851919898" sldId="610"/>
        </pc:sldMkLst>
      </pc:sldChg>
      <pc:sldChg chg="add del ord modTransition">
        <pc:chgData name="Chris CHUA (TP)" userId="abfb61ba-acb2-4558-9a6e-6d88359411df" providerId="ADAL" clId="{E368D338-A6C2-4F90-B48D-AE5C37231BF5}" dt="2025-04-24T06:28:51.518" v="1554" actId="2696"/>
        <pc:sldMkLst>
          <pc:docMk/>
          <pc:sldMk cId="1862223537" sldId="610"/>
        </pc:sldMkLst>
      </pc:sldChg>
      <pc:sldChg chg="add del ord modTransition">
        <pc:chgData name="Chris CHUA (TP)" userId="abfb61ba-acb2-4558-9a6e-6d88359411df" providerId="ADAL" clId="{E368D338-A6C2-4F90-B48D-AE5C37231BF5}" dt="2025-04-24T06:23:20.556" v="1352" actId="2696"/>
        <pc:sldMkLst>
          <pc:docMk/>
          <pc:sldMk cId="1935451810" sldId="610"/>
        </pc:sldMkLst>
      </pc:sldChg>
      <pc:sldChg chg="add del ord modTransition">
        <pc:chgData name="Chris CHUA (TP)" userId="abfb61ba-acb2-4558-9a6e-6d88359411df" providerId="ADAL" clId="{E368D338-A6C2-4F90-B48D-AE5C37231BF5}" dt="2025-04-21T01:32:13.297" v="582" actId="2696"/>
        <pc:sldMkLst>
          <pc:docMk/>
          <pc:sldMk cId="1942456154" sldId="610"/>
        </pc:sldMkLst>
      </pc:sldChg>
      <pc:sldChg chg="add del ord modTransition">
        <pc:chgData name="Chris CHUA (TP)" userId="abfb61ba-acb2-4558-9a6e-6d88359411df" providerId="ADAL" clId="{E368D338-A6C2-4F90-B48D-AE5C37231BF5}" dt="2025-04-21T05:34:44.415" v="1306" actId="2696"/>
        <pc:sldMkLst>
          <pc:docMk/>
          <pc:sldMk cId="2003977813" sldId="610"/>
        </pc:sldMkLst>
      </pc:sldChg>
      <pc:sldChg chg="add del ord modTransition">
        <pc:chgData name="Chris CHUA (TP)" userId="abfb61ba-acb2-4558-9a6e-6d88359411df" providerId="ADAL" clId="{E368D338-A6C2-4F90-B48D-AE5C37231BF5}" dt="2025-04-14T02:58:00.593" v="438" actId="2696"/>
        <pc:sldMkLst>
          <pc:docMk/>
          <pc:sldMk cId="2138584955" sldId="610"/>
        </pc:sldMkLst>
      </pc:sldChg>
      <pc:sldChg chg="add del ord modTransition">
        <pc:chgData name="Chris CHUA (TP)" userId="abfb61ba-acb2-4558-9a6e-6d88359411df" providerId="ADAL" clId="{E368D338-A6C2-4F90-B48D-AE5C37231BF5}" dt="2025-04-21T01:38:29.802" v="792" actId="2696"/>
        <pc:sldMkLst>
          <pc:docMk/>
          <pc:sldMk cId="2257317169" sldId="610"/>
        </pc:sldMkLst>
      </pc:sldChg>
      <pc:sldChg chg="add del ord modTransition">
        <pc:chgData name="Chris CHUA (TP)" userId="abfb61ba-acb2-4558-9a6e-6d88359411df" providerId="ADAL" clId="{E368D338-A6C2-4F90-B48D-AE5C37231BF5}" dt="2025-04-14T02:57:52.510" v="406" actId="2696"/>
        <pc:sldMkLst>
          <pc:docMk/>
          <pc:sldMk cId="2535174761" sldId="610"/>
        </pc:sldMkLst>
      </pc:sldChg>
      <pc:sldChg chg="add del ord modTransition">
        <pc:chgData name="Chris CHUA (TP)" userId="abfb61ba-acb2-4558-9a6e-6d88359411df" providerId="ADAL" clId="{E368D338-A6C2-4F90-B48D-AE5C37231BF5}" dt="2025-04-14T02:48:02.967" v="37" actId="2696"/>
        <pc:sldMkLst>
          <pc:docMk/>
          <pc:sldMk cId="2767001144" sldId="610"/>
        </pc:sldMkLst>
      </pc:sldChg>
      <pc:sldChg chg="add del ord modTransition">
        <pc:chgData name="Chris CHUA (TP)" userId="abfb61ba-acb2-4558-9a6e-6d88359411df" providerId="ADAL" clId="{E368D338-A6C2-4F90-B48D-AE5C37231BF5}" dt="2025-04-16T21:54:18.310" v="536" actId="2696"/>
        <pc:sldMkLst>
          <pc:docMk/>
          <pc:sldMk cId="2928665431" sldId="610"/>
        </pc:sldMkLst>
      </pc:sldChg>
      <pc:sldChg chg="add del ord modTransition">
        <pc:chgData name="Chris CHUA (TP)" userId="abfb61ba-acb2-4558-9a6e-6d88359411df" providerId="ADAL" clId="{E368D338-A6C2-4F90-B48D-AE5C37231BF5}" dt="2025-04-21T05:32:03.610" v="1266" actId="2696"/>
        <pc:sldMkLst>
          <pc:docMk/>
          <pc:sldMk cId="3113032601" sldId="610"/>
        </pc:sldMkLst>
      </pc:sldChg>
      <pc:sldChg chg="add del ord modTransition">
        <pc:chgData name="Chris CHUA (TP)" userId="abfb61ba-acb2-4558-9a6e-6d88359411df" providerId="ADAL" clId="{E368D338-A6C2-4F90-B48D-AE5C37231BF5}" dt="2025-04-21T01:43:08.527" v="846" actId="2696"/>
        <pc:sldMkLst>
          <pc:docMk/>
          <pc:sldMk cId="3592971678" sldId="610"/>
        </pc:sldMkLst>
      </pc:sldChg>
      <pc:sldChg chg="add del ord modTransition">
        <pc:chgData name="Chris CHUA (TP)" userId="abfb61ba-acb2-4558-9a6e-6d88359411df" providerId="ADAL" clId="{E368D338-A6C2-4F90-B48D-AE5C37231BF5}" dt="2025-04-24T06:37:10.263" v="1678" actId="2696"/>
        <pc:sldMkLst>
          <pc:docMk/>
          <pc:sldMk cId="3630487113" sldId="610"/>
        </pc:sldMkLst>
      </pc:sldChg>
      <pc:sldChg chg="add del ord modTransition">
        <pc:chgData name="Chris CHUA (TP)" userId="abfb61ba-acb2-4558-9a6e-6d88359411df" providerId="ADAL" clId="{E368D338-A6C2-4F90-B48D-AE5C37231BF5}" dt="2025-04-24T06:30:54.326" v="1568" actId="2696"/>
        <pc:sldMkLst>
          <pc:docMk/>
          <pc:sldMk cId="3674277911" sldId="610"/>
        </pc:sldMkLst>
      </pc:sldChg>
      <pc:sldChg chg="add del ord modTransition">
        <pc:chgData name="Chris CHUA (TP)" userId="abfb61ba-acb2-4558-9a6e-6d88359411df" providerId="ADAL" clId="{E368D338-A6C2-4F90-B48D-AE5C37231BF5}" dt="2025-04-14T02:52:57.608" v="336" actId="2696"/>
        <pc:sldMkLst>
          <pc:docMk/>
          <pc:sldMk cId="3698686856" sldId="610"/>
        </pc:sldMkLst>
      </pc:sldChg>
      <pc:sldChg chg="modSp add del ord modTransition modAnim">
        <pc:chgData name="Chris CHUA (TP)" userId="abfb61ba-acb2-4558-9a6e-6d88359411df" providerId="ADAL" clId="{E368D338-A6C2-4F90-B48D-AE5C37231BF5}" dt="2025-04-24T06:27:22.797" v="1526" actId="2696"/>
        <pc:sldMkLst>
          <pc:docMk/>
          <pc:sldMk cId="3894767660" sldId="610"/>
        </pc:sldMkLst>
        <pc:spChg chg="mod">
          <ac:chgData name="Chris CHUA (TP)" userId="abfb61ba-acb2-4558-9a6e-6d88359411df" providerId="ADAL" clId="{E368D338-A6C2-4F90-B48D-AE5C37231BF5}" dt="2025-04-24T06:27:21.929" v="1503"/>
          <ac:spMkLst>
            <pc:docMk/>
            <pc:sldMk cId="3894767660" sldId="610"/>
            <ac:spMk id="3" creationId="{B475BBF0-6F40-4F33-802E-98AE180827D6}"/>
          </ac:spMkLst>
        </pc:spChg>
      </pc:sldChg>
      <pc:sldChg chg="add del ord modTransition">
        <pc:chgData name="Chris CHUA (TP)" userId="abfb61ba-acb2-4558-9a6e-6d88359411df" providerId="ADAL" clId="{E368D338-A6C2-4F90-B48D-AE5C37231BF5}" dt="2025-04-21T05:23:05.624" v="962" actId="2696"/>
        <pc:sldMkLst>
          <pc:docMk/>
          <pc:sldMk cId="3902859541" sldId="610"/>
        </pc:sldMkLst>
      </pc:sldChg>
      <pc:sldChg chg="add del ord modTransition">
        <pc:chgData name="Chris CHUA (TP)" userId="abfb61ba-acb2-4558-9a6e-6d88359411df" providerId="ADAL" clId="{E368D338-A6C2-4F90-B48D-AE5C37231BF5}" dt="2025-04-14T02:48:18.281" v="88" actId="2696"/>
        <pc:sldMkLst>
          <pc:docMk/>
          <pc:sldMk cId="4058235303" sldId="610"/>
        </pc:sldMkLst>
      </pc:sldChg>
      <pc:sldChg chg="add del ord modTransition">
        <pc:chgData name="Chris CHUA (TP)" userId="abfb61ba-acb2-4558-9a6e-6d88359411df" providerId="ADAL" clId="{E368D338-A6C2-4F90-B48D-AE5C37231BF5}" dt="2025-04-21T01:43:11.527" v="860" actId="2696"/>
        <pc:sldMkLst>
          <pc:docMk/>
          <pc:sldMk cId="4082106122" sldId="610"/>
        </pc:sldMkLst>
      </pc:sldChg>
      <pc:sldChg chg="modSp add del ord modTransition modAnim">
        <pc:chgData name="Chris CHUA (TP)" userId="abfb61ba-acb2-4558-9a6e-6d88359411df" providerId="ADAL" clId="{E368D338-A6C2-4F90-B48D-AE5C37231BF5}" dt="2025-04-14T02:49:02.194" v="168" actId="2696"/>
        <pc:sldMkLst>
          <pc:docMk/>
          <pc:sldMk cId="4111122837" sldId="610"/>
        </pc:sldMkLst>
      </pc:sldChg>
      <pc:sldChg chg="add del ord modTransition">
        <pc:chgData name="Chris CHUA (TP)" userId="abfb61ba-acb2-4558-9a6e-6d88359411df" providerId="ADAL" clId="{E368D338-A6C2-4F90-B48D-AE5C37231BF5}" dt="2025-04-21T01:48:14.020" v="916" actId="2696"/>
        <pc:sldMkLst>
          <pc:docMk/>
          <pc:sldMk cId="4178815368" sldId="610"/>
        </pc:sldMkLst>
      </pc:sldChg>
      <pc:sldChg chg="add del ord modTransition">
        <pc:chgData name="Chris CHUA (TP)" userId="abfb61ba-acb2-4558-9a6e-6d88359411df" providerId="ADAL" clId="{E368D338-A6C2-4F90-B48D-AE5C37231BF5}" dt="2025-04-14T02:52:37.768" v="322" actId="2696"/>
        <pc:sldMkLst>
          <pc:docMk/>
          <pc:sldMk cId="4213936907" sldId="610"/>
        </pc:sldMkLst>
      </pc:sldChg>
      <pc:sldChg chg="add del ord modTransition">
        <pc:chgData name="Chris CHUA (TP)" userId="abfb61ba-acb2-4558-9a6e-6d88359411df" providerId="ADAL" clId="{E368D338-A6C2-4F90-B48D-AE5C37231BF5}" dt="2025-04-21T01:44:39.834" v="894" actId="2696"/>
        <pc:sldMkLst>
          <pc:docMk/>
          <pc:sldMk cId="4222431704" sldId="610"/>
        </pc:sldMkLst>
      </pc:sldChg>
      <pc:sldChg chg="modSp add del mod ord modTransition">
        <pc:chgData name="Chris CHUA (TP)" userId="abfb61ba-acb2-4558-9a6e-6d88359411df" providerId="ADAL" clId="{E368D338-A6C2-4F90-B48D-AE5C37231BF5}" dt="2025-04-14T02:58:04.009" v="445" actId="2696"/>
        <pc:sldMkLst>
          <pc:docMk/>
          <pc:sldMk cId="873892708" sldId="611"/>
        </pc:sldMkLst>
      </pc:sldChg>
      <pc:sldChg chg="modSp add del mod ord modTransition">
        <pc:chgData name="Chris CHUA (TP)" userId="abfb61ba-acb2-4558-9a6e-6d88359411df" providerId="ADAL" clId="{E368D338-A6C2-4F90-B48D-AE5C37231BF5}" dt="2025-04-16T21:53:50.026" v="507" actId="2696"/>
        <pc:sldMkLst>
          <pc:docMk/>
          <pc:sldMk cId="3474495281" sldId="611"/>
        </pc:sldMkLst>
      </pc:sldChg>
      <pc:sldChg chg="modSp add del mod ord modTransition">
        <pc:chgData name="Chris CHUA (TP)" userId="abfb61ba-acb2-4558-9a6e-6d88359411df" providerId="ADAL" clId="{E368D338-A6C2-4F90-B48D-AE5C37231BF5}" dt="2025-04-16T21:53:57.517" v="521" actId="2696"/>
        <pc:sldMkLst>
          <pc:docMk/>
          <pc:sldMk cId="3810104537" sldId="611"/>
        </pc:sldMkLst>
      </pc:sldChg>
      <pc:sldChg chg="add del ord modTransition">
        <pc:chgData name="Chris CHUA (TP)" userId="abfb61ba-acb2-4558-9a6e-6d88359411df" providerId="ADAL" clId="{E368D338-A6C2-4F90-B48D-AE5C37231BF5}" dt="2025-04-16T21:53:57.562" v="522" actId="2696"/>
        <pc:sldMkLst>
          <pc:docMk/>
          <pc:sldMk cId="1515599426" sldId="612"/>
        </pc:sldMkLst>
      </pc:sldChg>
      <pc:sldChg chg="add del ord modTransition">
        <pc:chgData name="Chris CHUA (TP)" userId="abfb61ba-acb2-4558-9a6e-6d88359411df" providerId="ADAL" clId="{E368D338-A6C2-4F90-B48D-AE5C37231BF5}" dt="2025-04-16T21:53:50.035" v="508" actId="2696"/>
        <pc:sldMkLst>
          <pc:docMk/>
          <pc:sldMk cId="1695027864" sldId="612"/>
        </pc:sldMkLst>
      </pc:sldChg>
      <pc:sldChg chg="add del ord modTransition">
        <pc:chgData name="Chris CHUA (TP)" userId="abfb61ba-acb2-4558-9a6e-6d88359411df" providerId="ADAL" clId="{E368D338-A6C2-4F90-B48D-AE5C37231BF5}" dt="2025-04-14T02:58:04.028" v="446" actId="2696"/>
        <pc:sldMkLst>
          <pc:docMk/>
          <pc:sldMk cId="4236792468" sldId="612"/>
        </pc:sldMkLst>
      </pc:sldChg>
    </pc:docChg>
  </pc:docChgLst>
  <pc:docChgLst>
    <pc:chgData name="Sau Lin LYE (TP)" userId="0501d767-1364-4844-adef-7fb51b08b3a9" providerId="ADAL" clId="{E304F1AF-0E5A-45C1-96D7-920A838CECF9}"/>
    <pc:docChg chg="custSel addSld delSld modSld sldOrd">
      <pc:chgData name="Sau Lin LYE (TP)" userId="0501d767-1364-4844-adef-7fb51b08b3a9" providerId="ADAL" clId="{E304F1AF-0E5A-45C1-96D7-920A838CECF9}" dt="2025-04-09T13:12:42.943" v="804" actId="20577"/>
      <pc:docMkLst>
        <pc:docMk/>
      </pc:docMkLst>
      <pc:sldChg chg="modSp mod">
        <pc:chgData name="Sau Lin LYE (TP)" userId="0501d767-1364-4844-adef-7fb51b08b3a9" providerId="ADAL" clId="{E304F1AF-0E5A-45C1-96D7-920A838CECF9}" dt="2025-04-09T13:04:13.823" v="570" actId="20577"/>
        <pc:sldMkLst>
          <pc:docMk/>
          <pc:sldMk cId="1096860867" sldId="259"/>
        </pc:sldMkLst>
        <pc:spChg chg="mod">
          <ac:chgData name="Sau Lin LYE (TP)" userId="0501d767-1364-4844-adef-7fb51b08b3a9" providerId="ADAL" clId="{E304F1AF-0E5A-45C1-96D7-920A838CECF9}" dt="2025-04-09T13:04:13.823" v="570" actId="20577"/>
          <ac:spMkLst>
            <pc:docMk/>
            <pc:sldMk cId="1096860867" sldId="259"/>
            <ac:spMk id="2" creationId="{E1969213-3F3F-4387-9F7D-08BDE0AAA6D4}"/>
          </ac:spMkLst>
        </pc:spChg>
      </pc:sldChg>
      <pc:sldChg chg="modNotesTx">
        <pc:chgData name="Sau Lin LYE (TP)" userId="0501d767-1364-4844-adef-7fb51b08b3a9" providerId="ADAL" clId="{E304F1AF-0E5A-45C1-96D7-920A838CECF9}" dt="2025-04-09T13:05:06.779" v="659" actId="20577"/>
        <pc:sldMkLst>
          <pc:docMk/>
          <pc:sldMk cId="3103923484" sldId="546"/>
        </pc:sldMkLst>
      </pc:sldChg>
      <pc:sldChg chg="modNotesTx">
        <pc:chgData name="Sau Lin LYE (TP)" userId="0501d767-1364-4844-adef-7fb51b08b3a9" providerId="ADAL" clId="{E304F1AF-0E5A-45C1-96D7-920A838CECF9}" dt="2025-04-09T12:55:33.284" v="318" actId="20577"/>
        <pc:sldMkLst>
          <pc:docMk/>
          <pc:sldMk cId="1703748329" sldId="554"/>
        </pc:sldMkLst>
      </pc:sldChg>
      <pc:sldChg chg="modNotesTx">
        <pc:chgData name="Sau Lin LYE (TP)" userId="0501d767-1364-4844-adef-7fb51b08b3a9" providerId="ADAL" clId="{E304F1AF-0E5A-45C1-96D7-920A838CECF9}" dt="2025-04-09T12:54:12.785" v="284" actId="20577"/>
        <pc:sldMkLst>
          <pc:docMk/>
          <pc:sldMk cId="189336360" sldId="556"/>
        </pc:sldMkLst>
      </pc:sldChg>
      <pc:sldChg chg="modSp">
        <pc:chgData name="Sau Lin LYE (TP)" userId="0501d767-1364-4844-adef-7fb51b08b3a9" providerId="ADAL" clId="{E304F1AF-0E5A-45C1-96D7-920A838CECF9}" dt="2025-04-08T13:43:01.460" v="4" actId="20577"/>
        <pc:sldMkLst>
          <pc:docMk/>
          <pc:sldMk cId="2863327626" sldId="558"/>
        </pc:sldMkLst>
        <pc:spChg chg="mod">
          <ac:chgData name="Sau Lin LYE (TP)" userId="0501d767-1364-4844-adef-7fb51b08b3a9" providerId="ADAL" clId="{E304F1AF-0E5A-45C1-96D7-920A838CECF9}" dt="2025-04-08T13:43:01.460" v="4" actId="20577"/>
          <ac:spMkLst>
            <pc:docMk/>
            <pc:sldMk cId="2863327626" sldId="558"/>
            <ac:spMk id="10" creationId="{EAA1DAEA-4C05-489B-B2DC-12D759DFD08A}"/>
          </ac:spMkLst>
        </pc:spChg>
      </pc:sldChg>
      <pc:sldChg chg="modNotesTx">
        <pc:chgData name="Sau Lin LYE (TP)" userId="0501d767-1364-4844-adef-7fb51b08b3a9" providerId="ADAL" clId="{E304F1AF-0E5A-45C1-96D7-920A838CECF9}" dt="2025-04-09T12:52:15.279" v="95" actId="20577"/>
        <pc:sldMkLst>
          <pc:docMk/>
          <pc:sldMk cId="2078425117" sldId="559"/>
        </pc:sldMkLst>
      </pc:sldChg>
      <pc:sldChg chg="mod modShow">
        <pc:chgData name="Sau Lin LYE (TP)" userId="0501d767-1364-4844-adef-7fb51b08b3a9" providerId="ADAL" clId="{E304F1AF-0E5A-45C1-96D7-920A838CECF9}" dt="2025-04-09T13:11:28.659" v="791" actId="729"/>
        <pc:sldMkLst>
          <pc:docMk/>
          <pc:sldMk cId="3553041173" sldId="564"/>
        </pc:sldMkLst>
      </pc:sldChg>
      <pc:sldChg chg="mod modShow">
        <pc:chgData name="Sau Lin LYE (TP)" userId="0501d767-1364-4844-adef-7fb51b08b3a9" providerId="ADAL" clId="{E304F1AF-0E5A-45C1-96D7-920A838CECF9}" dt="2025-04-09T13:11:28.659" v="791" actId="729"/>
        <pc:sldMkLst>
          <pc:docMk/>
          <pc:sldMk cId="1460878452" sldId="565"/>
        </pc:sldMkLst>
      </pc:sldChg>
      <pc:sldChg chg="mod modShow">
        <pc:chgData name="Sau Lin LYE (TP)" userId="0501d767-1364-4844-adef-7fb51b08b3a9" providerId="ADAL" clId="{E304F1AF-0E5A-45C1-96D7-920A838CECF9}" dt="2025-04-09T13:11:28.659" v="791" actId="729"/>
        <pc:sldMkLst>
          <pc:docMk/>
          <pc:sldMk cId="2797482989" sldId="567"/>
        </pc:sldMkLst>
      </pc:sldChg>
      <pc:sldChg chg="mod modShow">
        <pc:chgData name="Sau Lin LYE (TP)" userId="0501d767-1364-4844-adef-7fb51b08b3a9" providerId="ADAL" clId="{E304F1AF-0E5A-45C1-96D7-920A838CECF9}" dt="2025-04-09T13:11:28.659" v="791" actId="729"/>
        <pc:sldMkLst>
          <pc:docMk/>
          <pc:sldMk cId="1110686080" sldId="569"/>
        </pc:sldMkLst>
      </pc:sldChg>
      <pc:sldChg chg="mod modShow">
        <pc:chgData name="Sau Lin LYE (TP)" userId="0501d767-1364-4844-adef-7fb51b08b3a9" providerId="ADAL" clId="{E304F1AF-0E5A-45C1-96D7-920A838CECF9}" dt="2025-04-09T13:11:28.659" v="791" actId="729"/>
        <pc:sldMkLst>
          <pc:docMk/>
          <pc:sldMk cId="693845109" sldId="570"/>
        </pc:sldMkLst>
      </pc:sldChg>
      <pc:sldChg chg="mod modShow">
        <pc:chgData name="Sau Lin LYE (TP)" userId="0501d767-1364-4844-adef-7fb51b08b3a9" providerId="ADAL" clId="{E304F1AF-0E5A-45C1-96D7-920A838CECF9}" dt="2025-04-09T13:11:28.659" v="791" actId="729"/>
        <pc:sldMkLst>
          <pc:docMk/>
          <pc:sldMk cId="1682044227" sldId="571"/>
        </pc:sldMkLst>
      </pc:sldChg>
      <pc:sldChg chg="mod modShow">
        <pc:chgData name="Sau Lin LYE (TP)" userId="0501d767-1364-4844-adef-7fb51b08b3a9" providerId="ADAL" clId="{E304F1AF-0E5A-45C1-96D7-920A838CECF9}" dt="2025-04-09T13:11:28.659" v="791" actId="729"/>
        <pc:sldMkLst>
          <pc:docMk/>
          <pc:sldMk cId="3598335256" sldId="572"/>
        </pc:sldMkLst>
      </pc:sldChg>
      <pc:sldChg chg="mod modShow">
        <pc:chgData name="Sau Lin LYE (TP)" userId="0501d767-1364-4844-adef-7fb51b08b3a9" providerId="ADAL" clId="{E304F1AF-0E5A-45C1-96D7-920A838CECF9}" dt="2025-04-09T13:11:28.659" v="791" actId="729"/>
        <pc:sldMkLst>
          <pc:docMk/>
          <pc:sldMk cId="1507981438" sldId="573"/>
        </pc:sldMkLst>
      </pc:sldChg>
      <pc:sldChg chg="mod modShow">
        <pc:chgData name="Sau Lin LYE (TP)" userId="0501d767-1364-4844-adef-7fb51b08b3a9" providerId="ADAL" clId="{E304F1AF-0E5A-45C1-96D7-920A838CECF9}" dt="2025-04-09T13:11:28.659" v="791" actId="729"/>
        <pc:sldMkLst>
          <pc:docMk/>
          <pc:sldMk cId="1512734541" sldId="575"/>
        </pc:sldMkLst>
      </pc:sldChg>
      <pc:sldChg chg="mod modShow">
        <pc:chgData name="Sau Lin LYE (TP)" userId="0501d767-1364-4844-adef-7fb51b08b3a9" providerId="ADAL" clId="{E304F1AF-0E5A-45C1-96D7-920A838CECF9}" dt="2025-04-09T13:11:28.659" v="791" actId="729"/>
        <pc:sldMkLst>
          <pc:docMk/>
          <pc:sldMk cId="3353468966" sldId="577"/>
        </pc:sldMkLst>
      </pc:sldChg>
      <pc:sldChg chg="mod modShow">
        <pc:chgData name="Sau Lin LYE (TP)" userId="0501d767-1364-4844-adef-7fb51b08b3a9" providerId="ADAL" clId="{E304F1AF-0E5A-45C1-96D7-920A838CECF9}" dt="2025-04-09T13:11:28.659" v="791" actId="729"/>
        <pc:sldMkLst>
          <pc:docMk/>
          <pc:sldMk cId="2480193055" sldId="578"/>
        </pc:sldMkLst>
      </pc:sldChg>
      <pc:sldChg chg="mod modShow">
        <pc:chgData name="Sau Lin LYE (TP)" userId="0501d767-1364-4844-adef-7fb51b08b3a9" providerId="ADAL" clId="{E304F1AF-0E5A-45C1-96D7-920A838CECF9}" dt="2025-04-09T13:11:28.659" v="791" actId="729"/>
        <pc:sldMkLst>
          <pc:docMk/>
          <pc:sldMk cId="1011212204" sldId="579"/>
        </pc:sldMkLst>
      </pc:sldChg>
      <pc:sldChg chg="modSp mod">
        <pc:chgData name="Sau Lin LYE (TP)" userId="0501d767-1364-4844-adef-7fb51b08b3a9" providerId="ADAL" clId="{E304F1AF-0E5A-45C1-96D7-920A838CECF9}" dt="2025-04-09T13:12:42.943" v="804" actId="20577"/>
        <pc:sldMkLst>
          <pc:docMk/>
          <pc:sldMk cId="2887109191" sldId="584"/>
        </pc:sldMkLst>
        <pc:spChg chg="mod">
          <ac:chgData name="Sau Lin LYE (TP)" userId="0501d767-1364-4844-adef-7fb51b08b3a9" providerId="ADAL" clId="{E304F1AF-0E5A-45C1-96D7-920A838CECF9}" dt="2025-04-09T13:12:42.943" v="804" actId="20577"/>
          <ac:spMkLst>
            <pc:docMk/>
            <pc:sldMk cId="2887109191" sldId="584"/>
            <ac:spMk id="3" creationId="{77E86EDE-B62A-41E1-BC14-5073E8D0C064}"/>
          </ac:spMkLst>
        </pc:spChg>
      </pc:sldChg>
      <pc:sldChg chg="mod modShow">
        <pc:chgData name="Sau Lin LYE (TP)" userId="0501d767-1364-4844-adef-7fb51b08b3a9" providerId="ADAL" clId="{E304F1AF-0E5A-45C1-96D7-920A838CECF9}" dt="2025-04-09T13:11:28.659" v="791" actId="729"/>
        <pc:sldMkLst>
          <pc:docMk/>
          <pc:sldMk cId="3995548802" sldId="585"/>
        </pc:sldMkLst>
      </pc:sldChg>
      <pc:sldChg chg="mod modShow">
        <pc:chgData name="Sau Lin LYE (TP)" userId="0501d767-1364-4844-adef-7fb51b08b3a9" providerId="ADAL" clId="{E304F1AF-0E5A-45C1-96D7-920A838CECF9}" dt="2025-04-09T13:11:28.659" v="791" actId="729"/>
        <pc:sldMkLst>
          <pc:docMk/>
          <pc:sldMk cId="3346444126" sldId="587"/>
        </pc:sldMkLst>
      </pc:sldChg>
      <pc:sldChg chg="addSp modSp mod">
        <pc:chgData name="Sau Lin LYE (TP)" userId="0501d767-1364-4844-adef-7fb51b08b3a9" providerId="ADAL" clId="{E304F1AF-0E5A-45C1-96D7-920A838CECF9}" dt="2025-04-08T13:42:13.717" v="3" actId="20577"/>
        <pc:sldMkLst>
          <pc:docMk/>
          <pc:sldMk cId="3237957655" sldId="594"/>
        </pc:sldMkLst>
        <pc:spChg chg="add mod">
          <ac:chgData name="Sau Lin LYE (TP)" userId="0501d767-1364-4844-adef-7fb51b08b3a9" providerId="ADAL" clId="{E304F1AF-0E5A-45C1-96D7-920A838CECF9}" dt="2025-04-08T13:42:13.717" v="3" actId="20577"/>
          <ac:spMkLst>
            <pc:docMk/>
            <pc:sldMk cId="3237957655" sldId="594"/>
            <ac:spMk id="6" creationId="{EACA7269-AD05-4A0E-2E79-76D6B745F82F}"/>
          </ac:spMkLst>
        </pc:spChg>
      </pc:sldChg>
      <pc:sldChg chg="addSp modSp mod">
        <pc:chgData name="Sau Lin LYE (TP)" userId="0501d767-1364-4844-adef-7fb51b08b3a9" providerId="ADAL" clId="{E304F1AF-0E5A-45C1-96D7-920A838CECF9}" dt="2025-04-09T13:00:15.191" v="407" actId="20577"/>
        <pc:sldMkLst>
          <pc:docMk/>
          <pc:sldMk cId="3399085322" sldId="595"/>
        </pc:sldMkLst>
        <pc:spChg chg="mod">
          <ac:chgData name="Sau Lin LYE (TP)" userId="0501d767-1364-4844-adef-7fb51b08b3a9" providerId="ADAL" clId="{E304F1AF-0E5A-45C1-96D7-920A838CECF9}" dt="2025-04-09T12:57:39.404" v="321" actId="1076"/>
          <ac:spMkLst>
            <pc:docMk/>
            <pc:sldMk cId="3399085322" sldId="595"/>
            <ac:spMk id="2" creationId="{A3C03F14-57CE-06FD-6970-0C0D284C8E18}"/>
          </ac:spMkLst>
        </pc:spChg>
        <pc:spChg chg="add mod">
          <ac:chgData name="Sau Lin LYE (TP)" userId="0501d767-1364-4844-adef-7fb51b08b3a9" providerId="ADAL" clId="{E304F1AF-0E5A-45C1-96D7-920A838CECF9}" dt="2025-04-09T12:58:36.862" v="373" actId="1076"/>
          <ac:spMkLst>
            <pc:docMk/>
            <pc:sldMk cId="3399085322" sldId="595"/>
            <ac:spMk id="3" creationId="{103F2CE5-7BC0-BAF4-DE7B-AF8403B5F05F}"/>
          </ac:spMkLst>
        </pc:spChg>
        <pc:spChg chg="mod">
          <ac:chgData name="Sau Lin LYE (TP)" userId="0501d767-1364-4844-adef-7fb51b08b3a9" providerId="ADAL" clId="{E304F1AF-0E5A-45C1-96D7-920A838CECF9}" dt="2025-04-09T13:00:15.191" v="407" actId="20577"/>
          <ac:spMkLst>
            <pc:docMk/>
            <pc:sldMk cId="3399085322" sldId="595"/>
            <ac:spMk id="6" creationId="{CD000E1A-CF89-4A13-FA6E-9604FDA3AFBF}"/>
          </ac:spMkLst>
        </pc:spChg>
        <pc:picChg chg="mod">
          <ac:chgData name="Sau Lin LYE (TP)" userId="0501d767-1364-4844-adef-7fb51b08b3a9" providerId="ADAL" clId="{E304F1AF-0E5A-45C1-96D7-920A838CECF9}" dt="2025-04-09T12:58:27.737" v="370" actId="1076"/>
          <ac:picMkLst>
            <pc:docMk/>
            <pc:sldMk cId="3399085322" sldId="595"/>
            <ac:picMk id="5" creationId="{E8FB2981-35A6-802D-3C22-EB5AFC3B0D63}"/>
          </ac:picMkLst>
        </pc:picChg>
      </pc:sldChg>
      <pc:sldChg chg="addSp modSp mod modAnim">
        <pc:chgData name="Sau Lin LYE (TP)" userId="0501d767-1364-4844-adef-7fb51b08b3a9" providerId="ADAL" clId="{E304F1AF-0E5A-45C1-96D7-920A838CECF9}" dt="2025-04-09T13:03:12.906" v="533"/>
        <pc:sldMkLst>
          <pc:docMk/>
          <pc:sldMk cId="238049085" sldId="596"/>
        </pc:sldMkLst>
        <pc:spChg chg="mod">
          <ac:chgData name="Sau Lin LYE (TP)" userId="0501d767-1364-4844-adef-7fb51b08b3a9" providerId="ADAL" clId="{E304F1AF-0E5A-45C1-96D7-920A838CECF9}" dt="2025-04-09T13:01:44.638" v="408" actId="14100"/>
          <ac:spMkLst>
            <pc:docMk/>
            <pc:sldMk cId="238049085" sldId="596"/>
            <ac:spMk id="2" creationId="{4BC85CAD-A8A1-C7DB-9A6C-B6F5C5106BFA}"/>
          </ac:spMkLst>
        </pc:spChg>
        <pc:spChg chg="add mod">
          <ac:chgData name="Sau Lin LYE (TP)" userId="0501d767-1364-4844-adef-7fb51b08b3a9" providerId="ADAL" clId="{E304F1AF-0E5A-45C1-96D7-920A838CECF9}" dt="2025-04-09T13:02:47.160" v="532" actId="14100"/>
          <ac:spMkLst>
            <pc:docMk/>
            <pc:sldMk cId="238049085" sldId="596"/>
            <ac:spMk id="3" creationId="{6D1E3C16-76F0-3DC5-26D8-3ED06DE03A11}"/>
          </ac:spMkLst>
        </pc:spChg>
      </pc:sldChg>
      <pc:sldChg chg="del">
        <pc:chgData name="Sau Lin LYE (TP)" userId="0501d767-1364-4844-adef-7fb51b08b3a9" providerId="ADAL" clId="{E304F1AF-0E5A-45C1-96D7-920A838CECF9}" dt="2025-04-09T13:05:41.641" v="660" actId="47"/>
        <pc:sldMkLst>
          <pc:docMk/>
          <pc:sldMk cId="4198818892" sldId="598"/>
        </pc:sldMkLst>
      </pc:sldChg>
      <pc:sldChg chg="modSp mod modShow">
        <pc:chgData name="Sau Lin LYE (TP)" userId="0501d767-1364-4844-adef-7fb51b08b3a9" providerId="ADAL" clId="{E304F1AF-0E5A-45C1-96D7-920A838CECF9}" dt="2025-04-09T13:11:28.659" v="791" actId="729"/>
        <pc:sldMkLst>
          <pc:docMk/>
          <pc:sldMk cId="765686251" sldId="600"/>
        </pc:sldMkLst>
        <pc:spChg chg="mod">
          <ac:chgData name="Sau Lin LYE (TP)" userId="0501d767-1364-4844-adef-7fb51b08b3a9" providerId="ADAL" clId="{E304F1AF-0E5A-45C1-96D7-920A838CECF9}" dt="2025-04-09T13:08:53.978" v="707" actId="1076"/>
          <ac:spMkLst>
            <pc:docMk/>
            <pc:sldMk cId="765686251" sldId="600"/>
            <ac:spMk id="8" creationId="{6EDF2C0D-FAFC-7A66-6251-C62D8607A294}"/>
          </ac:spMkLst>
        </pc:spChg>
        <pc:spChg chg="mod">
          <ac:chgData name="Sau Lin LYE (TP)" userId="0501d767-1364-4844-adef-7fb51b08b3a9" providerId="ADAL" clId="{E304F1AF-0E5A-45C1-96D7-920A838CECF9}" dt="2025-04-09T13:08:00.936" v="702" actId="14100"/>
          <ac:spMkLst>
            <pc:docMk/>
            <pc:sldMk cId="765686251" sldId="600"/>
            <ac:spMk id="10" creationId="{EE2E2102-D082-588A-D6B2-887E80DE5872}"/>
          </ac:spMkLst>
        </pc:spChg>
        <pc:picChg chg="mod">
          <ac:chgData name="Sau Lin LYE (TP)" userId="0501d767-1364-4844-adef-7fb51b08b3a9" providerId="ADAL" clId="{E304F1AF-0E5A-45C1-96D7-920A838CECF9}" dt="2025-04-09T13:06:40.700" v="662" actId="1076"/>
          <ac:picMkLst>
            <pc:docMk/>
            <pc:sldMk cId="765686251" sldId="600"/>
            <ac:picMk id="6" creationId="{6DAE622E-3094-7EF6-EBD1-BD917E7209E9}"/>
          </ac:picMkLst>
        </pc:picChg>
      </pc:sldChg>
      <pc:sldChg chg="modSp mod modShow">
        <pc:chgData name="Sau Lin LYE (TP)" userId="0501d767-1364-4844-adef-7fb51b08b3a9" providerId="ADAL" clId="{E304F1AF-0E5A-45C1-96D7-920A838CECF9}" dt="2025-04-09T13:11:28.659" v="791" actId="729"/>
        <pc:sldMkLst>
          <pc:docMk/>
          <pc:sldMk cId="3310822913" sldId="601"/>
        </pc:sldMkLst>
        <pc:spChg chg="mod">
          <ac:chgData name="Sau Lin LYE (TP)" userId="0501d767-1364-4844-adef-7fb51b08b3a9" providerId="ADAL" clId="{E304F1AF-0E5A-45C1-96D7-920A838CECF9}" dt="2025-04-09T13:08:38.171" v="706" actId="14100"/>
          <ac:spMkLst>
            <pc:docMk/>
            <pc:sldMk cId="3310822913" sldId="601"/>
            <ac:spMk id="10" creationId="{EE1FC443-ACD8-FF28-0529-2B8359994C8C}"/>
          </ac:spMkLst>
        </pc:spChg>
      </pc:sldChg>
      <pc:sldChg chg="mod modShow">
        <pc:chgData name="Sau Lin LYE (TP)" userId="0501d767-1364-4844-adef-7fb51b08b3a9" providerId="ADAL" clId="{E304F1AF-0E5A-45C1-96D7-920A838CECF9}" dt="2025-04-09T13:11:28.659" v="791" actId="729"/>
        <pc:sldMkLst>
          <pc:docMk/>
          <pc:sldMk cId="4167872542" sldId="602"/>
        </pc:sldMkLst>
      </pc:sldChg>
      <pc:sldChg chg="mod modShow">
        <pc:chgData name="Sau Lin LYE (TP)" userId="0501d767-1364-4844-adef-7fb51b08b3a9" providerId="ADAL" clId="{E304F1AF-0E5A-45C1-96D7-920A838CECF9}" dt="2025-04-09T13:11:28.659" v="791" actId="729"/>
        <pc:sldMkLst>
          <pc:docMk/>
          <pc:sldMk cId="490607788" sldId="603"/>
        </pc:sldMkLst>
      </pc:sldChg>
      <pc:sldChg chg="mod modShow">
        <pc:chgData name="Sau Lin LYE (TP)" userId="0501d767-1364-4844-adef-7fb51b08b3a9" providerId="ADAL" clId="{E304F1AF-0E5A-45C1-96D7-920A838CECF9}" dt="2025-04-09T13:11:28.659" v="791" actId="729"/>
        <pc:sldMkLst>
          <pc:docMk/>
          <pc:sldMk cId="3040481061" sldId="604"/>
        </pc:sldMkLst>
      </pc:sldChg>
      <pc:sldChg chg="mod modShow">
        <pc:chgData name="Sau Lin LYE (TP)" userId="0501d767-1364-4844-adef-7fb51b08b3a9" providerId="ADAL" clId="{E304F1AF-0E5A-45C1-96D7-920A838CECF9}" dt="2025-04-09T13:11:28.659" v="791" actId="729"/>
        <pc:sldMkLst>
          <pc:docMk/>
          <pc:sldMk cId="3859980673" sldId="605"/>
        </pc:sldMkLst>
      </pc:sldChg>
      <pc:sldChg chg="mod modShow">
        <pc:chgData name="Sau Lin LYE (TP)" userId="0501d767-1364-4844-adef-7fb51b08b3a9" providerId="ADAL" clId="{E304F1AF-0E5A-45C1-96D7-920A838CECF9}" dt="2025-04-09T13:11:28.659" v="791" actId="729"/>
        <pc:sldMkLst>
          <pc:docMk/>
          <pc:sldMk cId="3585099383" sldId="606"/>
        </pc:sldMkLst>
      </pc:sldChg>
      <pc:sldChg chg="mod modShow">
        <pc:chgData name="Sau Lin LYE (TP)" userId="0501d767-1364-4844-adef-7fb51b08b3a9" providerId="ADAL" clId="{E304F1AF-0E5A-45C1-96D7-920A838CECF9}" dt="2025-04-09T13:11:28.659" v="791" actId="729"/>
        <pc:sldMkLst>
          <pc:docMk/>
          <pc:sldMk cId="461744356" sldId="607"/>
        </pc:sldMkLst>
      </pc:sldChg>
      <pc:sldChg chg="modSp add del mod ord modTransition">
        <pc:chgData name="Sau Lin LYE (TP)" userId="0501d767-1364-4844-adef-7fb51b08b3a9" providerId="ADAL" clId="{E304F1AF-0E5A-45C1-96D7-920A838CECF9}" dt="2025-04-09T07:36:10.589" v="15" actId="2696"/>
        <pc:sldMkLst>
          <pc:docMk/>
          <pc:sldMk cId="2407499048" sldId="608"/>
        </pc:sldMkLst>
      </pc:sldChg>
      <pc:sldChg chg="addSp modSp new mod modClrScheme chgLayout modNotesTx">
        <pc:chgData name="Sau Lin LYE (TP)" userId="0501d767-1364-4844-adef-7fb51b08b3a9" providerId="ADAL" clId="{E304F1AF-0E5A-45C1-96D7-920A838CECF9}" dt="2025-04-09T13:10:18.214" v="790" actId="20577"/>
        <pc:sldMkLst>
          <pc:docMk/>
          <pc:sldMk cId="4083539868" sldId="608"/>
        </pc:sldMkLst>
        <pc:spChg chg="add mod">
          <ac:chgData name="Sau Lin LYE (TP)" userId="0501d767-1364-4844-adef-7fb51b08b3a9" providerId="ADAL" clId="{E304F1AF-0E5A-45C1-96D7-920A838CECF9}" dt="2025-04-09T13:07:28.682" v="698" actId="20577"/>
          <ac:spMkLst>
            <pc:docMk/>
            <pc:sldMk cId="4083539868" sldId="608"/>
            <ac:spMk id="2" creationId="{8F318C14-D189-3286-9076-6F0AAD3BF7AD}"/>
          </ac:spMkLst>
        </pc:spChg>
        <pc:spChg chg="add mod">
          <ac:chgData name="Sau Lin LYE (TP)" userId="0501d767-1364-4844-adef-7fb51b08b3a9" providerId="ADAL" clId="{E304F1AF-0E5A-45C1-96D7-920A838CECF9}" dt="2025-04-09T13:07:21.162" v="697" actId="20577"/>
          <ac:spMkLst>
            <pc:docMk/>
            <pc:sldMk cId="4083539868" sldId="608"/>
            <ac:spMk id="3" creationId="{C1269014-8EC6-927E-6821-337CD27B59C3}"/>
          </ac:spMkLst>
        </pc:spChg>
      </pc:sldChg>
      <pc:sldChg chg="add del ord modTransition">
        <pc:chgData name="Sau Lin LYE (TP)" userId="0501d767-1364-4844-adef-7fb51b08b3a9" providerId="ADAL" clId="{E304F1AF-0E5A-45C1-96D7-920A838CECF9}" dt="2025-04-09T07:36:10.802" v="16" actId="2696"/>
        <pc:sldMkLst>
          <pc:docMk/>
          <pc:sldMk cId="2855948746" sldId="609"/>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5.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15.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5.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A7F28C-AF6C-40A1-8049-9CBD74F06CA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SG"/>
        </a:p>
      </dgm:t>
    </dgm:pt>
    <dgm:pt modelId="{9C6EE2AA-F332-4362-8B16-4D2D7F1C023D}">
      <dgm:prSet phldrT="[Text]"/>
      <dgm:spPr/>
      <dgm:t>
        <a:bodyPr/>
        <a:lstStyle/>
        <a:p>
          <a:pPr>
            <a:lnSpc>
              <a:spcPct val="100000"/>
            </a:lnSpc>
          </a:pPr>
          <a:r>
            <a:rPr lang="en-SG"/>
            <a:t>Plan/Set Goals </a:t>
          </a:r>
        </a:p>
      </dgm:t>
    </dgm:pt>
    <dgm:pt modelId="{36A5E9FD-35A7-40E9-B652-588F537199B4}" type="parTrans" cxnId="{E0C01D28-1649-4E30-A243-D50F4F64F6B4}">
      <dgm:prSet/>
      <dgm:spPr/>
      <dgm:t>
        <a:bodyPr/>
        <a:lstStyle/>
        <a:p>
          <a:endParaRPr lang="en-SG"/>
        </a:p>
      </dgm:t>
    </dgm:pt>
    <dgm:pt modelId="{1A61B4EE-6C7A-4EBD-BEE2-976A63A92D9D}" type="sibTrans" cxnId="{E0C01D28-1649-4E30-A243-D50F4F64F6B4}">
      <dgm:prSet/>
      <dgm:spPr/>
      <dgm:t>
        <a:bodyPr/>
        <a:lstStyle/>
        <a:p>
          <a:endParaRPr lang="en-SG"/>
        </a:p>
      </dgm:t>
    </dgm:pt>
    <dgm:pt modelId="{672A1EEC-62EC-4DC4-B6D0-E169F300FDF9}">
      <dgm:prSet phldrT="[Text]"/>
      <dgm:spPr/>
      <dgm:t>
        <a:bodyPr/>
        <a:lstStyle/>
        <a:p>
          <a:pPr>
            <a:lnSpc>
              <a:spcPct val="100000"/>
            </a:lnSpc>
          </a:pPr>
          <a:r>
            <a:rPr lang="en-SG"/>
            <a:t>Monitor &amp; Track</a:t>
          </a:r>
        </a:p>
      </dgm:t>
    </dgm:pt>
    <dgm:pt modelId="{8DF2B970-D023-4D55-8CE5-389CE40344DD}" type="parTrans" cxnId="{9E3FF59F-E099-4DA4-AEEB-E70077172264}">
      <dgm:prSet/>
      <dgm:spPr/>
      <dgm:t>
        <a:bodyPr/>
        <a:lstStyle/>
        <a:p>
          <a:endParaRPr lang="en-SG"/>
        </a:p>
      </dgm:t>
    </dgm:pt>
    <dgm:pt modelId="{8A3A8D42-8386-446C-9781-72ABFA691E0C}" type="sibTrans" cxnId="{9E3FF59F-E099-4DA4-AEEB-E70077172264}">
      <dgm:prSet/>
      <dgm:spPr/>
      <dgm:t>
        <a:bodyPr/>
        <a:lstStyle/>
        <a:p>
          <a:endParaRPr lang="en-SG"/>
        </a:p>
      </dgm:t>
    </dgm:pt>
    <dgm:pt modelId="{8F23A7EB-5992-4412-9FFB-004F2779DFD0}">
      <dgm:prSet phldrT="[Text]"/>
      <dgm:spPr/>
      <dgm:t>
        <a:bodyPr/>
        <a:lstStyle/>
        <a:p>
          <a:pPr>
            <a:lnSpc>
              <a:spcPct val="100000"/>
            </a:lnSpc>
          </a:pPr>
          <a:r>
            <a:rPr lang="en-SG"/>
            <a:t>Reflect</a:t>
          </a:r>
        </a:p>
      </dgm:t>
    </dgm:pt>
    <dgm:pt modelId="{8D2432A1-833B-4B9F-AFA9-38817571639C}" type="parTrans" cxnId="{2A19E873-9DD4-4B39-95CD-F6E96DF2BE0E}">
      <dgm:prSet/>
      <dgm:spPr/>
      <dgm:t>
        <a:bodyPr/>
        <a:lstStyle/>
        <a:p>
          <a:endParaRPr lang="en-SG"/>
        </a:p>
      </dgm:t>
    </dgm:pt>
    <dgm:pt modelId="{08BEC1CB-A205-4EC3-BE25-B24BC870EB76}" type="sibTrans" cxnId="{2A19E873-9DD4-4B39-95CD-F6E96DF2BE0E}">
      <dgm:prSet/>
      <dgm:spPr/>
      <dgm:t>
        <a:bodyPr/>
        <a:lstStyle/>
        <a:p>
          <a:endParaRPr lang="en-SG"/>
        </a:p>
      </dgm:t>
    </dgm:pt>
    <dgm:pt modelId="{0530C87E-F949-412A-8460-942EE8499DC1}">
      <dgm:prSet phldrT="[Text]"/>
      <dgm:spPr/>
      <dgm:t>
        <a:bodyPr/>
        <a:lstStyle/>
        <a:p>
          <a:pPr>
            <a:lnSpc>
              <a:spcPct val="100000"/>
            </a:lnSpc>
          </a:pPr>
          <a:r>
            <a:rPr lang="en-SG"/>
            <a:t>Perform</a:t>
          </a:r>
        </a:p>
      </dgm:t>
    </dgm:pt>
    <dgm:pt modelId="{C32AA58D-0807-4A30-8447-9807FAD9EBDD}" type="parTrans" cxnId="{8E386422-8BDC-4950-B84C-03CD602303B1}">
      <dgm:prSet/>
      <dgm:spPr/>
      <dgm:t>
        <a:bodyPr/>
        <a:lstStyle/>
        <a:p>
          <a:endParaRPr lang="en-SG"/>
        </a:p>
      </dgm:t>
    </dgm:pt>
    <dgm:pt modelId="{FC61DBFB-2045-48B0-B61C-F236CF0C3C8C}" type="sibTrans" cxnId="{8E386422-8BDC-4950-B84C-03CD602303B1}">
      <dgm:prSet/>
      <dgm:spPr/>
      <dgm:t>
        <a:bodyPr/>
        <a:lstStyle/>
        <a:p>
          <a:endParaRPr lang="en-SG"/>
        </a:p>
      </dgm:t>
    </dgm:pt>
    <dgm:pt modelId="{BCDCE58D-B8B9-4D0D-8DCE-F723F4360368}" type="pres">
      <dgm:prSet presAssocID="{B8A7F28C-AF6C-40A1-8049-9CBD74F06CA7}" presName="root" presStyleCnt="0">
        <dgm:presLayoutVars>
          <dgm:dir/>
          <dgm:resizeHandles val="exact"/>
        </dgm:presLayoutVars>
      </dgm:prSet>
      <dgm:spPr/>
    </dgm:pt>
    <dgm:pt modelId="{82709F9D-1BAD-4F81-843A-D8338AD66463}" type="pres">
      <dgm:prSet presAssocID="{9C6EE2AA-F332-4362-8B16-4D2D7F1C023D}" presName="compNode" presStyleCnt="0"/>
      <dgm:spPr/>
    </dgm:pt>
    <dgm:pt modelId="{69A33638-C58F-4146-BCE9-27656C2D8926}" type="pres">
      <dgm:prSet presAssocID="{9C6EE2AA-F332-4362-8B16-4D2D7F1C023D}" presName="bgRect" presStyleLbl="bgShp" presStyleIdx="0" presStyleCnt="4"/>
      <dgm:spPr/>
    </dgm:pt>
    <dgm:pt modelId="{304A144C-F02F-400A-B73C-905F8C49F48E}" type="pres">
      <dgm:prSet presAssocID="{9C6EE2AA-F332-4362-8B16-4D2D7F1C023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A722FD08-F87A-4D47-91B0-1CBF79F77A8D}" type="pres">
      <dgm:prSet presAssocID="{9C6EE2AA-F332-4362-8B16-4D2D7F1C023D}" presName="spaceRect" presStyleCnt="0"/>
      <dgm:spPr/>
    </dgm:pt>
    <dgm:pt modelId="{7B6D7C2F-8671-4018-8660-FFFEC588CB51}" type="pres">
      <dgm:prSet presAssocID="{9C6EE2AA-F332-4362-8B16-4D2D7F1C023D}" presName="parTx" presStyleLbl="revTx" presStyleIdx="0" presStyleCnt="4">
        <dgm:presLayoutVars>
          <dgm:chMax val="0"/>
          <dgm:chPref val="0"/>
        </dgm:presLayoutVars>
      </dgm:prSet>
      <dgm:spPr/>
    </dgm:pt>
    <dgm:pt modelId="{1AD832C1-92F8-4CE6-B9B5-28AD80823021}" type="pres">
      <dgm:prSet presAssocID="{1A61B4EE-6C7A-4EBD-BEE2-976A63A92D9D}" presName="sibTrans" presStyleCnt="0"/>
      <dgm:spPr/>
    </dgm:pt>
    <dgm:pt modelId="{D2052A70-7AE4-4ED1-A050-0E039ADFAF8B}" type="pres">
      <dgm:prSet presAssocID="{0530C87E-F949-412A-8460-942EE8499DC1}" presName="compNode" presStyleCnt="0"/>
      <dgm:spPr/>
    </dgm:pt>
    <dgm:pt modelId="{EB85DB66-44B9-4479-BBE3-9F5AF8EC80C1}" type="pres">
      <dgm:prSet presAssocID="{0530C87E-F949-412A-8460-942EE8499DC1}" presName="bgRect" presStyleLbl="bgShp" presStyleIdx="1" presStyleCnt="4"/>
      <dgm:spPr/>
    </dgm:pt>
    <dgm:pt modelId="{DDEC43D4-24AD-4D68-B98E-33C375679291}" type="pres">
      <dgm:prSet presAssocID="{0530C87E-F949-412A-8460-942EE8499DC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ecurity Camera"/>
        </a:ext>
      </dgm:extLst>
    </dgm:pt>
    <dgm:pt modelId="{6E4078A9-6345-4DFF-9D5A-1D62FBABB7DA}" type="pres">
      <dgm:prSet presAssocID="{0530C87E-F949-412A-8460-942EE8499DC1}" presName="spaceRect" presStyleCnt="0"/>
      <dgm:spPr/>
    </dgm:pt>
    <dgm:pt modelId="{E8A08506-FDC9-49FF-B1A3-E498F8C3BCFE}" type="pres">
      <dgm:prSet presAssocID="{0530C87E-F949-412A-8460-942EE8499DC1}" presName="parTx" presStyleLbl="revTx" presStyleIdx="1" presStyleCnt="4">
        <dgm:presLayoutVars>
          <dgm:chMax val="0"/>
          <dgm:chPref val="0"/>
        </dgm:presLayoutVars>
      </dgm:prSet>
      <dgm:spPr/>
    </dgm:pt>
    <dgm:pt modelId="{2F329A8B-8D4B-453D-B077-959E7C0B9F40}" type="pres">
      <dgm:prSet presAssocID="{FC61DBFB-2045-48B0-B61C-F236CF0C3C8C}" presName="sibTrans" presStyleCnt="0"/>
      <dgm:spPr/>
    </dgm:pt>
    <dgm:pt modelId="{99B40257-F1FF-439C-9118-BB67E5D0CA36}" type="pres">
      <dgm:prSet presAssocID="{672A1EEC-62EC-4DC4-B6D0-E169F300FDF9}" presName="compNode" presStyleCnt="0"/>
      <dgm:spPr/>
    </dgm:pt>
    <dgm:pt modelId="{771800CD-0D5D-4818-AE5B-A8BD30F71620}" type="pres">
      <dgm:prSet presAssocID="{672A1EEC-62EC-4DC4-B6D0-E169F300FDF9}" presName="bgRect" presStyleLbl="bgShp" presStyleIdx="2" presStyleCnt="4" custLinFactNeighborX="-11041" custLinFactNeighborY="3647"/>
      <dgm:spPr/>
    </dgm:pt>
    <dgm:pt modelId="{0F50498C-9104-4730-A84F-C0E2C4CC8288}" type="pres">
      <dgm:prSet presAssocID="{672A1EEC-62EC-4DC4-B6D0-E169F300FDF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hought bubble"/>
        </a:ext>
      </dgm:extLst>
    </dgm:pt>
    <dgm:pt modelId="{2A655564-941E-4336-8866-26409FC4A206}" type="pres">
      <dgm:prSet presAssocID="{672A1EEC-62EC-4DC4-B6D0-E169F300FDF9}" presName="spaceRect" presStyleCnt="0"/>
      <dgm:spPr/>
    </dgm:pt>
    <dgm:pt modelId="{A865A6D4-37C7-4EA5-99C7-63454289754B}" type="pres">
      <dgm:prSet presAssocID="{672A1EEC-62EC-4DC4-B6D0-E169F300FDF9}" presName="parTx" presStyleLbl="revTx" presStyleIdx="2" presStyleCnt="4">
        <dgm:presLayoutVars>
          <dgm:chMax val="0"/>
          <dgm:chPref val="0"/>
        </dgm:presLayoutVars>
      </dgm:prSet>
      <dgm:spPr/>
    </dgm:pt>
    <dgm:pt modelId="{8CCAFE53-4BB1-411D-B338-5BBE7C923CB3}" type="pres">
      <dgm:prSet presAssocID="{8A3A8D42-8386-446C-9781-72ABFA691E0C}" presName="sibTrans" presStyleCnt="0"/>
      <dgm:spPr/>
    </dgm:pt>
    <dgm:pt modelId="{E5CE60A6-5C3B-4035-8FD4-D20386A778C8}" type="pres">
      <dgm:prSet presAssocID="{8F23A7EB-5992-4412-9FFB-004F2779DFD0}" presName="compNode" presStyleCnt="0"/>
      <dgm:spPr/>
    </dgm:pt>
    <dgm:pt modelId="{4B904187-6022-4BF8-BD06-6F82074F0FA3}" type="pres">
      <dgm:prSet presAssocID="{8F23A7EB-5992-4412-9FFB-004F2779DFD0}" presName="bgRect" presStyleLbl="bgShp" presStyleIdx="3" presStyleCnt="4"/>
      <dgm:spPr/>
    </dgm:pt>
    <dgm:pt modelId="{BBE8EFC7-84AC-468E-97E0-80400A97BB9F}" type="pres">
      <dgm:prSet presAssocID="{8F23A7EB-5992-4412-9FFB-004F2779DFD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heatre"/>
        </a:ext>
      </dgm:extLst>
    </dgm:pt>
    <dgm:pt modelId="{BE6B4B4B-96B9-4EA0-A2C2-C3BEC3BD9F7D}" type="pres">
      <dgm:prSet presAssocID="{8F23A7EB-5992-4412-9FFB-004F2779DFD0}" presName="spaceRect" presStyleCnt="0"/>
      <dgm:spPr/>
    </dgm:pt>
    <dgm:pt modelId="{0C74ECB4-60EE-4984-801A-76050C5F48A9}" type="pres">
      <dgm:prSet presAssocID="{8F23A7EB-5992-4412-9FFB-004F2779DFD0}" presName="parTx" presStyleLbl="revTx" presStyleIdx="3" presStyleCnt="4">
        <dgm:presLayoutVars>
          <dgm:chMax val="0"/>
          <dgm:chPref val="0"/>
        </dgm:presLayoutVars>
      </dgm:prSet>
      <dgm:spPr/>
    </dgm:pt>
  </dgm:ptLst>
  <dgm:cxnLst>
    <dgm:cxn modelId="{6D93C902-7773-4041-A1AA-86CBE41F9C16}" type="presOf" srcId="{672A1EEC-62EC-4DC4-B6D0-E169F300FDF9}" destId="{A865A6D4-37C7-4EA5-99C7-63454289754B}" srcOrd="0" destOrd="0" presId="urn:microsoft.com/office/officeart/2018/2/layout/IconVerticalSolidList"/>
    <dgm:cxn modelId="{8E386422-8BDC-4950-B84C-03CD602303B1}" srcId="{B8A7F28C-AF6C-40A1-8049-9CBD74F06CA7}" destId="{0530C87E-F949-412A-8460-942EE8499DC1}" srcOrd="1" destOrd="0" parTransId="{C32AA58D-0807-4A30-8447-9807FAD9EBDD}" sibTransId="{FC61DBFB-2045-48B0-B61C-F236CF0C3C8C}"/>
    <dgm:cxn modelId="{E0C01D28-1649-4E30-A243-D50F4F64F6B4}" srcId="{B8A7F28C-AF6C-40A1-8049-9CBD74F06CA7}" destId="{9C6EE2AA-F332-4362-8B16-4D2D7F1C023D}" srcOrd="0" destOrd="0" parTransId="{36A5E9FD-35A7-40E9-B652-588F537199B4}" sibTransId="{1A61B4EE-6C7A-4EBD-BEE2-976A63A92D9D}"/>
    <dgm:cxn modelId="{2A19E873-9DD4-4B39-95CD-F6E96DF2BE0E}" srcId="{B8A7F28C-AF6C-40A1-8049-9CBD74F06CA7}" destId="{8F23A7EB-5992-4412-9FFB-004F2779DFD0}" srcOrd="3" destOrd="0" parTransId="{8D2432A1-833B-4B9F-AFA9-38817571639C}" sibTransId="{08BEC1CB-A205-4EC3-BE25-B24BC870EB76}"/>
    <dgm:cxn modelId="{53A9E95A-8B85-4726-839C-A49FA3540892}" type="presOf" srcId="{0530C87E-F949-412A-8460-942EE8499DC1}" destId="{E8A08506-FDC9-49FF-B1A3-E498F8C3BCFE}" srcOrd="0" destOrd="0" presId="urn:microsoft.com/office/officeart/2018/2/layout/IconVerticalSolidList"/>
    <dgm:cxn modelId="{9E3FF59F-E099-4DA4-AEEB-E70077172264}" srcId="{B8A7F28C-AF6C-40A1-8049-9CBD74F06CA7}" destId="{672A1EEC-62EC-4DC4-B6D0-E169F300FDF9}" srcOrd="2" destOrd="0" parTransId="{8DF2B970-D023-4D55-8CE5-389CE40344DD}" sibTransId="{8A3A8D42-8386-446C-9781-72ABFA691E0C}"/>
    <dgm:cxn modelId="{096F91A7-0741-4191-AE11-3C3392563E1F}" type="presOf" srcId="{9C6EE2AA-F332-4362-8B16-4D2D7F1C023D}" destId="{7B6D7C2F-8671-4018-8660-FFFEC588CB51}" srcOrd="0" destOrd="0" presId="urn:microsoft.com/office/officeart/2018/2/layout/IconVerticalSolidList"/>
    <dgm:cxn modelId="{682E53A8-4E9A-4770-99FD-1066C0E11DE4}" type="presOf" srcId="{8F23A7EB-5992-4412-9FFB-004F2779DFD0}" destId="{0C74ECB4-60EE-4984-801A-76050C5F48A9}" srcOrd="0" destOrd="0" presId="urn:microsoft.com/office/officeart/2018/2/layout/IconVerticalSolidList"/>
    <dgm:cxn modelId="{23D6F3DF-F4B5-4627-B504-F72E6525EAB3}" type="presOf" srcId="{B8A7F28C-AF6C-40A1-8049-9CBD74F06CA7}" destId="{BCDCE58D-B8B9-4D0D-8DCE-F723F4360368}" srcOrd="0" destOrd="0" presId="urn:microsoft.com/office/officeart/2018/2/layout/IconVerticalSolidList"/>
    <dgm:cxn modelId="{1F9A172D-D4F9-4FCE-B7DB-255F43D6F932}" type="presParOf" srcId="{BCDCE58D-B8B9-4D0D-8DCE-F723F4360368}" destId="{82709F9D-1BAD-4F81-843A-D8338AD66463}" srcOrd="0" destOrd="0" presId="urn:microsoft.com/office/officeart/2018/2/layout/IconVerticalSolidList"/>
    <dgm:cxn modelId="{47ADD97F-0F09-46B7-B0F1-706DDFABD69F}" type="presParOf" srcId="{82709F9D-1BAD-4F81-843A-D8338AD66463}" destId="{69A33638-C58F-4146-BCE9-27656C2D8926}" srcOrd="0" destOrd="0" presId="urn:microsoft.com/office/officeart/2018/2/layout/IconVerticalSolidList"/>
    <dgm:cxn modelId="{B7A602DD-9F81-407F-985B-9BD40AF0DCFE}" type="presParOf" srcId="{82709F9D-1BAD-4F81-843A-D8338AD66463}" destId="{304A144C-F02F-400A-B73C-905F8C49F48E}" srcOrd="1" destOrd="0" presId="urn:microsoft.com/office/officeart/2018/2/layout/IconVerticalSolidList"/>
    <dgm:cxn modelId="{B993F505-E004-44A9-BBDD-E0C18C696DFD}" type="presParOf" srcId="{82709F9D-1BAD-4F81-843A-D8338AD66463}" destId="{A722FD08-F87A-4D47-91B0-1CBF79F77A8D}" srcOrd="2" destOrd="0" presId="urn:microsoft.com/office/officeart/2018/2/layout/IconVerticalSolidList"/>
    <dgm:cxn modelId="{706D0B7F-957D-42C0-AD10-AFC9C2D4227E}" type="presParOf" srcId="{82709F9D-1BAD-4F81-843A-D8338AD66463}" destId="{7B6D7C2F-8671-4018-8660-FFFEC588CB51}" srcOrd="3" destOrd="0" presId="urn:microsoft.com/office/officeart/2018/2/layout/IconVerticalSolidList"/>
    <dgm:cxn modelId="{25951CCC-3B9A-4276-A0B8-595DEF84BFB0}" type="presParOf" srcId="{BCDCE58D-B8B9-4D0D-8DCE-F723F4360368}" destId="{1AD832C1-92F8-4CE6-B9B5-28AD80823021}" srcOrd="1" destOrd="0" presId="urn:microsoft.com/office/officeart/2018/2/layout/IconVerticalSolidList"/>
    <dgm:cxn modelId="{18FC9D04-293B-42C2-8693-664A8EB8FFCD}" type="presParOf" srcId="{BCDCE58D-B8B9-4D0D-8DCE-F723F4360368}" destId="{D2052A70-7AE4-4ED1-A050-0E039ADFAF8B}" srcOrd="2" destOrd="0" presId="urn:microsoft.com/office/officeart/2018/2/layout/IconVerticalSolidList"/>
    <dgm:cxn modelId="{42EBCF5E-6A07-4C5F-8078-862D86C1F7C0}" type="presParOf" srcId="{D2052A70-7AE4-4ED1-A050-0E039ADFAF8B}" destId="{EB85DB66-44B9-4479-BBE3-9F5AF8EC80C1}" srcOrd="0" destOrd="0" presId="urn:microsoft.com/office/officeart/2018/2/layout/IconVerticalSolidList"/>
    <dgm:cxn modelId="{EC01294B-B04A-4936-8B18-C29262063497}" type="presParOf" srcId="{D2052A70-7AE4-4ED1-A050-0E039ADFAF8B}" destId="{DDEC43D4-24AD-4D68-B98E-33C375679291}" srcOrd="1" destOrd="0" presId="urn:microsoft.com/office/officeart/2018/2/layout/IconVerticalSolidList"/>
    <dgm:cxn modelId="{F0957750-89CF-4F95-A168-6AA4CD7BC2E6}" type="presParOf" srcId="{D2052A70-7AE4-4ED1-A050-0E039ADFAF8B}" destId="{6E4078A9-6345-4DFF-9D5A-1D62FBABB7DA}" srcOrd="2" destOrd="0" presId="urn:microsoft.com/office/officeart/2018/2/layout/IconVerticalSolidList"/>
    <dgm:cxn modelId="{E949CF52-9A4B-4829-ADBD-69F0954CD63A}" type="presParOf" srcId="{D2052A70-7AE4-4ED1-A050-0E039ADFAF8B}" destId="{E8A08506-FDC9-49FF-B1A3-E498F8C3BCFE}" srcOrd="3" destOrd="0" presId="urn:microsoft.com/office/officeart/2018/2/layout/IconVerticalSolidList"/>
    <dgm:cxn modelId="{94FF264B-9C5E-4449-A475-1CF9F9A68A84}" type="presParOf" srcId="{BCDCE58D-B8B9-4D0D-8DCE-F723F4360368}" destId="{2F329A8B-8D4B-453D-B077-959E7C0B9F40}" srcOrd="3" destOrd="0" presId="urn:microsoft.com/office/officeart/2018/2/layout/IconVerticalSolidList"/>
    <dgm:cxn modelId="{4558134C-F55D-4576-9E67-6ECE7E8650A1}" type="presParOf" srcId="{BCDCE58D-B8B9-4D0D-8DCE-F723F4360368}" destId="{99B40257-F1FF-439C-9118-BB67E5D0CA36}" srcOrd="4" destOrd="0" presId="urn:microsoft.com/office/officeart/2018/2/layout/IconVerticalSolidList"/>
    <dgm:cxn modelId="{CDC76552-A0C7-4B2F-AB74-5546C6F75212}" type="presParOf" srcId="{99B40257-F1FF-439C-9118-BB67E5D0CA36}" destId="{771800CD-0D5D-4818-AE5B-A8BD30F71620}" srcOrd="0" destOrd="0" presId="urn:microsoft.com/office/officeart/2018/2/layout/IconVerticalSolidList"/>
    <dgm:cxn modelId="{A8BFA920-31D6-4FAE-B701-C3CFAD46C66C}" type="presParOf" srcId="{99B40257-F1FF-439C-9118-BB67E5D0CA36}" destId="{0F50498C-9104-4730-A84F-C0E2C4CC8288}" srcOrd="1" destOrd="0" presId="urn:microsoft.com/office/officeart/2018/2/layout/IconVerticalSolidList"/>
    <dgm:cxn modelId="{FAEF5355-57E8-4C34-A5C8-8AFE95D76F9E}" type="presParOf" srcId="{99B40257-F1FF-439C-9118-BB67E5D0CA36}" destId="{2A655564-941E-4336-8866-26409FC4A206}" srcOrd="2" destOrd="0" presId="urn:microsoft.com/office/officeart/2018/2/layout/IconVerticalSolidList"/>
    <dgm:cxn modelId="{52BD87B2-990F-475A-A995-E42011FCB587}" type="presParOf" srcId="{99B40257-F1FF-439C-9118-BB67E5D0CA36}" destId="{A865A6D4-37C7-4EA5-99C7-63454289754B}" srcOrd="3" destOrd="0" presId="urn:microsoft.com/office/officeart/2018/2/layout/IconVerticalSolidList"/>
    <dgm:cxn modelId="{4944C4E8-06A1-4678-AD9F-0AFD3FC25A55}" type="presParOf" srcId="{BCDCE58D-B8B9-4D0D-8DCE-F723F4360368}" destId="{8CCAFE53-4BB1-411D-B338-5BBE7C923CB3}" srcOrd="5" destOrd="0" presId="urn:microsoft.com/office/officeart/2018/2/layout/IconVerticalSolidList"/>
    <dgm:cxn modelId="{9F181002-FF61-4C14-8591-7AA84F093893}" type="presParOf" srcId="{BCDCE58D-B8B9-4D0D-8DCE-F723F4360368}" destId="{E5CE60A6-5C3B-4035-8FD4-D20386A778C8}" srcOrd="6" destOrd="0" presId="urn:microsoft.com/office/officeart/2018/2/layout/IconVerticalSolidList"/>
    <dgm:cxn modelId="{B8D31757-5E57-4BB0-8F17-B73810E30685}" type="presParOf" srcId="{E5CE60A6-5C3B-4035-8FD4-D20386A778C8}" destId="{4B904187-6022-4BF8-BD06-6F82074F0FA3}" srcOrd="0" destOrd="0" presId="urn:microsoft.com/office/officeart/2018/2/layout/IconVerticalSolidList"/>
    <dgm:cxn modelId="{13711606-90EC-49DA-AD25-0A1184F651D1}" type="presParOf" srcId="{E5CE60A6-5C3B-4035-8FD4-D20386A778C8}" destId="{BBE8EFC7-84AC-468E-97E0-80400A97BB9F}" srcOrd="1" destOrd="0" presId="urn:microsoft.com/office/officeart/2018/2/layout/IconVerticalSolidList"/>
    <dgm:cxn modelId="{78085FEA-D07C-4E3F-9DC0-3A2A640782EB}" type="presParOf" srcId="{E5CE60A6-5C3B-4035-8FD4-D20386A778C8}" destId="{BE6B4B4B-96B9-4EA0-A2C2-C3BEC3BD9F7D}" srcOrd="2" destOrd="0" presId="urn:microsoft.com/office/officeart/2018/2/layout/IconVerticalSolidList"/>
    <dgm:cxn modelId="{E0B98744-2737-45D6-9EE5-91D2521919C9}" type="presParOf" srcId="{E5CE60A6-5C3B-4035-8FD4-D20386A778C8}" destId="{0C74ECB4-60EE-4984-801A-76050C5F48A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B9C6DF-72CF-4A1E-AB2C-727F1E4B5927}" type="doc">
      <dgm:prSet loTypeId="urn:microsoft.com/office/officeart/2016/7/layout/VerticalHollowActionList" loCatId="List" qsTypeId="urn:microsoft.com/office/officeart/2005/8/quickstyle/simple1" qsCatId="simple" csTypeId="urn:microsoft.com/office/officeart/2005/8/colors/colorful1" csCatId="colorful" phldr="1"/>
      <dgm:spPr/>
      <dgm:t>
        <a:bodyPr/>
        <a:lstStyle/>
        <a:p>
          <a:endParaRPr lang="en-US"/>
        </a:p>
      </dgm:t>
    </dgm:pt>
    <dgm:pt modelId="{61970C64-8639-4CA6-942D-023966B549A4}">
      <dgm:prSet custT="1"/>
      <dgm:spPr/>
      <dgm:t>
        <a:bodyPr/>
        <a:lstStyle/>
        <a:p>
          <a:r>
            <a:rPr lang="en-US" sz="2000" dirty="0"/>
            <a:t>Topics</a:t>
          </a:r>
        </a:p>
      </dgm:t>
    </dgm:pt>
    <dgm:pt modelId="{BBB19811-8B86-42DD-A4E9-8218D1CB4CBC}" type="parTrans" cxnId="{DC915979-A98F-4424-AC10-9D288C339D74}">
      <dgm:prSet/>
      <dgm:spPr/>
      <dgm:t>
        <a:bodyPr/>
        <a:lstStyle/>
        <a:p>
          <a:endParaRPr lang="en-US" sz="2000"/>
        </a:p>
      </dgm:t>
    </dgm:pt>
    <dgm:pt modelId="{4D55FB73-1404-494A-A1E0-E90518585504}" type="sibTrans" cxnId="{DC915979-A98F-4424-AC10-9D288C339D74}">
      <dgm:prSet/>
      <dgm:spPr/>
      <dgm:t>
        <a:bodyPr/>
        <a:lstStyle/>
        <a:p>
          <a:endParaRPr lang="en-US" sz="2000"/>
        </a:p>
      </dgm:t>
    </dgm:pt>
    <dgm:pt modelId="{CA9384F8-AA8F-4B20-B278-7F2F4F230888}">
      <dgm:prSet custT="1"/>
      <dgm:spPr/>
      <dgm:t>
        <a:bodyPr anchor="ctr"/>
        <a:lstStyle/>
        <a:p>
          <a:r>
            <a:rPr lang="en-US" sz="1800" dirty="0"/>
            <a:t>Why data analytics?</a:t>
          </a:r>
        </a:p>
        <a:p>
          <a:r>
            <a:rPr lang="en-US" sz="1800" dirty="0"/>
            <a:t>Four levels of data analytics</a:t>
          </a:r>
        </a:p>
        <a:p>
          <a:r>
            <a:rPr lang="en-US" sz="1800" dirty="0"/>
            <a:t>Data analytics Process</a:t>
          </a:r>
        </a:p>
        <a:p>
          <a:r>
            <a:rPr lang="en-US" sz="1800" dirty="0"/>
            <a:t>Central Tendency/Spread</a:t>
          </a:r>
        </a:p>
      </dgm:t>
    </dgm:pt>
    <dgm:pt modelId="{B594C59E-E3AA-443F-A030-BA0157D0F903}" type="parTrans" cxnId="{0BEAC458-59E6-44DE-A3BF-A5195DA83E0C}">
      <dgm:prSet/>
      <dgm:spPr/>
      <dgm:t>
        <a:bodyPr/>
        <a:lstStyle/>
        <a:p>
          <a:endParaRPr lang="en-US" sz="2000"/>
        </a:p>
      </dgm:t>
    </dgm:pt>
    <dgm:pt modelId="{94FC5A4C-863C-4D76-8007-091C6A17498F}" type="sibTrans" cxnId="{0BEAC458-59E6-44DE-A3BF-A5195DA83E0C}">
      <dgm:prSet/>
      <dgm:spPr/>
      <dgm:t>
        <a:bodyPr/>
        <a:lstStyle/>
        <a:p>
          <a:endParaRPr lang="en-US" sz="2000"/>
        </a:p>
      </dgm:t>
    </dgm:pt>
    <dgm:pt modelId="{BF4081C6-3EA2-4C3F-BC46-487FF1ADEFE0}">
      <dgm:prSet custT="1"/>
      <dgm:spPr/>
      <dgm:t>
        <a:bodyPr/>
        <a:lstStyle/>
        <a:p>
          <a:r>
            <a:rPr lang="en-US" sz="2000" dirty="0"/>
            <a:t>Exercise</a:t>
          </a:r>
        </a:p>
      </dgm:t>
    </dgm:pt>
    <dgm:pt modelId="{8C740D6F-8FF2-4A57-937B-F806EB9B5D94}" type="parTrans" cxnId="{207BC164-DC24-4868-BE39-C00244B06777}">
      <dgm:prSet/>
      <dgm:spPr/>
      <dgm:t>
        <a:bodyPr/>
        <a:lstStyle/>
        <a:p>
          <a:endParaRPr lang="en-US" sz="2000"/>
        </a:p>
      </dgm:t>
    </dgm:pt>
    <dgm:pt modelId="{24A46917-A227-4861-8154-ABA7F6CDB90D}" type="sibTrans" cxnId="{207BC164-DC24-4868-BE39-C00244B06777}">
      <dgm:prSet/>
      <dgm:spPr/>
      <dgm:t>
        <a:bodyPr/>
        <a:lstStyle/>
        <a:p>
          <a:endParaRPr lang="en-US" sz="2000"/>
        </a:p>
      </dgm:t>
    </dgm:pt>
    <dgm:pt modelId="{7D852DD8-A1AD-4521-A804-34865CDBDA2C}">
      <dgm:prSet custT="1"/>
      <dgm:spPr>
        <a:solidFill>
          <a:schemeClr val="accent4">
            <a:lumMod val="60000"/>
            <a:lumOff val="40000"/>
          </a:schemeClr>
        </a:solidFill>
      </dgm:spPr>
      <dgm:t>
        <a:bodyPr/>
        <a:lstStyle/>
        <a:p>
          <a:r>
            <a:rPr lang="en-US" sz="1800" dirty="0">
              <a:solidFill>
                <a:schemeClr val="tx1"/>
              </a:solidFill>
            </a:rPr>
            <a:t>Self-Assessment (week 1)</a:t>
          </a:r>
        </a:p>
      </dgm:t>
    </dgm:pt>
    <dgm:pt modelId="{94A4F7AC-5C96-450A-9FE9-7E3C07A18C75}" type="parTrans" cxnId="{F0598C22-9965-4E5F-992E-9990C0AC6ADF}">
      <dgm:prSet/>
      <dgm:spPr/>
      <dgm:t>
        <a:bodyPr/>
        <a:lstStyle/>
        <a:p>
          <a:endParaRPr lang="en-US" sz="2000"/>
        </a:p>
      </dgm:t>
    </dgm:pt>
    <dgm:pt modelId="{B5A74FCB-C1F2-4E3C-89AC-C6F6780B84DD}" type="sibTrans" cxnId="{F0598C22-9965-4E5F-992E-9990C0AC6ADF}">
      <dgm:prSet/>
      <dgm:spPr/>
      <dgm:t>
        <a:bodyPr/>
        <a:lstStyle/>
        <a:p>
          <a:endParaRPr lang="en-US" sz="2000"/>
        </a:p>
      </dgm:t>
    </dgm:pt>
    <dgm:pt modelId="{1F9FAB12-8795-48AE-A89A-E1F6DB1C3F4F}">
      <dgm:prSet custT="1"/>
      <dgm:spPr/>
      <dgm:t>
        <a:bodyPr/>
        <a:lstStyle/>
        <a:p>
          <a:r>
            <a:rPr lang="en-US" sz="2000" dirty="0"/>
            <a:t>Installation</a:t>
          </a:r>
        </a:p>
      </dgm:t>
    </dgm:pt>
    <dgm:pt modelId="{46108CD6-4C92-4FDD-BA77-FA765D72F245}" type="parTrans" cxnId="{07331C61-D1CE-4A31-9E24-15C2B119372D}">
      <dgm:prSet/>
      <dgm:spPr/>
      <dgm:t>
        <a:bodyPr/>
        <a:lstStyle/>
        <a:p>
          <a:endParaRPr lang="en-US" sz="2000"/>
        </a:p>
      </dgm:t>
    </dgm:pt>
    <dgm:pt modelId="{70AFF005-A303-4FBF-8E1F-27AC9FA3102C}" type="sibTrans" cxnId="{07331C61-D1CE-4A31-9E24-15C2B119372D}">
      <dgm:prSet/>
      <dgm:spPr/>
      <dgm:t>
        <a:bodyPr/>
        <a:lstStyle/>
        <a:p>
          <a:endParaRPr lang="en-US" sz="2000"/>
        </a:p>
      </dgm:t>
    </dgm:pt>
    <dgm:pt modelId="{91260F17-89DD-4747-908D-FBBDA6FE9EC5}">
      <dgm:prSet custT="1"/>
      <dgm:spPr/>
      <dgm:t>
        <a:bodyPr/>
        <a:lstStyle/>
        <a:p>
          <a:r>
            <a:rPr lang="en-US" sz="2000" dirty="0">
              <a:solidFill>
                <a:schemeClr val="tx1"/>
              </a:solidFill>
            </a:rPr>
            <a:t>KNIME and TABLEAU</a:t>
          </a:r>
        </a:p>
      </dgm:t>
    </dgm:pt>
    <dgm:pt modelId="{127B5AD7-606D-4586-88B7-C61EF5CB7834}" type="parTrans" cxnId="{E730ABF6-4408-42B9-B5A3-55710D1711E1}">
      <dgm:prSet/>
      <dgm:spPr/>
      <dgm:t>
        <a:bodyPr/>
        <a:lstStyle/>
        <a:p>
          <a:endParaRPr lang="en-US" sz="2000"/>
        </a:p>
      </dgm:t>
    </dgm:pt>
    <dgm:pt modelId="{8D7AB47B-D380-43C4-AB5A-E230A1DB945B}" type="sibTrans" cxnId="{E730ABF6-4408-42B9-B5A3-55710D1711E1}">
      <dgm:prSet/>
      <dgm:spPr/>
      <dgm:t>
        <a:bodyPr/>
        <a:lstStyle/>
        <a:p>
          <a:endParaRPr lang="en-US" sz="2000"/>
        </a:p>
      </dgm:t>
    </dgm:pt>
    <dgm:pt modelId="{A6778E0E-D7DA-4F8A-868F-A46043ADB691}">
      <dgm:prSet custT="1"/>
      <dgm:spPr/>
      <dgm:t>
        <a:bodyPr/>
        <a:lstStyle/>
        <a:p>
          <a:r>
            <a:rPr lang="en-US" sz="2000" dirty="0"/>
            <a:t>Self-Learning</a:t>
          </a:r>
        </a:p>
      </dgm:t>
    </dgm:pt>
    <dgm:pt modelId="{19122682-5994-49BE-849E-FD5EF0675553}" type="parTrans" cxnId="{023254A1-A904-405D-9AEF-39A1FE5DFFA9}">
      <dgm:prSet/>
      <dgm:spPr/>
      <dgm:t>
        <a:bodyPr/>
        <a:lstStyle/>
        <a:p>
          <a:endParaRPr lang="en-SG" sz="2000"/>
        </a:p>
      </dgm:t>
    </dgm:pt>
    <dgm:pt modelId="{4850392F-19DC-4F97-B831-A28A0EC0DBE3}" type="sibTrans" cxnId="{023254A1-A904-405D-9AEF-39A1FE5DFFA9}">
      <dgm:prSet/>
      <dgm:spPr/>
      <dgm:t>
        <a:bodyPr/>
        <a:lstStyle/>
        <a:p>
          <a:endParaRPr lang="en-SG" sz="2000"/>
        </a:p>
      </dgm:t>
    </dgm:pt>
    <dgm:pt modelId="{E5D4D47E-0DF6-4A72-AB5A-FD1C35AFB06C}">
      <dgm:prSet custT="1"/>
      <dgm:spPr/>
      <dgm:t>
        <a:bodyPr/>
        <a:lstStyle/>
        <a:p>
          <a:r>
            <a:rPr lang="en-US" sz="2000" dirty="0"/>
            <a:t>Week 1 &gt; Learning Material</a:t>
          </a:r>
        </a:p>
      </dgm:t>
    </dgm:pt>
    <dgm:pt modelId="{D4D1ACB4-9D4F-45F3-AF7E-57265FB1A293}" type="parTrans" cxnId="{F5C8FFD3-04D0-4429-8503-13D897FFD381}">
      <dgm:prSet/>
      <dgm:spPr/>
      <dgm:t>
        <a:bodyPr/>
        <a:lstStyle/>
        <a:p>
          <a:endParaRPr lang="en-SG" sz="2000"/>
        </a:p>
      </dgm:t>
    </dgm:pt>
    <dgm:pt modelId="{4E9ED737-594D-4D0F-A9DF-203639E92A9C}" type="sibTrans" cxnId="{F5C8FFD3-04D0-4429-8503-13D897FFD381}">
      <dgm:prSet/>
      <dgm:spPr/>
      <dgm:t>
        <a:bodyPr/>
        <a:lstStyle/>
        <a:p>
          <a:endParaRPr lang="en-SG" sz="2000"/>
        </a:p>
      </dgm:t>
    </dgm:pt>
    <dgm:pt modelId="{9970500F-A367-40E2-A727-6C05076B52E2}">
      <dgm:prSet custT="1"/>
      <dgm:spPr/>
      <dgm:t>
        <a:bodyPr/>
        <a:lstStyle/>
        <a:p>
          <a:r>
            <a:rPr lang="en-US" sz="2000" dirty="0"/>
            <a:t>Intro</a:t>
          </a:r>
        </a:p>
      </dgm:t>
    </dgm:pt>
    <dgm:pt modelId="{8CC80BFE-847F-40AA-9BAB-A9FC7FA9B855}" type="parTrans" cxnId="{1909BD68-EBA5-45E0-A48B-86F60FDCE3D1}">
      <dgm:prSet/>
      <dgm:spPr/>
      <dgm:t>
        <a:bodyPr/>
        <a:lstStyle/>
        <a:p>
          <a:endParaRPr lang="en-SG" sz="2000"/>
        </a:p>
      </dgm:t>
    </dgm:pt>
    <dgm:pt modelId="{FC896338-3677-4229-B0AA-9B302287208B}" type="sibTrans" cxnId="{1909BD68-EBA5-45E0-A48B-86F60FDCE3D1}">
      <dgm:prSet/>
      <dgm:spPr/>
      <dgm:t>
        <a:bodyPr/>
        <a:lstStyle/>
        <a:p>
          <a:endParaRPr lang="en-SG" sz="2000"/>
        </a:p>
      </dgm:t>
    </dgm:pt>
    <dgm:pt modelId="{E861B230-E07F-4262-AA00-9D1ED9060198}">
      <dgm:prSet custT="1"/>
      <dgm:spPr/>
      <dgm:t>
        <a:bodyPr/>
        <a:lstStyle/>
        <a:p>
          <a:r>
            <a:rPr lang="en-US" sz="2000" dirty="0"/>
            <a:t>Subject Overview</a:t>
          </a:r>
        </a:p>
      </dgm:t>
    </dgm:pt>
    <dgm:pt modelId="{A22FE27F-3C67-42AC-AA0A-ABAF07F86F82}" type="parTrans" cxnId="{59F963C7-E5DC-4CA1-A987-9D26F1E59D5C}">
      <dgm:prSet/>
      <dgm:spPr/>
      <dgm:t>
        <a:bodyPr/>
        <a:lstStyle/>
        <a:p>
          <a:endParaRPr lang="en-SG" sz="2000"/>
        </a:p>
      </dgm:t>
    </dgm:pt>
    <dgm:pt modelId="{CF313DD2-9A31-42EB-A61F-49D5DEC81A55}" type="sibTrans" cxnId="{59F963C7-E5DC-4CA1-A987-9D26F1E59D5C}">
      <dgm:prSet/>
      <dgm:spPr/>
      <dgm:t>
        <a:bodyPr/>
        <a:lstStyle/>
        <a:p>
          <a:endParaRPr lang="en-SG" sz="2000"/>
        </a:p>
      </dgm:t>
    </dgm:pt>
    <dgm:pt modelId="{E4BE7A10-C959-4F2E-BFFA-71F39CB71F60}">
      <dgm:prSet custT="1"/>
      <dgm:spPr/>
      <dgm:t>
        <a:bodyPr/>
        <a:lstStyle/>
        <a:p>
          <a:r>
            <a:rPr lang="en-US" sz="2000" dirty="0"/>
            <a:t>Classroom Rules</a:t>
          </a:r>
        </a:p>
      </dgm:t>
    </dgm:pt>
    <dgm:pt modelId="{86E5614C-583B-4596-A87D-8135160AC154}" type="parTrans" cxnId="{8E465CE9-E113-40B3-958E-225326FCFE77}">
      <dgm:prSet/>
      <dgm:spPr/>
      <dgm:t>
        <a:bodyPr/>
        <a:lstStyle/>
        <a:p>
          <a:endParaRPr lang="en-SG" sz="2000"/>
        </a:p>
      </dgm:t>
    </dgm:pt>
    <dgm:pt modelId="{2380CB99-14F5-479C-B429-971447657DF0}" type="sibTrans" cxnId="{8E465CE9-E113-40B3-958E-225326FCFE77}">
      <dgm:prSet/>
      <dgm:spPr/>
      <dgm:t>
        <a:bodyPr/>
        <a:lstStyle/>
        <a:p>
          <a:endParaRPr lang="en-SG" sz="2000"/>
        </a:p>
      </dgm:t>
    </dgm:pt>
    <dgm:pt modelId="{C30157AF-F6E2-4EBE-B247-93F7EF85158F}" type="pres">
      <dgm:prSet presAssocID="{F2B9C6DF-72CF-4A1E-AB2C-727F1E4B5927}" presName="Name0" presStyleCnt="0">
        <dgm:presLayoutVars>
          <dgm:dir/>
          <dgm:animLvl val="lvl"/>
          <dgm:resizeHandles val="exact"/>
        </dgm:presLayoutVars>
      </dgm:prSet>
      <dgm:spPr/>
    </dgm:pt>
    <dgm:pt modelId="{6B50F4CE-0722-4F9E-B3F3-8F066F02B6B9}" type="pres">
      <dgm:prSet presAssocID="{9970500F-A367-40E2-A727-6C05076B52E2}" presName="linNode" presStyleCnt="0"/>
      <dgm:spPr/>
    </dgm:pt>
    <dgm:pt modelId="{C15399DA-1A1C-402F-AAAE-10610D357FFA}" type="pres">
      <dgm:prSet presAssocID="{9970500F-A367-40E2-A727-6C05076B52E2}" presName="parentText" presStyleLbl="solidFgAcc1" presStyleIdx="0" presStyleCnt="5">
        <dgm:presLayoutVars>
          <dgm:chMax val="1"/>
          <dgm:bulletEnabled/>
        </dgm:presLayoutVars>
      </dgm:prSet>
      <dgm:spPr/>
    </dgm:pt>
    <dgm:pt modelId="{8C18B887-5170-46A4-B17D-5A4745E81DAF}" type="pres">
      <dgm:prSet presAssocID="{9970500F-A367-40E2-A727-6C05076B52E2}" presName="descendantText" presStyleLbl="alignNode1" presStyleIdx="0" presStyleCnt="5" custScaleY="171848" custLinFactNeighborX="-685" custLinFactNeighborY="-1904">
        <dgm:presLayoutVars>
          <dgm:bulletEnabled/>
        </dgm:presLayoutVars>
      </dgm:prSet>
      <dgm:spPr/>
    </dgm:pt>
    <dgm:pt modelId="{F6E7AE3D-B6A3-495C-ADA1-395006E87A84}" type="pres">
      <dgm:prSet presAssocID="{FC896338-3677-4229-B0AA-9B302287208B}" presName="sp" presStyleCnt="0"/>
      <dgm:spPr/>
    </dgm:pt>
    <dgm:pt modelId="{1C5124B0-0765-4119-B0F5-4688F2F1AA6B}" type="pres">
      <dgm:prSet presAssocID="{61970C64-8639-4CA6-942D-023966B549A4}" presName="linNode" presStyleCnt="0"/>
      <dgm:spPr/>
    </dgm:pt>
    <dgm:pt modelId="{7D00897C-45E1-4E27-B424-E65F06B9787B}" type="pres">
      <dgm:prSet presAssocID="{61970C64-8639-4CA6-942D-023966B549A4}" presName="parentText" presStyleLbl="solidFgAcc1" presStyleIdx="1" presStyleCnt="5" custLinFactNeighborY="49">
        <dgm:presLayoutVars>
          <dgm:chMax val="1"/>
          <dgm:bulletEnabled/>
        </dgm:presLayoutVars>
      </dgm:prSet>
      <dgm:spPr/>
    </dgm:pt>
    <dgm:pt modelId="{9CECE7FD-132D-493E-8375-4338C0C74A79}" type="pres">
      <dgm:prSet presAssocID="{61970C64-8639-4CA6-942D-023966B549A4}" presName="descendantText" presStyleLbl="alignNode1" presStyleIdx="1" presStyleCnt="5" custScaleY="345745">
        <dgm:presLayoutVars>
          <dgm:bulletEnabled/>
        </dgm:presLayoutVars>
      </dgm:prSet>
      <dgm:spPr/>
    </dgm:pt>
    <dgm:pt modelId="{9BAACAEF-1452-4CA0-B5B5-49B3FDF6ECB4}" type="pres">
      <dgm:prSet presAssocID="{4D55FB73-1404-494A-A1E0-E90518585504}" presName="sp" presStyleCnt="0"/>
      <dgm:spPr/>
    </dgm:pt>
    <dgm:pt modelId="{FF0FE632-E7FC-4373-BB31-75DC32446501}" type="pres">
      <dgm:prSet presAssocID="{BF4081C6-3EA2-4C3F-BC46-487FF1ADEFE0}" presName="linNode" presStyleCnt="0"/>
      <dgm:spPr/>
    </dgm:pt>
    <dgm:pt modelId="{27039C6E-4A63-416C-9FF4-8EB6379162F9}" type="pres">
      <dgm:prSet presAssocID="{BF4081C6-3EA2-4C3F-BC46-487FF1ADEFE0}" presName="parentText" presStyleLbl="solidFgAcc1" presStyleIdx="2" presStyleCnt="5">
        <dgm:presLayoutVars>
          <dgm:chMax val="1"/>
          <dgm:bulletEnabled/>
        </dgm:presLayoutVars>
      </dgm:prSet>
      <dgm:spPr/>
    </dgm:pt>
    <dgm:pt modelId="{FC4630A1-1DDF-4B25-A7BD-8BE2CAF0E4E4}" type="pres">
      <dgm:prSet presAssocID="{BF4081C6-3EA2-4C3F-BC46-487FF1ADEFE0}" presName="descendantText" presStyleLbl="alignNode1" presStyleIdx="2" presStyleCnt="5" custScaleY="190786">
        <dgm:presLayoutVars>
          <dgm:bulletEnabled/>
        </dgm:presLayoutVars>
      </dgm:prSet>
      <dgm:spPr/>
    </dgm:pt>
    <dgm:pt modelId="{1F43ABDA-9DBB-4919-9520-304B0D3A6618}" type="pres">
      <dgm:prSet presAssocID="{24A46917-A227-4861-8154-ABA7F6CDB90D}" presName="sp" presStyleCnt="0"/>
      <dgm:spPr/>
    </dgm:pt>
    <dgm:pt modelId="{3D8C4979-48E4-4D53-B53C-8380725B372D}" type="pres">
      <dgm:prSet presAssocID="{1F9FAB12-8795-48AE-A89A-E1F6DB1C3F4F}" presName="linNode" presStyleCnt="0"/>
      <dgm:spPr/>
    </dgm:pt>
    <dgm:pt modelId="{50D24DC4-1686-4DA9-9B47-9C1D45243714}" type="pres">
      <dgm:prSet presAssocID="{1F9FAB12-8795-48AE-A89A-E1F6DB1C3F4F}" presName="parentText" presStyleLbl="solidFgAcc1" presStyleIdx="3" presStyleCnt="5" custScaleX="316755">
        <dgm:presLayoutVars>
          <dgm:chMax val="1"/>
          <dgm:bulletEnabled/>
        </dgm:presLayoutVars>
      </dgm:prSet>
      <dgm:spPr/>
    </dgm:pt>
    <dgm:pt modelId="{7A0C0DFF-AF25-4C49-A9E6-DDA0DFF9239C}" type="pres">
      <dgm:prSet presAssocID="{1F9FAB12-8795-48AE-A89A-E1F6DB1C3F4F}" presName="descendantText" presStyleLbl="alignNode1" presStyleIdx="3" presStyleCnt="5" custScaleY="75776">
        <dgm:presLayoutVars>
          <dgm:bulletEnabled/>
        </dgm:presLayoutVars>
      </dgm:prSet>
      <dgm:spPr/>
    </dgm:pt>
    <dgm:pt modelId="{58E3A7A4-1149-4A4E-85E5-0D008490CBF7}" type="pres">
      <dgm:prSet presAssocID="{70AFF005-A303-4FBF-8E1F-27AC9FA3102C}" presName="sp" presStyleCnt="0"/>
      <dgm:spPr/>
    </dgm:pt>
    <dgm:pt modelId="{64B5350A-275A-47C0-8113-03EC095B29B5}" type="pres">
      <dgm:prSet presAssocID="{A6778E0E-D7DA-4F8A-868F-A46043ADB691}" presName="linNode" presStyleCnt="0"/>
      <dgm:spPr/>
    </dgm:pt>
    <dgm:pt modelId="{33330615-B5C7-4954-AA71-C0854A17CC56}" type="pres">
      <dgm:prSet presAssocID="{A6778E0E-D7DA-4F8A-868F-A46043ADB691}" presName="parentText" presStyleLbl="solidFgAcc1" presStyleIdx="4" presStyleCnt="5" custScaleX="251988">
        <dgm:presLayoutVars>
          <dgm:chMax val="1"/>
          <dgm:bulletEnabled/>
        </dgm:presLayoutVars>
      </dgm:prSet>
      <dgm:spPr/>
    </dgm:pt>
    <dgm:pt modelId="{AD4EE8B3-D4DA-4D2E-8F6F-672BE4FE8DBB}" type="pres">
      <dgm:prSet presAssocID="{A6778E0E-D7DA-4F8A-868F-A46043ADB691}" presName="descendantText" presStyleLbl="alignNode1" presStyleIdx="4" presStyleCnt="5" custScaleY="101942">
        <dgm:presLayoutVars>
          <dgm:bulletEnabled/>
        </dgm:presLayoutVars>
      </dgm:prSet>
      <dgm:spPr/>
    </dgm:pt>
  </dgm:ptLst>
  <dgm:cxnLst>
    <dgm:cxn modelId="{F0598C22-9965-4E5F-992E-9990C0AC6ADF}" srcId="{BF4081C6-3EA2-4C3F-BC46-487FF1ADEFE0}" destId="{7D852DD8-A1AD-4521-A804-34865CDBDA2C}" srcOrd="0" destOrd="0" parTransId="{94A4F7AC-5C96-450A-9FE9-7E3C07A18C75}" sibTransId="{B5A74FCB-C1F2-4E3C-89AC-C6F6780B84DD}"/>
    <dgm:cxn modelId="{4E589C5D-1961-4C2C-A300-1B5B812DF4E8}" type="presOf" srcId="{61970C64-8639-4CA6-942D-023966B549A4}" destId="{7D00897C-45E1-4E27-B424-E65F06B9787B}" srcOrd="0" destOrd="0" presId="urn:microsoft.com/office/officeart/2016/7/layout/VerticalHollowActionList"/>
    <dgm:cxn modelId="{E33F825E-0AF0-4EE3-9F37-FB784A626FE5}" type="presOf" srcId="{A6778E0E-D7DA-4F8A-868F-A46043ADB691}" destId="{33330615-B5C7-4954-AA71-C0854A17CC56}" srcOrd="0" destOrd="0" presId="urn:microsoft.com/office/officeart/2016/7/layout/VerticalHollowActionList"/>
    <dgm:cxn modelId="{07331C61-D1CE-4A31-9E24-15C2B119372D}" srcId="{F2B9C6DF-72CF-4A1E-AB2C-727F1E4B5927}" destId="{1F9FAB12-8795-48AE-A89A-E1F6DB1C3F4F}" srcOrd="3" destOrd="0" parTransId="{46108CD6-4C92-4FDD-BA77-FA765D72F245}" sibTransId="{70AFF005-A303-4FBF-8E1F-27AC9FA3102C}"/>
    <dgm:cxn modelId="{207BC164-DC24-4868-BE39-C00244B06777}" srcId="{F2B9C6DF-72CF-4A1E-AB2C-727F1E4B5927}" destId="{BF4081C6-3EA2-4C3F-BC46-487FF1ADEFE0}" srcOrd="2" destOrd="0" parTransId="{8C740D6F-8FF2-4A57-937B-F806EB9B5D94}" sibTransId="{24A46917-A227-4861-8154-ABA7F6CDB90D}"/>
    <dgm:cxn modelId="{1909BD68-EBA5-45E0-A48B-86F60FDCE3D1}" srcId="{F2B9C6DF-72CF-4A1E-AB2C-727F1E4B5927}" destId="{9970500F-A367-40E2-A727-6C05076B52E2}" srcOrd="0" destOrd="0" parTransId="{8CC80BFE-847F-40AA-9BAB-A9FC7FA9B855}" sibTransId="{FC896338-3677-4229-B0AA-9B302287208B}"/>
    <dgm:cxn modelId="{518D0777-B544-41A7-81CE-630E7D43ADAE}" type="presOf" srcId="{9970500F-A367-40E2-A727-6C05076B52E2}" destId="{C15399DA-1A1C-402F-AAAE-10610D357FFA}" srcOrd="0" destOrd="0" presId="urn:microsoft.com/office/officeart/2016/7/layout/VerticalHollowActionList"/>
    <dgm:cxn modelId="{0BEAC458-59E6-44DE-A3BF-A5195DA83E0C}" srcId="{61970C64-8639-4CA6-942D-023966B549A4}" destId="{CA9384F8-AA8F-4B20-B278-7F2F4F230888}" srcOrd="0" destOrd="0" parTransId="{B594C59E-E3AA-443F-A030-BA0157D0F903}" sibTransId="{94FC5A4C-863C-4D76-8007-091C6A17498F}"/>
    <dgm:cxn modelId="{7E6AD658-7E4D-435C-8491-3BF3C8A166BB}" type="presOf" srcId="{1F9FAB12-8795-48AE-A89A-E1F6DB1C3F4F}" destId="{50D24DC4-1686-4DA9-9B47-9C1D45243714}" srcOrd="0" destOrd="0" presId="urn:microsoft.com/office/officeart/2016/7/layout/VerticalHollowActionList"/>
    <dgm:cxn modelId="{DC915979-A98F-4424-AC10-9D288C339D74}" srcId="{F2B9C6DF-72CF-4A1E-AB2C-727F1E4B5927}" destId="{61970C64-8639-4CA6-942D-023966B549A4}" srcOrd="1" destOrd="0" parTransId="{BBB19811-8B86-42DD-A4E9-8218D1CB4CBC}" sibTransId="{4D55FB73-1404-494A-A1E0-E90518585504}"/>
    <dgm:cxn modelId="{0A7D0881-E9DB-4663-A54E-457C02F195E2}" type="presOf" srcId="{E5D4D47E-0DF6-4A72-AB5A-FD1C35AFB06C}" destId="{AD4EE8B3-D4DA-4D2E-8F6F-672BE4FE8DBB}" srcOrd="0" destOrd="0" presId="urn:microsoft.com/office/officeart/2016/7/layout/VerticalHollowActionList"/>
    <dgm:cxn modelId="{FBE5BB97-3396-48A3-A4AD-1141E0424603}" type="presOf" srcId="{E861B230-E07F-4262-AA00-9D1ED9060198}" destId="{8C18B887-5170-46A4-B17D-5A4745E81DAF}" srcOrd="0" destOrd="0" presId="urn:microsoft.com/office/officeart/2016/7/layout/VerticalHollowActionList"/>
    <dgm:cxn modelId="{023254A1-A904-405D-9AEF-39A1FE5DFFA9}" srcId="{F2B9C6DF-72CF-4A1E-AB2C-727F1E4B5927}" destId="{A6778E0E-D7DA-4F8A-868F-A46043ADB691}" srcOrd="4" destOrd="0" parTransId="{19122682-5994-49BE-849E-FD5EF0675553}" sibTransId="{4850392F-19DC-4F97-B831-A28A0EC0DBE3}"/>
    <dgm:cxn modelId="{63F64EA4-AF87-4A76-A4C4-7240CD268314}" type="presOf" srcId="{CA9384F8-AA8F-4B20-B278-7F2F4F230888}" destId="{9CECE7FD-132D-493E-8375-4338C0C74A79}" srcOrd="0" destOrd="0" presId="urn:microsoft.com/office/officeart/2016/7/layout/VerticalHollowActionList"/>
    <dgm:cxn modelId="{B886EBB9-BCB0-48E9-8D98-12BFA3D008DD}" type="presOf" srcId="{7D852DD8-A1AD-4521-A804-34865CDBDA2C}" destId="{FC4630A1-1DDF-4B25-A7BD-8BE2CAF0E4E4}" srcOrd="0" destOrd="0" presId="urn:microsoft.com/office/officeart/2016/7/layout/VerticalHollowActionList"/>
    <dgm:cxn modelId="{59F963C7-E5DC-4CA1-A987-9D26F1E59D5C}" srcId="{9970500F-A367-40E2-A727-6C05076B52E2}" destId="{E861B230-E07F-4262-AA00-9D1ED9060198}" srcOrd="0" destOrd="0" parTransId="{A22FE27F-3C67-42AC-AA0A-ABAF07F86F82}" sibTransId="{CF313DD2-9A31-42EB-A61F-49D5DEC81A55}"/>
    <dgm:cxn modelId="{F5C8FFD3-04D0-4429-8503-13D897FFD381}" srcId="{A6778E0E-D7DA-4F8A-868F-A46043ADB691}" destId="{E5D4D47E-0DF6-4A72-AB5A-FD1C35AFB06C}" srcOrd="0" destOrd="0" parTransId="{D4D1ACB4-9D4F-45F3-AF7E-57265FB1A293}" sibTransId="{4E9ED737-594D-4D0F-A9DF-203639E92A9C}"/>
    <dgm:cxn modelId="{07B4D3D5-0989-4B17-92E5-BEF360490413}" type="presOf" srcId="{F2B9C6DF-72CF-4A1E-AB2C-727F1E4B5927}" destId="{C30157AF-F6E2-4EBE-B247-93F7EF85158F}" srcOrd="0" destOrd="0" presId="urn:microsoft.com/office/officeart/2016/7/layout/VerticalHollowActionList"/>
    <dgm:cxn modelId="{6DB9CFDE-57A8-4671-A540-F92A9F84FF6B}" type="presOf" srcId="{E4BE7A10-C959-4F2E-BFFA-71F39CB71F60}" destId="{8C18B887-5170-46A4-B17D-5A4745E81DAF}" srcOrd="0" destOrd="1" presId="urn:microsoft.com/office/officeart/2016/7/layout/VerticalHollowActionList"/>
    <dgm:cxn modelId="{8E465CE9-E113-40B3-958E-225326FCFE77}" srcId="{9970500F-A367-40E2-A727-6C05076B52E2}" destId="{E4BE7A10-C959-4F2E-BFFA-71F39CB71F60}" srcOrd="1" destOrd="0" parTransId="{86E5614C-583B-4596-A87D-8135160AC154}" sibTransId="{2380CB99-14F5-479C-B429-971447657DF0}"/>
    <dgm:cxn modelId="{55856EF4-7412-4BE0-BB3C-4FF06E4DB6EB}" type="presOf" srcId="{91260F17-89DD-4747-908D-FBBDA6FE9EC5}" destId="{7A0C0DFF-AF25-4C49-A9E6-DDA0DFF9239C}" srcOrd="0" destOrd="0" presId="urn:microsoft.com/office/officeart/2016/7/layout/VerticalHollowActionList"/>
    <dgm:cxn modelId="{E730ABF6-4408-42B9-B5A3-55710D1711E1}" srcId="{1F9FAB12-8795-48AE-A89A-E1F6DB1C3F4F}" destId="{91260F17-89DD-4747-908D-FBBDA6FE9EC5}" srcOrd="0" destOrd="0" parTransId="{127B5AD7-606D-4586-88B7-C61EF5CB7834}" sibTransId="{8D7AB47B-D380-43C4-AB5A-E230A1DB945B}"/>
    <dgm:cxn modelId="{55B988FB-A527-4262-A71D-51ADCB25E028}" type="presOf" srcId="{BF4081C6-3EA2-4C3F-BC46-487FF1ADEFE0}" destId="{27039C6E-4A63-416C-9FF4-8EB6379162F9}" srcOrd="0" destOrd="0" presId="urn:microsoft.com/office/officeart/2016/7/layout/VerticalHollowActionList"/>
    <dgm:cxn modelId="{DB842ED0-D2A3-4682-8966-936D6F0E847B}" type="presParOf" srcId="{C30157AF-F6E2-4EBE-B247-93F7EF85158F}" destId="{6B50F4CE-0722-4F9E-B3F3-8F066F02B6B9}" srcOrd="0" destOrd="0" presId="urn:microsoft.com/office/officeart/2016/7/layout/VerticalHollowActionList"/>
    <dgm:cxn modelId="{9BA9179D-0785-4072-8968-ED6A2DDE65E8}" type="presParOf" srcId="{6B50F4CE-0722-4F9E-B3F3-8F066F02B6B9}" destId="{C15399DA-1A1C-402F-AAAE-10610D357FFA}" srcOrd="0" destOrd="0" presId="urn:microsoft.com/office/officeart/2016/7/layout/VerticalHollowActionList"/>
    <dgm:cxn modelId="{8260468A-890F-4178-B0EA-CC2769C374E1}" type="presParOf" srcId="{6B50F4CE-0722-4F9E-B3F3-8F066F02B6B9}" destId="{8C18B887-5170-46A4-B17D-5A4745E81DAF}" srcOrd="1" destOrd="0" presId="urn:microsoft.com/office/officeart/2016/7/layout/VerticalHollowActionList"/>
    <dgm:cxn modelId="{C976F9D3-8EF5-4416-A7FC-DFB8F35B8916}" type="presParOf" srcId="{C30157AF-F6E2-4EBE-B247-93F7EF85158F}" destId="{F6E7AE3D-B6A3-495C-ADA1-395006E87A84}" srcOrd="1" destOrd="0" presId="urn:microsoft.com/office/officeart/2016/7/layout/VerticalHollowActionList"/>
    <dgm:cxn modelId="{B8DE756E-043D-459F-B0AB-E5A118ABB78D}" type="presParOf" srcId="{C30157AF-F6E2-4EBE-B247-93F7EF85158F}" destId="{1C5124B0-0765-4119-B0F5-4688F2F1AA6B}" srcOrd="2" destOrd="0" presId="urn:microsoft.com/office/officeart/2016/7/layout/VerticalHollowActionList"/>
    <dgm:cxn modelId="{C019E894-DEFD-4818-9084-7B3FD2A5DCCE}" type="presParOf" srcId="{1C5124B0-0765-4119-B0F5-4688F2F1AA6B}" destId="{7D00897C-45E1-4E27-B424-E65F06B9787B}" srcOrd="0" destOrd="0" presId="urn:microsoft.com/office/officeart/2016/7/layout/VerticalHollowActionList"/>
    <dgm:cxn modelId="{8BC1E207-F44A-4666-85B8-B798000B7454}" type="presParOf" srcId="{1C5124B0-0765-4119-B0F5-4688F2F1AA6B}" destId="{9CECE7FD-132D-493E-8375-4338C0C74A79}" srcOrd="1" destOrd="0" presId="urn:microsoft.com/office/officeart/2016/7/layout/VerticalHollowActionList"/>
    <dgm:cxn modelId="{4F613F4D-8937-487D-B560-B27D21DC1774}" type="presParOf" srcId="{C30157AF-F6E2-4EBE-B247-93F7EF85158F}" destId="{9BAACAEF-1452-4CA0-B5B5-49B3FDF6ECB4}" srcOrd="3" destOrd="0" presId="urn:microsoft.com/office/officeart/2016/7/layout/VerticalHollowActionList"/>
    <dgm:cxn modelId="{FE55D6E4-F01A-4C3F-81F9-7C58D37A5CF6}" type="presParOf" srcId="{C30157AF-F6E2-4EBE-B247-93F7EF85158F}" destId="{FF0FE632-E7FC-4373-BB31-75DC32446501}" srcOrd="4" destOrd="0" presId="urn:microsoft.com/office/officeart/2016/7/layout/VerticalHollowActionList"/>
    <dgm:cxn modelId="{63E9E51D-0E1C-4D67-B6BA-12E975DB00D7}" type="presParOf" srcId="{FF0FE632-E7FC-4373-BB31-75DC32446501}" destId="{27039C6E-4A63-416C-9FF4-8EB6379162F9}" srcOrd="0" destOrd="0" presId="urn:microsoft.com/office/officeart/2016/7/layout/VerticalHollowActionList"/>
    <dgm:cxn modelId="{3BB647E3-9965-4E8C-AE4C-349B508A807C}" type="presParOf" srcId="{FF0FE632-E7FC-4373-BB31-75DC32446501}" destId="{FC4630A1-1DDF-4B25-A7BD-8BE2CAF0E4E4}" srcOrd="1" destOrd="0" presId="urn:microsoft.com/office/officeart/2016/7/layout/VerticalHollowActionList"/>
    <dgm:cxn modelId="{65F77408-9870-4242-8F8F-FD85C8B9D254}" type="presParOf" srcId="{C30157AF-F6E2-4EBE-B247-93F7EF85158F}" destId="{1F43ABDA-9DBB-4919-9520-304B0D3A6618}" srcOrd="5" destOrd="0" presId="urn:microsoft.com/office/officeart/2016/7/layout/VerticalHollowActionList"/>
    <dgm:cxn modelId="{9427D031-9F21-489F-B3A5-B04A4042DE01}" type="presParOf" srcId="{C30157AF-F6E2-4EBE-B247-93F7EF85158F}" destId="{3D8C4979-48E4-4D53-B53C-8380725B372D}" srcOrd="6" destOrd="0" presId="urn:microsoft.com/office/officeart/2016/7/layout/VerticalHollowActionList"/>
    <dgm:cxn modelId="{67762EBB-05C5-4CC4-809C-BD5770F6A20E}" type="presParOf" srcId="{3D8C4979-48E4-4D53-B53C-8380725B372D}" destId="{50D24DC4-1686-4DA9-9B47-9C1D45243714}" srcOrd="0" destOrd="0" presId="urn:microsoft.com/office/officeart/2016/7/layout/VerticalHollowActionList"/>
    <dgm:cxn modelId="{B73BC1DD-8501-41B1-817C-15CD2390D82E}" type="presParOf" srcId="{3D8C4979-48E4-4D53-B53C-8380725B372D}" destId="{7A0C0DFF-AF25-4C49-A9E6-DDA0DFF9239C}" srcOrd="1" destOrd="0" presId="urn:microsoft.com/office/officeart/2016/7/layout/VerticalHollowActionList"/>
    <dgm:cxn modelId="{18B13D56-CA39-4D89-B0F0-556DBF0AC571}" type="presParOf" srcId="{C30157AF-F6E2-4EBE-B247-93F7EF85158F}" destId="{58E3A7A4-1149-4A4E-85E5-0D008490CBF7}" srcOrd="7" destOrd="0" presId="urn:microsoft.com/office/officeart/2016/7/layout/VerticalHollowActionList"/>
    <dgm:cxn modelId="{62704DD4-8CA9-40E2-8B18-F82B7835F5CD}" type="presParOf" srcId="{C30157AF-F6E2-4EBE-B247-93F7EF85158F}" destId="{64B5350A-275A-47C0-8113-03EC095B29B5}" srcOrd="8" destOrd="0" presId="urn:microsoft.com/office/officeart/2016/7/layout/VerticalHollowActionList"/>
    <dgm:cxn modelId="{72310C52-1AF7-473E-ABD2-B6B2B5B93C13}" type="presParOf" srcId="{64B5350A-275A-47C0-8113-03EC095B29B5}" destId="{33330615-B5C7-4954-AA71-C0854A17CC56}" srcOrd="0" destOrd="0" presId="urn:microsoft.com/office/officeart/2016/7/layout/VerticalHollowActionList"/>
    <dgm:cxn modelId="{F4E7C975-4757-408D-8ECA-A2602D4B3C0D}" type="presParOf" srcId="{64B5350A-275A-47C0-8113-03EC095B29B5}" destId="{AD4EE8B3-D4DA-4D2E-8F6F-672BE4FE8DBB}" srcOrd="1" destOrd="0" presId="urn:microsoft.com/office/officeart/2016/7/layout/VerticalHollow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9E8945-5CA9-411C-B5D9-8B7C126643B6}"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A6F5A69A-56C7-43FD-BB3B-1D60D139584B}">
      <dgm:prSet/>
      <dgm:spPr/>
      <dgm:t>
        <a:bodyPr/>
        <a:lstStyle/>
        <a:p>
          <a:r>
            <a:rPr lang="en-US" dirty="0"/>
            <a:t>Why data analytics?</a:t>
          </a:r>
        </a:p>
      </dgm:t>
    </dgm:pt>
    <dgm:pt modelId="{9507840B-698C-4970-950C-E40489E27CB2}" type="parTrans" cxnId="{A28F1717-A956-499D-81F9-7BD818A915A4}">
      <dgm:prSet/>
      <dgm:spPr/>
      <dgm:t>
        <a:bodyPr/>
        <a:lstStyle/>
        <a:p>
          <a:endParaRPr lang="en-US"/>
        </a:p>
      </dgm:t>
    </dgm:pt>
    <dgm:pt modelId="{C42FE8EE-443A-4160-A435-5EFCC9FB415E}" type="sibTrans" cxnId="{A28F1717-A956-499D-81F9-7BD818A915A4}">
      <dgm:prSet/>
      <dgm:spPr/>
      <dgm:t>
        <a:bodyPr/>
        <a:lstStyle/>
        <a:p>
          <a:endParaRPr lang="en-US"/>
        </a:p>
      </dgm:t>
    </dgm:pt>
    <dgm:pt modelId="{E783F816-6E7F-4C34-ACC2-C7736C299A9F}">
      <dgm:prSet/>
      <dgm:spPr/>
      <dgm:t>
        <a:bodyPr/>
        <a:lstStyle/>
        <a:p>
          <a:r>
            <a:rPr lang="en-SG" dirty="0"/>
            <a:t>Data Analytics Process</a:t>
          </a:r>
          <a:endParaRPr lang="en-US" dirty="0"/>
        </a:p>
      </dgm:t>
    </dgm:pt>
    <dgm:pt modelId="{F9E3E792-3E69-4C1A-A8CC-361E5141F9B0}" type="parTrans" cxnId="{448AD100-A478-417F-B319-3C2D9A982D6D}">
      <dgm:prSet/>
      <dgm:spPr/>
      <dgm:t>
        <a:bodyPr/>
        <a:lstStyle/>
        <a:p>
          <a:endParaRPr lang="en-US"/>
        </a:p>
      </dgm:t>
    </dgm:pt>
    <dgm:pt modelId="{C82E5569-0F2A-4CB8-BB82-4A63A2B4D7A1}" type="sibTrans" cxnId="{448AD100-A478-417F-B319-3C2D9A982D6D}">
      <dgm:prSet/>
      <dgm:spPr/>
      <dgm:t>
        <a:bodyPr/>
        <a:lstStyle/>
        <a:p>
          <a:endParaRPr lang="en-US"/>
        </a:p>
      </dgm:t>
    </dgm:pt>
    <dgm:pt modelId="{37829583-ED24-4A66-8E04-28AC120258CD}">
      <dgm:prSet/>
      <dgm:spPr/>
      <dgm:t>
        <a:bodyPr/>
        <a:lstStyle/>
        <a:p>
          <a:r>
            <a:rPr lang="en-SG" dirty="0"/>
            <a:t>The four levels of analytics</a:t>
          </a:r>
          <a:endParaRPr lang="en-US" dirty="0"/>
        </a:p>
      </dgm:t>
    </dgm:pt>
    <dgm:pt modelId="{5D354AF8-5C9D-49AE-8CEF-2414BC3CDCB2}" type="parTrans" cxnId="{3AE0B39B-6B35-4BE4-91E0-014C960A25EA}">
      <dgm:prSet/>
      <dgm:spPr/>
      <dgm:t>
        <a:bodyPr/>
        <a:lstStyle/>
        <a:p>
          <a:endParaRPr lang="en-US"/>
        </a:p>
      </dgm:t>
    </dgm:pt>
    <dgm:pt modelId="{8A094C49-56A7-4E39-B0FD-56A5B9144A5D}" type="sibTrans" cxnId="{3AE0B39B-6B35-4BE4-91E0-014C960A25EA}">
      <dgm:prSet/>
      <dgm:spPr/>
      <dgm:t>
        <a:bodyPr/>
        <a:lstStyle/>
        <a:p>
          <a:endParaRPr lang="en-US"/>
        </a:p>
      </dgm:t>
    </dgm:pt>
    <dgm:pt modelId="{67B84C90-544F-4280-AA9D-F9B2C51587EF}">
      <dgm:prSet/>
      <dgm:spPr/>
      <dgm:t>
        <a:bodyPr/>
        <a:lstStyle/>
        <a:p>
          <a:r>
            <a:rPr lang="en-US" dirty="0"/>
            <a:t>Central Tendency/Spread</a:t>
          </a:r>
        </a:p>
      </dgm:t>
    </dgm:pt>
    <dgm:pt modelId="{B85F168B-D3D0-4F2E-B216-95D66C9F901A}" type="parTrans" cxnId="{E2B90BCC-E9EB-40D5-843F-137705C4828F}">
      <dgm:prSet/>
      <dgm:spPr/>
      <dgm:t>
        <a:bodyPr/>
        <a:lstStyle/>
        <a:p>
          <a:endParaRPr lang="en-US"/>
        </a:p>
      </dgm:t>
    </dgm:pt>
    <dgm:pt modelId="{E727788A-A6FB-4FBD-9159-ABA215E7DEBC}" type="sibTrans" cxnId="{E2B90BCC-E9EB-40D5-843F-137705C4828F}">
      <dgm:prSet/>
      <dgm:spPr/>
      <dgm:t>
        <a:bodyPr/>
        <a:lstStyle/>
        <a:p>
          <a:endParaRPr lang="en-US"/>
        </a:p>
      </dgm:t>
    </dgm:pt>
    <dgm:pt modelId="{912D40D1-63FF-4F9C-8834-20C7FF51FED2}" type="pres">
      <dgm:prSet presAssocID="{4A9E8945-5CA9-411C-B5D9-8B7C126643B6}" presName="linear" presStyleCnt="0">
        <dgm:presLayoutVars>
          <dgm:dir/>
          <dgm:animLvl val="lvl"/>
          <dgm:resizeHandles val="exact"/>
        </dgm:presLayoutVars>
      </dgm:prSet>
      <dgm:spPr/>
    </dgm:pt>
    <dgm:pt modelId="{E0EAAC62-BE7D-4A51-8298-0E2FCF29F0BF}" type="pres">
      <dgm:prSet presAssocID="{A6F5A69A-56C7-43FD-BB3B-1D60D139584B}" presName="parentLin" presStyleCnt="0"/>
      <dgm:spPr/>
    </dgm:pt>
    <dgm:pt modelId="{6DD7BA33-6B12-42B0-B354-2E8ABB0A4659}" type="pres">
      <dgm:prSet presAssocID="{A6F5A69A-56C7-43FD-BB3B-1D60D139584B}" presName="parentLeftMargin" presStyleLbl="node1" presStyleIdx="0" presStyleCnt="4"/>
      <dgm:spPr/>
    </dgm:pt>
    <dgm:pt modelId="{9C4961A3-DAAF-4C7C-AFE7-31EE4BC7A1AD}" type="pres">
      <dgm:prSet presAssocID="{A6F5A69A-56C7-43FD-BB3B-1D60D139584B}" presName="parentText" presStyleLbl="node1" presStyleIdx="0" presStyleCnt="4">
        <dgm:presLayoutVars>
          <dgm:chMax val="0"/>
          <dgm:bulletEnabled val="1"/>
        </dgm:presLayoutVars>
      </dgm:prSet>
      <dgm:spPr/>
    </dgm:pt>
    <dgm:pt modelId="{F92E76F8-E54F-4319-86E8-573B7C0112CD}" type="pres">
      <dgm:prSet presAssocID="{A6F5A69A-56C7-43FD-BB3B-1D60D139584B}" presName="negativeSpace" presStyleCnt="0"/>
      <dgm:spPr/>
    </dgm:pt>
    <dgm:pt modelId="{E884704A-092F-4CCF-900D-FBEAD22C56A1}" type="pres">
      <dgm:prSet presAssocID="{A6F5A69A-56C7-43FD-BB3B-1D60D139584B}" presName="childText" presStyleLbl="conFgAcc1" presStyleIdx="0" presStyleCnt="4">
        <dgm:presLayoutVars>
          <dgm:bulletEnabled val="1"/>
        </dgm:presLayoutVars>
      </dgm:prSet>
      <dgm:spPr/>
    </dgm:pt>
    <dgm:pt modelId="{D1CB2F3B-0C4A-4A7A-8CF2-0853CC87DFC4}" type="pres">
      <dgm:prSet presAssocID="{C42FE8EE-443A-4160-A435-5EFCC9FB415E}" presName="spaceBetweenRectangles" presStyleCnt="0"/>
      <dgm:spPr/>
    </dgm:pt>
    <dgm:pt modelId="{52F3E661-30A5-47BD-A2EC-F84894CE9AB1}" type="pres">
      <dgm:prSet presAssocID="{E783F816-6E7F-4C34-ACC2-C7736C299A9F}" presName="parentLin" presStyleCnt="0"/>
      <dgm:spPr/>
    </dgm:pt>
    <dgm:pt modelId="{FB20229E-753E-4CA0-97FB-1AA3BC12BC6F}" type="pres">
      <dgm:prSet presAssocID="{E783F816-6E7F-4C34-ACC2-C7736C299A9F}" presName="parentLeftMargin" presStyleLbl="node1" presStyleIdx="0" presStyleCnt="4"/>
      <dgm:spPr/>
    </dgm:pt>
    <dgm:pt modelId="{BC93E27A-365F-440E-BA68-3FC75AEC6E44}" type="pres">
      <dgm:prSet presAssocID="{E783F816-6E7F-4C34-ACC2-C7736C299A9F}" presName="parentText" presStyleLbl="node1" presStyleIdx="1" presStyleCnt="4">
        <dgm:presLayoutVars>
          <dgm:chMax val="0"/>
          <dgm:bulletEnabled val="1"/>
        </dgm:presLayoutVars>
      </dgm:prSet>
      <dgm:spPr/>
    </dgm:pt>
    <dgm:pt modelId="{07959E81-BD61-4621-BF46-2D9E2B3C6CF5}" type="pres">
      <dgm:prSet presAssocID="{E783F816-6E7F-4C34-ACC2-C7736C299A9F}" presName="negativeSpace" presStyleCnt="0"/>
      <dgm:spPr/>
    </dgm:pt>
    <dgm:pt modelId="{462A1EC4-530F-4BDD-AB7F-D0D1BD3C2BC6}" type="pres">
      <dgm:prSet presAssocID="{E783F816-6E7F-4C34-ACC2-C7736C299A9F}" presName="childText" presStyleLbl="conFgAcc1" presStyleIdx="1" presStyleCnt="4">
        <dgm:presLayoutVars>
          <dgm:bulletEnabled val="1"/>
        </dgm:presLayoutVars>
      </dgm:prSet>
      <dgm:spPr/>
    </dgm:pt>
    <dgm:pt modelId="{6963995E-7CCC-45CB-BD9B-2DDA7CEAEEF6}" type="pres">
      <dgm:prSet presAssocID="{C82E5569-0F2A-4CB8-BB82-4A63A2B4D7A1}" presName="spaceBetweenRectangles" presStyleCnt="0"/>
      <dgm:spPr/>
    </dgm:pt>
    <dgm:pt modelId="{6D9BEAEE-C240-4314-AFEA-99626E1A0AD0}" type="pres">
      <dgm:prSet presAssocID="{37829583-ED24-4A66-8E04-28AC120258CD}" presName="parentLin" presStyleCnt="0"/>
      <dgm:spPr/>
    </dgm:pt>
    <dgm:pt modelId="{1C5BEC0D-E0E2-40AA-A849-03C348B2F1FC}" type="pres">
      <dgm:prSet presAssocID="{37829583-ED24-4A66-8E04-28AC120258CD}" presName="parentLeftMargin" presStyleLbl="node1" presStyleIdx="1" presStyleCnt="4"/>
      <dgm:spPr/>
    </dgm:pt>
    <dgm:pt modelId="{28E897DB-B8F0-4588-8DAC-AAF56281F925}" type="pres">
      <dgm:prSet presAssocID="{37829583-ED24-4A66-8E04-28AC120258CD}" presName="parentText" presStyleLbl="node1" presStyleIdx="2" presStyleCnt="4">
        <dgm:presLayoutVars>
          <dgm:chMax val="0"/>
          <dgm:bulletEnabled val="1"/>
        </dgm:presLayoutVars>
      </dgm:prSet>
      <dgm:spPr/>
    </dgm:pt>
    <dgm:pt modelId="{B5208A0F-D3B7-4EB6-99FC-C1464BB6DEE9}" type="pres">
      <dgm:prSet presAssocID="{37829583-ED24-4A66-8E04-28AC120258CD}" presName="negativeSpace" presStyleCnt="0"/>
      <dgm:spPr/>
    </dgm:pt>
    <dgm:pt modelId="{DAEC883E-DE50-4392-9375-29C54A28A114}" type="pres">
      <dgm:prSet presAssocID="{37829583-ED24-4A66-8E04-28AC120258CD}" presName="childText" presStyleLbl="conFgAcc1" presStyleIdx="2" presStyleCnt="4">
        <dgm:presLayoutVars>
          <dgm:bulletEnabled val="1"/>
        </dgm:presLayoutVars>
      </dgm:prSet>
      <dgm:spPr/>
    </dgm:pt>
    <dgm:pt modelId="{117F88F5-5AD4-4892-B2F7-52456454EF91}" type="pres">
      <dgm:prSet presAssocID="{8A094C49-56A7-4E39-B0FD-56A5B9144A5D}" presName="spaceBetweenRectangles" presStyleCnt="0"/>
      <dgm:spPr/>
    </dgm:pt>
    <dgm:pt modelId="{B30E1861-62DD-406A-B1E9-B20077174EFC}" type="pres">
      <dgm:prSet presAssocID="{67B84C90-544F-4280-AA9D-F9B2C51587EF}" presName="parentLin" presStyleCnt="0"/>
      <dgm:spPr/>
    </dgm:pt>
    <dgm:pt modelId="{2273E652-C089-43E2-97B8-2096A7F817E2}" type="pres">
      <dgm:prSet presAssocID="{67B84C90-544F-4280-AA9D-F9B2C51587EF}" presName="parentLeftMargin" presStyleLbl="node1" presStyleIdx="2" presStyleCnt="4"/>
      <dgm:spPr/>
    </dgm:pt>
    <dgm:pt modelId="{5C7FADC0-B5F9-4CB9-BBAA-D760C04CC6A9}" type="pres">
      <dgm:prSet presAssocID="{67B84C90-544F-4280-AA9D-F9B2C51587EF}" presName="parentText" presStyleLbl="node1" presStyleIdx="3" presStyleCnt="4">
        <dgm:presLayoutVars>
          <dgm:chMax val="0"/>
          <dgm:bulletEnabled val="1"/>
        </dgm:presLayoutVars>
      </dgm:prSet>
      <dgm:spPr/>
    </dgm:pt>
    <dgm:pt modelId="{687E28E0-7DEE-49A0-9953-EB0E702C997E}" type="pres">
      <dgm:prSet presAssocID="{67B84C90-544F-4280-AA9D-F9B2C51587EF}" presName="negativeSpace" presStyleCnt="0"/>
      <dgm:spPr/>
    </dgm:pt>
    <dgm:pt modelId="{85782311-5FDC-45E3-9FAF-40C0800E8770}" type="pres">
      <dgm:prSet presAssocID="{67B84C90-544F-4280-AA9D-F9B2C51587EF}" presName="childText" presStyleLbl="conFgAcc1" presStyleIdx="3" presStyleCnt="4">
        <dgm:presLayoutVars>
          <dgm:bulletEnabled val="1"/>
        </dgm:presLayoutVars>
      </dgm:prSet>
      <dgm:spPr/>
    </dgm:pt>
  </dgm:ptLst>
  <dgm:cxnLst>
    <dgm:cxn modelId="{448AD100-A478-417F-B319-3C2D9A982D6D}" srcId="{4A9E8945-5CA9-411C-B5D9-8B7C126643B6}" destId="{E783F816-6E7F-4C34-ACC2-C7736C299A9F}" srcOrd="1" destOrd="0" parTransId="{F9E3E792-3E69-4C1A-A8CC-361E5141F9B0}" sibTransId="{C82E5569-0F2A-4CB8-BB82-4A63A2B4D7A1}"/>
    <dgm:cxn modelId="{6A7DA70E-9E6F-4663-9AFF-570F64652AEE}" type="presOf" srcId="{E783F816-6E7F-4C34-ACC2-C7736C299A9F}" destId="{BC93E27A-365F-440E-BA68-3FC75AEC6E44}" srcOrd="1" destOrd="0" presId="urn:microsoft.com/office/officeart/2005/8/layout/list1"/>
    <dgm:cxn modelId="{A28F1717-A956-499D-81F9-7BD818A915A4}" srcId="{4A9E8945-5CA9-411C-B5D9-8B7C126643B6}" destId="{A6F5A69A-56C7-43FD-BB3B-1D60D139584B}" srcOrd="0" destOrd="0" parTransId="{9507840B-698C-4970-950C-E40489E27CB2}" sibTransId="{C42FE8EE-443A-4160-A435-5EFCC9FB415E}"/>
    <dgm:cxn modelId="{68BB891C-A749-4EA9-B678-C1B291EF5B6B}" type="presOf" srcId="{4A9E8945-5CA9-411C-B5D9-8B7C126643B6}" destId="{912D40D1-63FF-4F9C-8834-20C7FF51FED2}" srcOrd="0" destOrd="0" presId="urn:microsoft.com/office/officeart/2005/8/layout/list1"/>
    <dgm:cxn modelId="{E7A77B50-3899-4894-B5E5-8953DF1BCF8E}" type="presOf" srcId="{67B84C90-544F-4280-AA9D-F9B2C51587EF}" destId="{5C7FADC0-B5F9-4CB9-BBAA-D760C04CC6A9}" srcOrd="1" destOrd="0" presId="urn:microsoft.com/office/officeart/2005/8/layout/list1"/>
    <dgm:cxn modelId="{7EBD7A52-538B-411C-BE23-E123D7B693C4}" type="presOf" srcId="{37829583-ED24-4A66-8E04-28AC120258CD}" destId="{1C5BEC0D-E0E2-40AA-A849-03C348B2F1FC}" srcOrd="0" destOrd="0" presId="urn:microsoft.com/office/officeart/2005/8/layout/list1"/>
    <dgm:cxn modelId="{978F7C52-11E3-47C1-8137-80FE82CCF8D4}" type="presOf" srcId="{A6F5A69A-56C7-43FD-BB3B-1D60D139584B}" destId="{9C4961A3-DAAF-4C7C-AFE7-31EE4BC7A1AD}" srcOrd="1" destOrd="0" presId="urn:microsoft.com/office/officeart/2005/8/layout/list1"/>
    <dgm:cxn modelId="{511F4181-8854-42FE-B79D-5F70BD3F239D}" type="presOf" srcId="{37829583-ED24-4A66-8E04-28AC120258CD}" destId="{28E897DB-B8F0-4588-8DAC-AAF56281F925}" srcOrd="1" destOrd="0" presId="urn:microsoft.com/office/officeart/2005/8/layout/list1"/>
    <dgm:cxn modelId="{3AE0B39B-6B35-4BE4-91E0-014C960A25EA}" srcId="{4A9E8945-5CA9-411C-B5D9-8B7C126643B6}" destId="{37829583-ED24-4A66-8E04-28AC120258CD}" srcOrd="2" destOrd="0" parTransId="{5D354AF8-5C9D-49AE-8CEF-2414BC3CDCB2}" sibTransId="{8A094C49-56A7-4E39-B0FD-56A5B9144A5D}"/>
    <dgm:cxn modelId="{D550C4C2-F9A0-46DA-9145-2F9F9033EF7D}" type="presOf" srcId="{E783F816-6E7F-4C34-ACC2-C7736C299A9F}" destId="{FB20229E-753E-4CA0-97FB-1AA3BC12BC6F}" srcOrd="0" destOrd="0" presId="urn:microsoft.com/office/officeart/2005/8/layout/list1"/>
    <dgm:cxn modelId="{2702DDC2-BD3D-414E-9CFC-3E3F0DF582C7}" type="presOf" srcId="{A6F5A69A-56C7-43FD-BB3B-1D60D139584B}" destId="{6DD7BA33-6B12-42B0-B354-2E8ABB0A4659}" srcOrd="0" destOrd="0" presId="urn:microsoft.com/office/officeart/2005/8/layout/list1"/>
    <dgm:cxn modelId="{E2B90BCC-E9EB-40D5-843F-137705C4828F}" srcId="{4A9E8945-5CA9-411C-B5D9-8B7C126643B6}" destId="{67B84C90-544F-4280-AA9D-F9B2C51587EF}" srcOrd="3" destOrd="0" parTransId="{B85F168B-D3D0-4F2E-B216-95D66C9F901A}" sibTransId="{E727788A-A6FB-4FBD-9159-ABA215E7DEBC}"/>
    <dgm:cxn modelId="{392BEFDB-D527-4024-A293-F9FD4EA212EB}" type="presOf" srcId="{67B84C90-544F-4280-AA9D-F9B2C51587EF}" destId="{2273E652-C089-43E2-97B8-2096A7F817E2}" srcOrd="0" destOrd="0" presId="urn:microsoft.com/office/officeart/2005/8/layout/list1"/>
    <dgm:cxn modelId="{66DE20F0-7303-4F97-A2C7-DE44AF1D139C}" type="presParOf" srcId="{912D40D1-63FF-4F9C-8834-20C7FF51FED2}" destId="{E0EAAC62-BE7D-4A51-8298-0E2FCF29F0BF}" srcOrd="0" destOrd="0" presId="urn:microsoft.com/office/officeart/2005/8/layout/list1"/>
    <dgm:cxn modelId="{034E3214-6B89-4F26-BC48-660AB6D23F56}" type="presParOf" srcId="{E0EAAC62-BE7D-4A51-8298-0E2FCF29F0BF}" destId="{6DD7BA33-6B12-42B0-B354-2E8ABB0A4659}" srcOrd="0" destOrd="0" presId="urn:microsoft.com/office/officeart/2005/8/layout/list1"/>
    <dgm:cxn modelId="{7831BA96-69F6-4065-8A78-A51A8D215590}" type="presParOf" srcId="{E0EAAC62-BE7D-4A51-8298-0E2FCF29F0BF}" destId="{9C4961A3-DAAF-4C7C-AFE7-31EE4BC7A1AD}" srcOrd="1" destOrd="0" presId="urn:microsoft.com/office/officeart/2005/8/layout/list1"/>
    <dgm:cxn modelId="{BBDA38A0-FD97-4A67-B68E-FBEAA1923DC2}" type="presParOf" srcId="{912D40D1-63FF-4F9C-8834-20C7FF51FED2}" destId="{F92E76F8-E54F-4319-86E8-573B7C0112CD}" srcOrd="1" destOrd="0" presId="urn:microsoft.com/office/officeart/2005/8/layout/list1"/>
    <dgm:cxn modelId="{C51D71BE-3EC1-484C-831A-76AB1D6604DC}" type="presParOf" srcId="{912D40D1-63FF-4F9C-8834-20C7FF51FED2}" destId="{E884704A-092F-4CCF-900D-FBEAD22C56A1}" srcOrd="2" destOrd="0" presId="urn:microsoft.com/office/officeart/2005/8/layout/list1"/>
    <dgm:cxn modelId="{B138A68E-98FA-4039-B876-E537C5AFCA82}" type="presParOf" srcId="{912D40D1-63FF-4F9C-8834-20C7FF51FED2}" destId="{D1CB2F3B-0C4A-4A7A-8CF2-0853CC87DFC4}" srcOrd="3" destOrd="0" presId="urn:microsoft.com/office/officeart/2005/8/layout/list1"/>
    <dgm:cxn modelId="{2438E757-1CC3-4DBD-A6CE-10B50A60262E}" type="presParOf" srcId="{912D40D1-63FF-4F9C-8834-20C7FF51FED2}" destId="{52F3E661-30A5-47BD-A2EC-F84894CE9AB1}" srcOrd="4" destOrd="0" presId="urn:microsoft.com/office/officeart/2005/8/layout/list1"/>
    <dgm:cxn modelId="{F389F8B7-297C-4786-BF2C-200C43896ED4}" type="presParOf" srcId="{52F3E661-30A5-47BD-A2EC-F84894CE9AB1}" destId="{FB20229E-753E-4CA0-97FB-1AA3BC12BC6F}" srcOrd="0" destOrd="0" presId="urn:microsoft.com/office/officeart/2005/8/layout/list1"/>
    <dgm:cxn modelId="{F9B0E86D-72BD-4100-B669-2F35C57E6F77}" type="presParOf" srcId="{52F3E661-30A5-47BD-A2EC-F84894CE9AB1}" destId="{BC93E27A-365F-440E-BA68-3FC75AEC6E44}" srcOrd="1" destOrd="0" presId="urn:microsoft.com/office/officeart/2005/8/layout/list1"/>
    <dgm:cxn modelId="{2BF16580-939A-477B-B4F3-020838CF40CD}" type="presParOf" srcId="{912D40D1-63FF-4F9C-8834-20C7FF51FED2}" destId="{07959E81-BD61-4621-BF46-2D9E2B3C6CF5}" srcOrd="5" destOrd="0" presId="urn:microsoft.com/office/officeart/2005/8/layout/list1"/>
    <dgm:cxn modelId="{FDBD433D-D093-4580-9DC3-E84FFB01786A}" type="presParOf" srcId="{912D40D1-63FF-4F9C-8834-20C7FF51FED2}" destId="{462A1EC4-530F-4BDD-AB7F-D0D1BD3C2BC6}" srcOrd="6" destOrd="0" presId="urn:microsoft.com/office/officeart/2005/8/layout/list1"/>
    <dgm:cxn modelId="{54776A95-B92E-4D4C-AA0A-CD6638B08FFF}" type="presParOf" srcId="{912D40D1-63FF-4F9C-8834-20C7FF51FED2}" destId="{6963995E-7CCC-45CB-BD9B-2DDA7CEAEEF6}" srcOrd="7" destOrd="0" presId="urn:microsoft.com/office/officeart/2005/8/layout/list1"/>
    <dgm:cxn modelId="{B702F8B3-28D2-43C8-9E34-E37B87197CA9}" type="presParOf" srcId="{912D40D1-63FF-4F9C-8834-20C7FF51FED2}" destId="{6D9BEAEE-C240-4314-AFEA-99626E1A0AD0}" srcOrd="8" destOrd="0" presId="urn:microsoft.com/office/officeart/2005/8/layout/list1"/>
    <dgm:cxn modelId="{AABC62D8-ADD9-4901-8739-EABC69771F0B}" type="presParOf" srcId="{6D9BEAEE-C240-4314-AFEA-99626E1A0AD0}" destId="{1C5BEC0D-E0E2-40AA-A849-03C348B2F1FC}" srcOrd="0" destOrd="0" presId="urn:microsoft.com/office/officeart/2005/8/layout/list1"/>
    <dgm:cxn modelId="{2E85B78F-0AAC-458D-896A-1674C2911319}" type="presParOf" srcId="{6D9BEAEE-C240-4314-AFEA-99626E1A0AD0}" destId="{28E897DB-B8F0-4588-8DAC-AAF56281F925}" srcOrd="1" destOrd="0" presId="urn:microsoft.com/office/officeart/2005/8/layout/list1"/>
    <dgm:cxn modelId="{2304A4F8-48C7-48DB-AA0F-5EB37A040D66}" type="presParOf" srcId="{912D40D1-63FF-4F9C-8834-20C7FF51FED2}" destId="{B5208A0F-D3B7-4EB6-99FC-C1464BB6DEE9}" srcOrd="9" destOrd="0" presId="urn:microsoft.com/office/officeart/2005/8/layout/list1"/>
    <dgm:cxn modelId="{80DF25F7-3FB2-4247-A5B8-CC0D778808D7}" type="presParOf" srcId="{912D40D1-63FF-4F9C-8834-20C7FF51FED2}" destId="{DAEC883E-DE50-4392-9375-29C54A28A114}" srcOrd="10" destOrd="0" presId="urn:microsoft.com/office/officeart/2005/8/layout/list1"/>
    <dgm:cxn modelId="{168DC6EF-DFA4-435E-87FB-499DC64AF075}" type="presParOf" srcId="{912D40D1-63FF-4F9C-8834-20C7FF51FED2}" destId="{117F88F5-5AD4-4892-B2F7-52456454EF91}" srcOrd="11" destOrd="0" presId="urn:microsoft.com/office/officeart/2005/8/layout/list1"/>
    <dgm:cxn modelId="{5BEC1D82-CDF8-455C-B1D2-BEBDC5C66A4E}" type="presParOf" srcId="{912D40D1-63FF-4F9C-8834-20C7FF51FED2}" destId="{B30E1861-62DD-406A-B1E9-B20077174EFC}" srcOrd="12" destOrd="0" presId="urn:microsoft.com/office/officeart/2005/8/layout/list1"/>
    <dgm:cxn modelId="{152DC86F-8841-473F-BEA8-FDA77E29FFF4}" type="presParOf" srcId="{B30E1861-62DD-406A-B1E9-B20077174EFC}" destId="{2273E652-C089-43E2-97B8-2096A7F817E2}" srcOrd="0" destOrd="0" presId="urn:microsoft.com/office/officeart/2005/8/layout/list1"/>
    <dgm:cxn modelId="{06C6206A-E995-4B36-BFB5-1A0182B19D3C}" type="presParOf" srcId="{B30E1861-62DD-406A-B1E9-B20077174EFC}" destId="{5C7FADC0-B5F9-4CB9-BBAA-D760C04CC6A9}" srcOrd="1" destOrd="0" presId="urn:microsoft.com/office/officeart/2005/8/layout/list1"/>
    <dgm:cxn modelId="{29C46DDA-68CA-4D30-8543-75F95626EBAB}" type="presParOf" srcId="{912D40D1-63FF-4F9C-8834-20C7FF51FED2}" destId="{687E28E0-7DEE-49A0-9953-EB0E702C997E}" srcOrd="13" destOrd="0" presId="urn:microsoft.com/office/officeart/2005/8/layout/list1"/>
    <dgm:cxn modelId="{27B97B1E-D387-4590-8B9F-ED37B36E9464}" type="presParOf" srcId="{912D40D1-63FF-4F9C-8834-20C7FF51FED2}" destId="{85782311-5FDC-45E3-9FAF-40C0800E8770}" srcOrd="1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E5B9D1-ED01-4B89-BF35-48EC1EA4E2DD}"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B12CCAD1-A646-4B48-999D-7C757433D147}">
      <dgm:prSet custT="1"/>
      <dgm:spPr/>
      <dgm:t>
        <a:bodyPr/>
        <a:lstStyle/>
        <a:p>
          <a:r>
            <a:rPr lang="en-US" sz="2400"/>
            <a:t>To discover insights.</a:t>
          </a:r>
        </a:p>
      </dgm:t>
    </dgm:pt>
    <dgm:pt modelId="{2941333B-2203-48A5-9DA9-4BD1D649300C}" type="parTrans" cxnId="{F6D3586B-8240-4CE4-817C-D07273611EF9}">
      <dgm:prSet/>
      <dgm:spPr/>
      <dgm:t>
        <a:bodyPr/>
        <a:lstStyle/>
        <a:p>
          <a:endParaRPr lang="en-US" sz="2400"/>
        </a:p>
      </dgm:t>
    </dgm:pt>
    <dgm:pt modelId="{22034F19-952D-414F-9E98-EDDE35857FC7}" type="sibTrans" cxnId="{F6D3586B-8240-4CE4-817C-D07273611EF9}">
      <dgm:prSet/>
      <dgm:spPr/>
      <dgm:t>
        <a:bodyPr/>
        <a:lstStyle/>
        <a:p>
          <a:endParaRPr lang="en-US" sz="2400"/>
        </a:p>
      </dgm:t>
    </dgm:pt>
    <dgm:pt modelId="{669B5053-5F0A-495F-926D-2C7866000E7A}">
      <dgm:prSet custT="1"/>
      <dgm:spPr/>
      <dgm:t>
        <a:bodyPr/>
        <a:lstStyle/>
        <a:p>
          <a:r>
            <a:rPr lang="en-US" sz="2400"/>
            <a:t>To make decisions.</a:t>
          </a:r>
        </a:p>
      </dgm:t>
    </dgm:pt>
    <dgm:pt modelId="{21EF235A-CBED-415D-B76B-2A5E1322C18F}" type="parTrans" cxnId="{3CE95BB1-5392-424E-B048-853F884EF4B8}">
      <dgm:prSet/>
      <dgm:spPr/>
      <dgm:t>
        <a:bodyPr/>
        <a:lstStyle/>
        <a:p>
          <a:endParaRPr lang="en-US" sz="2400"/>
        </a:p>
      </dgm:t>
    </dgm:pt>
    <dgm:pt modelId="{2E8CE091-BB9E-416F-8E25-08EC98B7A107}" type="sibTrans" cxnId="{3CE95BB1-5392-424E-B048-853F884EF4B8}">
      <dgm:prSet/>
      <dgm:spPr/>
      <dgm:t>
        <a:bodyPr/>
        <a:lstStyle/>
        <a:p>
          <a:endParaRPr lang="en-US" sz="2400"/>
        </a:p>
      </dgm:t>
    </dgm:pt>
    <dgm:pt modelId="{44F96F9D-0D8A-436B-A870-E36D8A2D032D}">
      <dgm:prSet custT="1"/>
      <dgm:spPr/>
      <dgm:t>
        <a:bodyPr/>
        <a:lstStyle/>
        <a:p>
          <a:r>
            <a:rPr lang="en-US" sz="2400"/>
            <a:t>To identify gaps/problems/issues</a:t>
          </a:r>
        </a:p>
      </dgm:t>
    </dgm:pt>
    <dgm:pt modelId="{B77F6BD5-2898-45B8-84FD-7B73FFF5E602}" type="parTrans" cxnId="{8EFED14E-45B9-4FF1-8254-8816AE68A224}">
      <dgm:prSet/>
      <dgm:spPr/>
      <dgm:t>
        <a:bodyPr/>
        <a:lstStyle/>
        <a:p>
          <a:endParaRPr lang="en-US" sz="2400"/>
        </a:p>
      </dgm:t>
    </dgm:pt>
    <dgm:pt modelId="{50FF0615-05D9-45A1-B541-62FACBD64B99}" type="sibTrans" cxnId="{8EFED14E-45B9-4FF1-8254-8816AE68A224}">
      <dgm:prSet/>
      <dgm:spPr/>
      <dgm:t>
        <a:bodyPr/>
        <a:lstStyle/>
        <a:p>
          <a:endParaRPr lang="en-US" sz="2400"/>
        </a:p>
      </dgm:t>
    </dgm:pt>
    <dgm:pt modelId="{70531964-913D-494A-8F13-4D3D49087F07}">
      <dgm:prSet custT="1"/>
      <dgm:spPr/>
      <dgm:t>
        <a:bodyPr/>
        <a:lstStyle/>
        <a:p>
          <a:r>
            <a:rPr lang="en-US" sz="2400"/>
            <a:t>To improve process</a:t>
          </a:r>
        </a:p>
      </dgm:t>
    </dgm:pt>
    <dgm:pt modelId="{A10A5ECB-C221-4F42-85FE-634DD5688D52}" type="parTrans" cxnId="{7CB190C9-747C-4237-B5AF-4A74D53C3703}">
      <dgm:prSet/>
      <dgm:spPr/>
      <dgm:t>
        <a:bodyPr/>
        <a:lstStyle/>
        <a:p>
          <a:endParaRPr lang="en-US" sz="2400"/>
        </a:p>
      </dgm:t>
    </dgm:pt>
    <dgm:pt modelId="{404DC8E7-1DDB-4796-9131-D0EC168DAEA8}" type="sibTrans" cxnId="{7CB190C9-747C-4237-B5AF-4A74D53C3703}">
      <dgm:prSet/>
      <dgm:spPr/>
      <dgm:t>
        <a:bodyPr/>
        <a:lstStyle/>
        <a:p>
          <a:endParaRPr lang="en-US" sz="2400"/>
        </a:p>
      </dgm:t>
    </dgm:pt>
    <dgm:pt modelId="{BE9B9A82-DE34-49FD-88B3-84E7F254A043}">
      <dgm:prSet custT="1"/>
      <dgm:spPr/>
      <dgm:t>
        <a:bodyPr/>
        <a:lstStyle/>
        <a:p>
          <a:r>
            <a:rPr lang="en-US" sz="2400"/>
            <a:t>To detect growth opportunities</a:t>
          </a:r>
        </a:p>
      </dgm:t>
    </dgm:pt>
    <dgm:pt modelId="{9BCD3E18-00AE-41A0-9B9A-F6E3D74BCC2D}" type="parTrans" cxnId="{2D8BD1FF-DC19-4092-8677-AC657BC8414B}">
      <dgm:prSet/>
      <dgm:spPr/>
      <dgm:t>
        <a:bodyPr/>
        <a:lstStyle/>
        <a:p>
          <a:endParaRPr lang="en-US" sz="2400"/>
        </a:p>
      </dgm:t>
    </dgm:pt>
    <dgm:pt modelId="{FE56992A-2634-40D7-BD30-6BC561350FD4}" type="sibTrans" cxnId="{2D8BD1FF-DC19-4092-8677-AC657BC8414B}">
      <dgm:prSet/>
      <dgm:spPr/>
      <dgm:t>
        <a:bodyPr/>
        <a:lstStyle/>
        <a:p>
          <a:endParaRPr lang="en-US" sz="2400"/>
        </a:p>
      </dgm:t>
    </dgm:pt>
    <dgm:pt modelId="{70BBA711-D145-4E23-BBF6-845DF26BDCF9}">
      <dgm:prSet custT="1"/>
      <dgm:spPr/>
      <dgm:t>
        <a:bodyPr/>
        <a:lstStyle/>
        <a:p>
          <a:r>
            <a:rPr lang="en-US" sz="2400"/>
            <a:t>Provide evidences to support change</a:t>
          </a:r>
        </a:p>
      </dgm:t>
    </dgm:pt>
    <dgm:pt modelId="{E8894DEC-BB47-40FD-B047-5BC48BE0A0AF}" type="parTrans" cxnId="{18398538-E10E-4131-920C-5B832624AC1A}">
      <dgm:prSet/>
      <dgm:spPr/>
      <dgm:t>
        <a:bodyPr/>
        <a:lstStyle/>
        <a:p>
          <a:endParaRPr lang="en-US" sz="2400"/>
        </a:p>
      </dgm:t>
    </dgm:pt>
    <dgm:pt modelId="{72842A9E-5D98-4B1A-9696-C9583C51295F}" type="sibTrans" cxnId="{18398538-E10E-4131-920C-5B832624AC1A}">
      <dgm:prSet/>
      <dgm:spPr/>
      <dgm:t>
        <a:bodyPr/>
        <a:lstStyle/>
        <a:p>
          <a:endParaRPr lang="en-US" sz="2400"/>
        </a:p>
      </dgm:t>
    </dgm:pt>
    <dgm:pt modelId="{B38A0EE0-2F19-46A0-B8CB-8A75D7F3EA69}">
      <dgm:prSet custT="1"/>
      <dgm:spPr/>
      <dgm:t>
        <a:bodyPr/>
        <a:lstStyle/>
        <a:p>
          <a:r>
            <a:rPr lang="en-US" sz="2400"/>
            <a:t>To answer questions (related to a problem)</a:t>
          </a:r>
        </a:p>
      </dgm:t>
    </dgm:pt>
    <dgm:pt modelId="{542D0797-BD36-4940-9879-206E63943683}" type="parTrans" cxnId="{7CE25530-292F-4924-B872-5C1D07574FA7}">
      <dgm:prSet/>
      <dgm:spPr/>
      <dgm:t>
        <a:bodyPr/>
        <a:lstStyle/>
        <a:p>
          <a:endParaRPr lang="en-US" sz="2400"/>
        </a:p>
      </dgm:t>
    </dgm:pt>
    <dgm:pt modelId="{D0531CF5-B7BD-48D6-BDF7-FB624BFDF7F5}" type="sibTrans" cxnId="{7CE25530-292F-4924-B872-5C1D07574FA7}">
      <dgm:prSet/>
      <dgm:spPr/>
      <dgm:t>
        <a:bodyPr/>
        <a:lstStyle/>
        <a:p>
          <a:endParaRPr lang="en-US" sz="2400"/>
        </a:p>
      </dgm:t>
    </dgm:pt>
    <dgm:pt modelId="{AA5F5803-98CB-4244-9B3E-B8A36B5172DC}" type="pres">
      <dgm:prSet presAssocID="{44E5B9D1-ED01-4B89-BF35-48EC1EA4E2DD}" presName="vert0" presStyleCnt="0">
        <dgm:presLayoutVars>
          <dgm:dir/>
          <dgm:animOne val="branch"/>
          <dgm:animLvl val="lvl"/>
        </dgm:presLayoutVars>
      </dgm:prSet>
      <dgm:spPr/>
    </dgm:pt>
    <dgm:pt modelId="{888CDD1F-4482-4F82-A48D-828081AF64AF}" type="pres">
      <dgm:prSet presAssocID="{B12CCAD1-A646-4B48-999D-7C757433D147}" presName="thickLine" presStyleLbl="alignNode1" presStyleIdx="0" presStyleCnt="7"/>
      <dgm:spPr/>
    </dgm:pt>
    <dgm:pt modelId="{69616112-350B-4162-83B9-E874395F04A9}" type="pres">
      <dgm:prSet presAssocID="{B12CCAD1-A646-4B48-999D-7C757433D147}" presName="horz1" presStyleCnt="0"/>
      <dgm:spPr/>
    </dgm:pt>
    <dgm:pt modelId="{1ED7880C-4ABD-46CE-BD37-74F5767D8FB3}" type="pres">
      <dgm:prSet presAssocID="{B12CCAD1-A646-4B48-999D-7C757433D147}" presName="tx1" presStyleLbl="revTx" presStyleIdx="0" presStyleCnt="7"/>
      <dgm:spPr/>
    </dgm:pt>
    <dgm:pt modelId="{FFEEFA06-6DB1-47DB-8427-292670A7AC10}" type="pres">
      <dgm:prSet presAssocID="{B12CCAD1-A646-4B48-999D-7C757433D147}" presName="vert1" presStyleCnt="0"/>
      <dgm:spPr/>
    </dgm:pt>
    <dgm:pt modelId="{B6D65F5B-3AB2-44A6-B417-A782C57C2E93}" type="pres">
      <dgm:prSet presAssocID="{669B5053-5F0A-495F-926D-2C7866000E7A}" presName="thickLine" presStyleLbl="alignNode1" presStyleIdx="1" presStyleCnt="7"/>
      <dgm:spPr/>
    </dgm:pt>
    <dgm:pt modelId="{3A83CC3C-5E2E-4FC2-A213-25BDC542E45B}" type="pres">
      <dgm:prSet presAssocID="{669B5053-5F0A-495F-926D-2C7866000E7A}" presName="horz1" presStyleCnt="0"/>
      <dgm:spPr/>
    </dgm:pt>
    <dgm:pt modelId="{FEC2B462-591A-424E-B93B-ECB824B248C0}" type="pres">
      <dgm:prSet presAssocID="{669B5053-5F0A-495F-926D-2C7866000E7A}" presName="tx1" presStyleLbl="revTx" presStyleIdx="1" presStyleCnt="7"/>
      <dgm:spPr/>
    </dgm:pt>
    <dgm:pt modelId="{4A8E5577-0A03-42C3-A10C-EAE9398DE862}" type="pres">
      <dgm:prSet presAssocID="{669B5053-5F0A-495F-926D-2C7866000E7A}" presName="vert1" presStyleCnt="0"/>
      <dgm:spPr/>
    </dgm:pt>
    <dgm:pt modelId="{862B33C2-B4A7-451E-AB74-652C09F2A187}" type="pres">
      <dgm:prSet presAssocID="{44F96F9D-0D8A-436B-A870-E36D8A2D032D}" presName="thickLine" presStyleLbl="alignNode1" presStyleIdx="2" presStyleCnt="7"/>
      <dgm:spPr/>
    </dgm:pt>
    <dgm:pt modelId="{0371DE55-E064-4109-9BB9-5CC34AB0F926}" type="pres">
      <dgm:prSet presAssocID="{44F96F9D-0D8A-436B-A870-E36D8A2D032D}" presName="horz1" presStyleCnt="0"/>
      <dgm:spPr/>
    </dgm:pt>
    <dgm:pt modelId="{DF0AFD18-F02B-4D7E-96D7-97E1F34B943D}" type="pres">
      <dgm:prSet presAssocID="{44F96F9D-0D8A-436B-A870-E36D8A2D032D}" presName="tx1" presStyleLbl="revTx" presStyleIdx="2" presStyleCnt="7"/>
      <dgm:spPr/>
    </dgm:pt>
    <dgm:pt modelId="{4F9EDF8B-A91B-4741-8F27-A63FA6A6AB3A}" type="pres">
      <dgm:prSet presAssocID="{44F96F9D-0D8A-436B-A870-E36D8A2D032D}" presName="vert1" presStyleCnt="0"/>
      <dgm:spPr/>
    </dgm:pt>
    <dgm:pt modelId="{205226E2-52C8-4707-9A90-54EFB074A696}" type="pres">
      <dgm:prSet presAssocID="{70531964-913D-494A-8F13-4D3D49087F07}" presName="thickLine" presStyleLbl="alignNode1" presStyleIdx="3" presStyleCnt="7"/>
      <dgm:spPr/>
    </dgm:pt>
    <dgm:pt modelId="{D140A845-CC5C-4FBE-8529-94A2A8FF0971}" type="pres">
      <dgm:prSet presAssocID="{70531964-913D-494A-8F13-4D3D49087F07}" presName="horz1" presStyleCnt="0"/>
      <dgm:spPr/>
    </dgm:pt>
    <dgm:pt modelId="{1369A6EE-7529-4D94-8663-57FC02BA85E5}" type="pres">
      <dgm:prSet presAssocID="{70531964-913D-494A-8F13-4D3D49087F07}" presName="tx1" presStyleLbl="revTx" presStyleIdx="3" presStyleCnt="7"/>
      <dgm:spPr/>
    </dgm:pt>
    <dgm:pt modelId="{95D8EF4A-BB21-47ED-ACAB-9B34F719B5AB}" type="pres">
      <dgm:prSet presAssocID="{70531964-913D-494A-8F13-4D3D49087F07}" presName="vert1" presStyleCnt="0"/>
      <dgm:spPr/>
    </dgm:pt>
    <dgm:pt modelId="{E257B138-EE64-41AB-A958-27681AA36ACF}" type="pres">
      <dgm:prSet presAssocID="{BE9B9A82-DE34-49FD-88B3-84E7F254A043}" presName="thickLine" presStyleLbl="alignNode1" presStyleIdx="4" presStyleCnt="7"/>
      <dgm:spPr/>
    </dgm:pt>
    <dgm:pt modelId="{B47580F5-AF59-414F-8113-298B368894AF}" type="pres">
      <dgm:prSet presAssocID="{BE9B9A82-DE34-49FD-88B3-84E7F254A043}" presName="horz1" presStyleCnt="0"/>
      <dgm:spPr/>
    </dgm:pt>
    <dgm:pt modelId="{2730B382-B8A0-450C-AD5C-43818DBDA03F}" type="pres">
      <dgm:prSet presAssocID="{BE9B9A82-DE34-49FD-88B3-84E7F254A043}" presName="tx1" presStyleLbl="revTx" presStyleIdx="4" presStyleCnt="7"/>
      <dgm:spPr/>
    </dgm:pt>
    <dgm:pt modelId="{3B05FCFB-93F7-4DE9-AE10-76EC15E8AFC8}" type="pres">
      <dgm:prSet presAssocID="{BE9B9A82-DE34-49FD-88B3-84E7F254A043}" presName="vert1" presStyleCnt="0"/>
      <dgm:spPr/>
    </dgm:pt>
    <dgm:pt modelId="{515FA2B4-38A8-4968-B940-DE2B80D8A81A}" type="pres">
      <dgm:prSet presAssocID="{70BBA711-D145-4E23-BBF6-845DF26BDCF9}" presName="thickLine" presStyleLbl="alignNode1" presStyleIdx="5" presStyleCnt="7"/>
      <dgm:spPr/>
    </dgm:pt>
    <dgm:pt modelId="{E90B5173-BF37-4889-9847-70D0174D7AE2}" type="pres">
      <dgm:prSet presAssocID="{70BBA711-D145-4E23-BBF6-845DF26BDCF9}" presName="horz1" presStyleCnt="0"/>
      <dgm:spPr/>
    </dgm:pt>
    <dgm:pt modelId="{0B069B36-8DE4-41F6-B8D9-1F3CD880B0C9}" type="pres">
      <dgm:prSet presAssocID="{70BBA711-D145-4E23-BBF6-845DF26BDCF9}" presName="tx1" presStyleLbl="revTx" presStyleIdx="5" presStyleCnt="7"/>
      <dgm:spPr/>
    </dgm:pt>
    <dgm:pt modelId="{6F85C12B-CCD6-4D2B-B2EE-DFA9589F8B20}" type="pres">
      <dgm:prSet presAssocID="{70BBA711-D145-4E23-BBF6-845DF26BDCF9}" presName="vert1" presStyleCnt="0"/>
      <dgm:spPr/>
    </dgm:pt>
    <dgm:pt modelId="{8F3E76BC-EEA1-4D31-9C9B-E5794773027F}" type="pres">
      <dgm:prSet presAssocID="{B38A0EE0-2F19-46A0-B8CB-8A75D7F3EA69}" presName="thickLine" presStyleLbl="alignNode1" presStyleIdx="6" presStyleCnt="7"/>
      <dgm:spPr/>
    </dgm:pt>
    <dgm:pt modelId="{10605C4F-F2EB-4181-8404-9A543D1662E1}" type="pres">
      <dgm:prSet presAssocID="{B38A0EE0-2F19-46A0-B8CB-8A75D7F3EA69}" presName="horz1" presStyleCnt="0"/>
      <dgm:spPr/>
    </dgm:pt>
    <dgm:pt modelId="{F07EA45F-7ECF-4FA0-98E1-41DBF864AD98}" type="pres">
      <dgm:prSet presAssocID="{B38A0EE0-2F19-46A0-B8CB-8A75D7F3EA69}" presName="tx1" presStyleLbl="revTx" presStyleIdx="6" presStyleCnt="7"/>
      <dgm:spPr/>
    </dgm:pt>
    <dgm:pt modelId="{E5382E60-6B9B-40A2-8B25-C83717BFDD9A}" type="pres">
      <dgm:prSet presAssocID="{B38A0EE0-2F19-46A0-B8CB-8A75D7F3EA69}" presName="vert1" presStyleCnt="0"/>
      <dgm:spPr/>
    </dgm:pt>
  </dgm:ptLst>
  <dgm:cxnLst>
    <dgm:cxn modelId="{E141950B-A23E-4F90-BFD9-145D9FB49AE1}" type="presOf" srcId="{70BBA711-D145-4E23-BBF6-845DF26BDCF9}" destId="{0B069B36-8DE4-41F6-B8D9-1F3CD880B0C9}" srcOrd="0" destOrd="0" presId="urn:microsoft.com/office/officeart/2008/layout/LinedList"/>
    <dgm:cxn modelId="{4E390E2A-EFE9-4B15-9FB3-B8EBBD5AE2D3}" type="presOf" srcId="{44E5B9D1-ED01-4B89-BF35-48EC1EA4E2DD}" destId="{AA5F5803-98CB-4244-9B3E-B8A36B5172DC}" srcOrd="0" destOrd="0" presId="urn:microsoft.com/office/officeart/2008/layout/LinedList"/>
    <dgm:cxn modelId="{7CE25530-292F-4924-B872-5C1D07574FA7}" srcId="{44E5B9D1-ED01-4B89-BF35-48EC1EA4E2DD}" destId="{B38A0EE0-2F19-46A0-B8CB-8A75D7F3EA69}" srcOrd="6" destOrd="0" parTransId="{542D0797-BD36-4940-9879-206E63943683}" sibTransId="{D0531CF5-B7BD-48D6-BDF7-FB624BFDF7F5}"/>
    <dgm:cxn modelId="{7BBC3E31-51FE-4D1E-BD76-06DB22ADC79A}" type="presOf" srcId="{BE9B9A82-DE34-49FD-88B3-84E7F254A043}" destId="{2730B382-B8A0-450C-AD5C-43818DBDA03F}" srcOrd="0" destOrd="0" presId="urn:microsoft.com/office/officeart/2008/layout/LinedList"/>
    <dgm:cxn modelId="{18398538-E10E-4131-920C-5B832624AC1A}" srcId="{44E5B9D1-ED01-4B89-BF35-48EC1EA4E2DD}" destId="{70BBA711-D145-4E23-BBF6-845DF26BDCF9}" srcOrd="5" destOrd="0" parTransId="{E8894DEC-BB47-40FD-B047-5BC48BE0A0AF}" sibTransId="{72842A9E-5D98-4B1A-9696-C9583C51295F}"/>
    <dgm:cxn modelId="{A0C3EC5D-6890-40C9-82C1-E67691593637}" type="presOf" srcId="{B38A0EE0-2F19-46A0-B8CB-8A75D7F3EA69}" destId="{F07EA45F-7ECF-4FA0-98E1-41DBF864AD98}" srcOrd="0" destOrd="0" presId="urn:microsoft.com/office/officeart/2008/layout/LinedList"/>
    <dgm:cxn modelId="{D8DC5961-9A5D-42DB-A1BE-7BA6C0DC6052}" type="presOf" srcId="{669B5053-5F0A-495F-926D-2C7866000E7A}" destId="{FEC2B462-591A-424E-B93B-ECB824B248C0}" srcOrd="0" destOrd="0" presId="urn:microsoft.com/office/officeart/2008/layout/LinedList"/>
    <dgm:cxn modelId="{F6D3586B-8240-4CE4-817C-D07273611EF9}" srcId="{44E5B9D1-ED01-4B89-BF35-48EC1EA4E2DD}" destId="{B12CCAD1-A646-4B48-999D-7C757433D147}" srcOrd="0" destOrd="0" parTransId="{2941333B-2203-48A5-9DA9-4BD1D649300C}" sibTransId="{22034F19-952D-414F-9E98-EDDE35857FC7}"/>
    <dgm:cxn modelId="{8EFED14E-45B9-4FF1-8254-8816AE68A224}" srcId="{44E5B9D1-ED01-4B89-BF35-48EC1EA4E2DD}" destId="{44F96F9D-0D8A-436B-A870-E36D8A2D032D}" srcOrd="2" destOrd="0" parTransId="{B77F6BD5-2898-45B8-84FD-7B73FFF5E602}" sibTransId="{50FF0615-05D9-45A1-B541-62FACBD64B99}"/>
    <dgm:cxn modelId="{DCA4F589-0E13-4241-BC32-D6183334AC19}" type="presOf" srcId="{44F96F9D-0D8A-436B-A870-E36D8A2D032D}" destId="{DF0AFD18-F02B-4D7E-96D7-97E1F34B943D}" srcOrd="0" destOrd="0" presId="urn:microsoft.com/office/officeart/2008/layout/LinedList"/>
    <dgm:cxn modelId="{3CE95BB1-5392-424E-B048-853F884EF4B8}" srcId="{44E5B9D1-ED01-4B89-BF35-48EC1EA4E2DD}" destId="{669B5053-5F0A-495F-926D-2C7866000E7A}" srcOrd="1" destOrd="0" parTransId="{21EF235A-CBED-415D-B76B-2A5E1322C18F}" sibTransId="{2E8CE091-BB9E-416F-8E25-08EC98B7A107}"/>
    <dgm:cxn modelId="{53B45FC6-5A1C-4370-97DE-539FA21F6957}" type="presOf" srcId="{B12CCAD1-A646-4B48-999D-7C757433D147}" destId="{1ED7880C-4ABD-46CE-BD37-74F5767D8FB3}" srcOrd="0" destOrd="0" presId="urn:microsoft.com/office/officeart/2008/layout/LinedList"/>
    <dgm:cxn modelId="{7CB190C9-747C-4237-B5AF-4A74D53C3703}" srcId="{44E5B9D1-ED01-4B89-BF35-48EC1EA4E2DD}" destId="{70531964-913D-494A-8F13-4D3D49087F07}" srcOrd="3" destOrd="0" parTransId="{A10A5ECB-C221-4F42-85FE-634DD5688D52}" sibTransId="{404DC8E7-1DDB-4796-9131-D0EC168DAEA8}"/>
    <dgm:cxn modelId="{E7FD93E9-059A-4801-AD81-0E4635253E29}" type="presOf" srcId="{70531964-913D-494A-8F13-4D3D49087F07}" destId="{1369A6EE-7529-4D94-8663-57FC02BA85E5}" srcOrd="0" destOrd="0" presId="urn:microsoft.com/office/officeart/2008/layout/LinedList"/>
    <dgm:cxn modelId="{2D8BD1FF-DC19-4092-8677-AC657BC8414B}" srcId="{44E5B9D1-ED01-4B89-BF35-48EC1EA4E2DD}" destId="{BE9B9A82-DE34-49FD-88B3-84E7F254A043}" srcOrd="4" destOrd="0" parTransId="{9BCD3E18-00AE-41A0-9B9A-F6E3D74BCC2D}" sibTransId="{FE56992A-2634-40D7-BD30-6BC561350FD4}"/>
    <dgm:cxn modelId="{AC3652D7-2BD9-4D00-9F9D-2C024F2CBA68}" type="presParOf" srcId="{AA5F5803-98CB-4244-9B3E-B8A36B5172DC}" destId="{888CDD1F-4482-4F82-A48D-828081AF64AF}" srcOrd="0" destOrd="0" presId="urn:microsoft.com/office/officeart/2008/layout/LinedList"/>
    <dgm:cxn modelId="{95625987-DBF3-44B9-88B2-12809B4C3611}" type="presParOf" srcId="{AA5F5803-98CB-4244-9B3E-B8A36B5172DC}" destId="{69616112-350B-4162-83B9-E874395F04A9}" srcOrd="1" destOrd="0" presId="urn:microsoft.com/office/officeart/2008/layout/LinedList"/>
    <dgm:cxn modelId="{142E649C-39FE-4101-927C-E0B153FD4DD1}" type="presParOf" srcId="{69616112-350B-4162-83B9-E874395F04A9}" destId="{1ED7880C-4ABD-46CE-BD37-74F5767D8FB3}" srcOrd="0" destOrd="0" presId="urn:microsoft.com/office/officeart/2008/layout/LinedList"/>
    <dgm:cxn modelId="{AA5052BA-F7BC-4DF6-9A62-AEA217BAAA11}" type="presParOf" srcId="{69616112-350B-4162-83B9-E874395F04A9}" destId="{FFEEFA06-6DB1-47DB-8427-292670A7AC10}" srcOrd="1" destOrd="0" presId="urn:microsoft.com/office/officeart/2008/layout/LinedList"/>
    <dgm:cxn modelId="{9A3CCC0A-502D-44B5-9AE9-94059B217A5B}" type="presParOf" srcId="{AA5F5803-98CB-4244-9B3E-B8A36B5172DC}" destId="{B6D65F5B-3AB2-44A6-B417-A782C57C2E93}" srcOrd="2" destOrd="0" presId="urn:microsoft.com/office/officeart/2008/layout/LinedList"/>
    <dgm:cxn modelId="{EBC2E7D4-794B-427D-8B7F-6160E7DBDFBE}" type="presParOf" srcId="{AA5F5803-98CB-4244-9B3E-B8A36B5172DC}" destId="{3A83CC3C-5E2E-4FC2-A213-25BDC542E45B}" srcOrd="3" destOrd="0" presId="urn:microsoft.com/office/officeart/2008/layout/LinedList"/>
    <dgm:cxn modelId="{6743F88A-2FA4-4EF7-9B81-2CB40A4483F0}" type="presParOf" srcId="{3A83CC3C-5E2E-4FC2-A213-25BDC542E45B}" destId="{FEC2B462-591A-424E-B93B-ECB824B248C0}" srcOrd="0" destOrd="0" presId="urn:microsoft.com/office/officeart/2008/layout/LinedList"/>
    <dgm:cxn modelId="{5C871CF8-D0A5-4432-A78E-D60919430FF1}" type="presParOf" srcId="{3A83CC3C-5E2E-4FC2-A213-25BDC542E45B}" destId="{4A8E5577-0A03-42C3-A10C-EAE9398DE862}" srcOrd="1" destOrd="0" presId="urn:microsoft.com/office/officeart/2008/layout/LinedList"/>
    <dgm:cxn modelId="{5D9258BF-72EE-46ED-8D1E-08F536DA9965}" type="presParOf" srcId="{AA5F5803-98CB-4244-9B3E-B8A36B5172DC}" destId="{862B33C2-B4A7-451E-AB74-652C09F2A187}" srcOrd="4" destOrd="0" presId="urn:microsoft.com/office/officeart/2008/layout/LinedList"/>
    <dgm:cxn modelId="{B16DF64E-6137-4F46-9ABF-3FDAC8D3A3CF}" type="presParOf" srcId="{AA5F5803-98CB-4244-9B3E-B8A36B5172DC}" destId="{0371DE55-E064-4109-9BB9-5CC34AB0F926}" srcOrd="5" destOrd="0" presId="urn:microsoft.com/office/officeart/2008/layout/LinedList"/>
    <dgm:cxn modelId="{ABD9AFE9-1A76-48B6-9C63-034A2F82FB5C}" type="presParOf" srcId="{0371DE55-E064-4109-9BB9-5CC34AB0F926}" destId="{DF0AFD18-F02B-4D7E-96D7-97E1F34B943D}" srcOrd="0" destOrd="0" presId="urn:microsoft.com/office/officeart/2008/layout/LinedList"/>
    <dgm:cxn modelId="{44A1E453-2F5B-4E67-AEF3-52CED61DAAE1}" type="presParOf" srcId="{0371DE55-E064-4109-9BB9-5CC34AB0F926}" destId="{4F9EDF8B-A91B-4741-8F27-A63FA6A6AB3A}" srcOrd="1" destOrd="0" presId="urn:microsoft.com/office/officeart/2008/layout/LinedList"/>
    <dgm:cxn modelId="{AA46BEE0-2B4A-4B17-9D67-85BE738F446F}" type="presParOf" srcId="{AA5F5803-98CB-4244-9B3E-B8A36B5172DC}" destId="{205226E2-52C8-4707-9A90-54EFB074A696}" srcOrd="6" destOrd="0" presId="urn:microsoft.com/office/officeart/2008/layout/LinedList"/>
    <dgm:cxn modelId="{4F9755F9-EC5E-4397-98C6-D71290577FF9}" type="presParOf" srcId="{AA5F5803-98CB-4244-9B3E-B8A36B5172DC}" destId="{D140A845-CC5C-4FBE-8529-94A2A8FF0971}" srcOrd="7" destOrd="0" presId="urn:microsoft.com/office/officeart/2008/layout/LinedList"/>
    <dgm:cxn modelId="{3B0BAA13-FA59-4C5B-83CB-CFE12BF6F30D}" type="presParOf" srcId="{D140A845-CC5C-4FBE-8529-94A2A8FF0971}" destId="{1369A6EE-7529-4D94-8663-57FC02BA85E5}" srcOrd="0" destOrd="0" presId="urn:microsoft.com/office/officeart/2008/layout/LinedList"/>
    <dgm:cxn modelId="{9EB4DCFB-054F-440F-905E-118EF2E0C8A3}" type="presParOf" srcId="{D140A845-CC5C-4FBE-8529-94A2A8FF0971}" destId="{95D8EF4A-BB21-47ED-ACAB-9B34F719B5AB}" srcOrd="1" destOrd="0" presId="urn:microsoft.com/office/officeart/2008/layout/LinedList"/>
    <dgm:cxn modelId="{E8D1A315-23CB-4162-9981-D45BF4AD3455}" type="presParOf" srcId="{AA5F5803-98CB-4244-9B3E-B8A36B5172DC}" destId="{E257B138-EE64-41AB-A958-27681AA36ACF}" srcOrd="8" destOrd="0" presId="urn:microsoft.com/office/officeart/2008/layout/LinedList"/>
    <dgm:cxn modelId="{0A410FB9-FD56-4417-86D0-31872C92C5A2}" type="presParOf" srcId="{AA5F5803-98CB-4244-9B3E-B8A36B5172DC}" destId="{B47580F5-AF59-414F-8113-298B368894AF}" srcOrd="9" destOrd="0" presId="urn:microsoft.com/office/officeart/2008/layout/LinedList"/>
    <dgm:cxn modelId="{E421AE98-B0B7-48F2-B9E8-4F928AD34884}" type="presParOf" srcId="{B47580F5-AF59-414F-8113-298B368894AF}" destId="{2730B382-B8A0-450C-AD5C-43818DBDA03F}" srcOrd="0" destOrd="0" presId="urn:microsoft.com/office/officeart/2008/layout/LinedList"/>
    <dgm:cxn modelId="{6C79D8C6-11F1-484C-A821-5D9FFF4ED21F}" type="presParOf" srcId="{B47580F5-AF59-414F-8113-298B368894AF}" destId="{3B05FCFB-93F7-4DE9-AE10-76EC15E8AFC8}" srcOrd="1" destOrd="0" presId="urn:microsoft.com/office/officeart/2008/layout/LinedList"/>
    <dgm:cxn modelId="{716659C2-5776-411D-AA70-6107D991B625}" type="presParOf" srcId="{AA5F5803-98CB-4244-9B3E-B8A36B5172DC}" destId="{515FA2B4-38A8-4968-B940-DE2B80D8A81A}" srcOrd="10" destOrd="0" presId="urn:microsoft.com/office/officeart/2008/layout/LinedList"/>
    <dgm:cxn modelId="{AA0EDD97-C6D5-461D-9C10-A4C9F83DBDE7}" type="presParOf" srcId="{AA5F5803-98CB-4244-9B3E-B8A36B5172DC}" destId="{E90B5173-BF37-4889-9847-70D0174D7AE2}" srcOrd="11" destOrd="0" presId="urn:microsoft.com/office/officeart/2008/layout/LinedList"/>
    <dgm:cxn modelId="{A6F5D912-89CC-4B18-874B-A4A60AD0F5FE}" type="presParOf" srcId="{E90B5173-BF37-4889-9847-70D0174D7AE2}" destId="{0B069B36-8DE4-41F6-B8D9-1F3CD880B0C9}" srcOrd="0" destOrd="0" presId="urn:microsoft.com/office/officeart/2008/layout/LinedList"/>
    <dgm:cxn modelId="{8A1A424B-D82E-4B76-8A24-48A553AA306A}" type="presParOf" srcId="{E90B5173-BF37-4889-9847-70D0174D7AE2}" destId="{6F85C12B-CCD6-4D2B-B2EE-DFA9589F8B20}" srcOrd="1" destOrd="0" presId="urn:microsoft.com/office/officeart/2008/layout/LinedList"/>
    <dgm:cxn modelId="{30A516D5-0C35-422A-9A4B-E58648071D05}" type="presParOf" srcId="{AA5F5803-98CB-4244-9B3E-B8A36B5172DC}" destId="{8F3E76BC-EEA1-4D31-9C9B-E5794773027F}" srcOrd="12" destOrd="0" presId="urn:microsoft.com/office/officeart/2008/layout/LinedList"/>
    <dgm:cxn modelId="{96EA3AB8-3447-4B74-87CB-34AC09859630}" type="presParOf" srcId="{AA5F5803-98CB-4244-9B3E-B8A36B5172DC}" destId="{10605C4F-F2EB-4181-8404-9A543D1662E1}" srcOrd="13" destOrd="0" presId="urn:microsoft.com/office/officeart/2008/layout/LinedList"/>
    <dgm:cxn modelId="{65E23810-FB02-40AE-BFAD-F83C909C5D1D}" type="presParOf" srcId="{10605C4F-F2EB-4181-8404-9A543D1662E1}" destId="{F07EA45F-7ECF-4FA0-98E1-41DBF864AD98}" srcOrd="0" destOrd="0" presId="urn:microsoft.com/office/officeart/2008/layout/LinedList"/>
    <dgm:cxn modelId="{9899C655-925F-4A5F-A1CF-7D53530C4DD5}" type="presParOf" srcId="{10605C4F-F2EB-4181-8404-9A543D1662E1}" destId="{E5382E60-6B9B-40A2-8B25-C83717BFDD9A}"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A9E8945-5CA9-411C-B5D9-8B7C126643B6}" type="doc">
      <dgm:prSet loTypeId="urn:microsoft.com/office/officeart/2018/2/layout/IconCircleList" loCatId="icon" qsTypeId="urn:microsoft.com/office/officeart/2005/8/quickstyle/simple1" qsCatId="simple" csTypeId="urn:microsoft.com/office/officeart/2018/5/colors/Iconchunking_neutralicon_accent2_2" csCatId="accent2" phldr="1"/>
      <dgm:spPr/>
      <dgm:t>
        <a:bodyPr/>
        <a:lstStyle/>
        <a:p>
          <a:endParaRPr lang="en-US"/>
        </a:p>
      </dgm:t>
    </dgm:pt>
    <dgm:pt modelId="{A6F5A69A-56C7-43FD-BB3B-1D60D139584B}">
      <dgm:prSet/>
      <dgm:spPr/>
      <dgm:t>
        <a:bodyPr/>
        <a:lstStyle/>
        <a:p>
          <a:r>
            <a:rPr lang="en-US" dirty="0"/>
            <a:t>Why data analytics?</a:t>
          </a:r>
        </a:p>
      </dgm:t>
    </dgm:pt>
    <dgm:pt modelId="{9507840B-698C-4970-950C-E40489E27CB2}" type="parTrans" cxnId="{A28F1717-A956-499D-81F9-7BD818A915A4}">
      <dgm:prSet/>
      <dgm:spPr/>
      <dgm:t>
        <a:bodyPr/>
        <a:lstStyle/>
        <a:p>
          <a:endParaRPr lang="en-US"/>
        </a:p>
      </dgm:t>
    </dgm:pt>
    <dgm:pt modelId="{C42FE8EE-443A-4160-A435-5EFCC9FB415E}" type="sibTrans" cxnId="{A28F1717-A956-499D-81F9-7BD818A915A4}">
      <dgm:prSet/>
      <dgm:spPr/>
      <dgm:t>
        <a:bodyPr/>
        <a:lstStyle/>
        <a:p>
          <a:endParaRPr lang="en-US"/>
        </a:p>
      </dgm:t>
    </dgm:pt>
    <dgm:pt modelId="{E783F816-6E7F-4C34-ACC2-C7736C299A9F}">
      <dgm:prSet/>
      <dgm:spPr/>
      <dgm:t>
        <a:bodyPr/>
        <a:lstStyle/>
        <a:p>
          <a:r>
            <a:rPr lang="en-SG" dirty="0"/>
            <a:t>Data Analytics Process</a:t>
          </a:r>
          <a:endParaRPr lang="en-US" dirty="0"/>
        </a:p>
      </dgm:t>
    </dgm:pt>
    <dgm:pt modelId="{F9E3E792-3E69-4C1A-A8CC-361E5141F9B0}" type="parTrans" cxnId="{448AD100-A478-417F-B319-3C2D9A982D6D}">
      <dgm:prSet/>
      <dgm:spPr/>
      <dgm:t>
        <a:bodyPr/>
        <a:lstStyle/>
        <a:p>
          <a:endParaRPr lang="en-US"/>
        </a:p>
      </dgm:t>
    </dgm:pt>
    <dgm:pt modelId="{C82E5569-0F2A-4CB8-BB82-4A63A2B4D7A1}" type="sibTrans" cxnId="{448AD100-A478-417F-B319-3C2D9A982D6D}">
      <dgm:prSet/>
      <dgm:spPr/>
      <dgm:t>
        <a:bodyPr/>
        <a:lstStyle/>
        <a:p>
          <a:endParaRPr lang="en-US"/>
        </a:p>
      </dgm:t>
    </dgm:pt>
    <dgm:pt modelId="{37829583-ED24-4A66-8E04-28AC120258CD}">
      <dgm:prSet/>
      <dgm:spPr/>
      <dgm:t>
        <a:bodyPr/>
        <a:lstStyle/>
        <a:p>
          <a:r>
            <a:rPr lang="en-SG" dirty="0"/>
            <a:t>The four levels of analytics</a:t>
          </a:r>
          <a:endParaRPr lang="en-US" dirty="0"/>
        </a:p>
      </dgm:t>
    </dgm:pt>
    <dgm:pt modelId="{5D354AF8-5C9D-49AE-8CEF-2414BC3CDCB2}" type="parTrans" cxnId="{3AE0B39B-6B35-4BE4-91E0-014C960A25EA}">
      <dgm:prSet/>
      <dgm:spPr/>
      <dgm:t>
        <a:bodyPr/>
        <a:lstStyle/>
        <a:p>
          <a:endParaRPr lang="en-US"/>
        </a:p>
      </dgm:t>
    </dgm:pt>
    <dgm:pt modelId="{8A094C49-56A7-4E39-B0FD-56A5B9144A5D}" type="sibTrans" cxnId="{3AE0B39B-6B35-4BE4-91E0-014C960A25EA}">
      <dgm:prSet/>
      <dgm:spPr/>
      <dgm:t>
        <a:bodyPr/>
        <a:lstStyle/>
        <a:p>
          <a:endParaRPr lang="en-US"/>
        </a:p>
      </dgm:t>
    </dgm:pt>
    <dgm:pt modelId="{67B84C90-544F-4280-AA9D-F9B2C51587EF}">
      <dgm:prSet/>
      <dgm:spPr/>
      <dgm:t>
        <a:bodyPr/>
        <a:lstStyle/>
        <a:p>
          <a:r>
            <a:rPr lang="en-US" dirty="0"/>
            <a:t>Central Tendency/Spread</a:t>
          </a:r>
        </a:p>
      </dgm:t>
    </dgm:pt>
    <dgm:pt modelId="{B85F168B-D3D0-4F2E-B216-95D66C9F901A}" type="parTrans" cxnId="{E2B90BCC-E9EB-40D5-843F-137705C4828F}">
      <dgm:prSet/>
      <dgm:spPr/>
      <dgm:t>
        <a:bodyPr/>
        <a:lstStyle/>
        <a:p>
          <a:endParaRPr lang="en-US"/>
        </a:p>
      </dgm:t>
    </dgm:pt>
    <dgm:pt modelId="{E727788A-A6FB-4FBD-9159-ABA215E7DEBC}" type="sibTrans" cxnId="{E2B90BCC-E9EB-40D5-843F-137705C4828F}">
      <dgm:prSet/>
      <dgm:spPr/>
      <dgm:t>
        <a:bodyPr/>
        <a:lstStyle/>
        <a:p>
          <a:endParaRPr lang="en-US"/>
        </a:p>
      </dgm:t>
    </dgm:pt>
    <dgm:pt modelId="{D25988FE-2F5E-4E00-85FF-FE274F86A443}" type="pres">
      <dgm:prSet presAssocID="{4A9E8945-5CA9-411C-B5D9-8B7C126643B6}" presName="root" presStyleCnt="0">
        <dgm:presLayoutVars>
          <dgm:dir/>
          <dgm:resizeHandles val="exact"/>
        </dgm:presLayoutVars>
      </dgm:prSet>
      <dgm:spPr/>
    </dgm:pt>
    <dgm:pt modelId="{C5205B85-8914-47A1-AA71-3D5A5050F059}" type="pres">
      <dgm:prSet presAssocID="{4A9E8945-5CA9-411C-B5D9-8B7C126643B6}" presName="container" presStyleCnt="0">
        <dgm:presLayoutVars>
          <dgm:dir/>
          <dgm:resizeHandles val="exact"/>
        </dgm:presLayoutVars>
      </dgm:prSet>
      <dgm:spPr/>
    </dgm:pt>
    <dgm:pt modelId="{E07A3271-D160-4370-90A5-58903EC48FF3}" type="pres">
      <dgm:prSet presAssocID="{A6F5A69A-56C7-43FD-BB3B-1D60D139584B}" presName="compNode" presStyleCnt="0"/>
      <dgm:spPr/>
    </dgm:pt>
    <dgm:pt modelId="{155D2487-B199-4A89-8942-D421274EA0AC}" type="pres">
      <dgm:prSet presAssocID="{A6F5A69A-56C7-43FD-BB3B-1D60D139584B}" presName="iconBgRect" presStyleLbl="bgShp" presStyleIdx="0" presStyleCnt="4"/>
      <dgm:spPr/>
    </dgm:pt>
    <dgm:pt modelId="{D75B5976-1751-4271-8900-0FF8CB1172C6}" type="pres">
      <dgm:prSet presAssocID="{A6F5A69A-56C7-43FD-BB3B-1D60D139584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lectrician"/>
        </a:ext>
      </dgm:extLst>
    </dgm:pt>
    <dgm:pt modelId="{B085A59A-EA82-433A-9C59-0A7212D3EADD}" type="pres">
      <dgm:prSet presAssocID="{A6F5A69A-56C7-43FD-BB3B-1D60D139584B}" presName="spaceRect" presStyleCnt="0"/>
      <dgm:spPr/>
    </dgm:pt>
    <dgm:pt modelId="{C30ABDDF-6785-4C9B-8777-53EB235CC135}" type="pres">
      <dgm:prSet presAssocID="{A6F5A69A-56C7-43FD-BB3B-1D60D139584B}" presName="textRect" presStyleLbl="revTx" presStyleIdx="0" presStyleCnt="4">
        <dgm:presLayoutVars>
          <dgm:chMax val="1"/>
          <dgm:chPref val="1"/>
        </dgm:presLayoutVars>
      </dgm:prSet>
      <dgm:spPr/>
    </dgm:pt>
    <dgm:pt modelId="{65D4B3B8-A581-449D-9D07-1DD3CD2C6666}" type="pres">
      <dgm:prSet presAssocID="{C42FE8EE-443A-4160-A435-5EFCC9FB415E}" presName="sibTrans" presStyleLbl="sibTrans2D1" presStyleIdx="0" presStyleCnt="0"/>
      <dgm:spPr/>
    </dgm:pt>
    <dgm:pt modelId="{5F091C6F-0FAD-40B2-BBBA-6120103BBBFB}" type="pres">
      <dgm:prSet presAssocID="{E783F816-6E7F-4C34-ACC2-C7736C299A9F}" presName="compNode" presStyleCnt="0"/>
      <dgm:spPr/>
    </dgm:pt>
    <dgm:pt modelId="{52F9A2A4-7730-4241-9F31-3412A00C2C70}" type="pres">
      <dgm:prSet presAssocID="{E783F816-6E7F-4C34-ACC2-C7736C299A9F}" presName="iconBgRect" presStyleLbl="bgShp" presStyleIdx="1" presStyleCnt="4"/>
      <dgm:spPr/>
    </dgm:pt>
    <dgm:pt modelId="{34F264D6-4A6C-4068-8EE3-7E3E4475E8C0}" type="pres">
      <dgm:prSet presAssocID="{E783F816-6E7F-4C34-ACC2-C7736C299A9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7501AACD-6BE4-4B27-B12C-BF51202B7BB7}" type="pres">
      <dgm:prSet presAssocID="{E783F816-6E7F-4C34-ACC2-C7736C299A9F}" presName="spaceRect" presStyleCnt="0"/>
      <dgm:spPr/>
    </dgm:pt>
    <dgm:pt modelId="{02A6AD03-11CF-4D0D-B29C-F87FFB144598}" type="pres">
      <dgm:prSet presAssocID="{E783F816-6E7F-4C34-ACC2-C7736C299A9F}" presName="textRect" presStyleLbl="revTx" presStyleIdx="1" presStyleCnt="4">
        <dgm:presLayoutVars>
          <dgm:chMax val="1"/>
          <dgm:chPref val="1"/>
        </dgm:presLayoutVars>
      </dgm:prSet>
      <dgm:spPr/>
    </dgm:pt>
    <dgm:pt modelId="{831AE3C6-FFD1-4E98-9F56-4B80E5261229}" type="pres">
      <dgm:prSet presAssocID="{C82E5569-0F2A-4CB8-BB82-4A63A2B4D7A1}" presName="sibTrans" presStyleLbl="sibTrans2D1" presStyleIdx="0" presStyleCnt="0"/>
      <dgm:spPr/>
    </dgm:pt>
    <dgm:pt modelId="{52C46D05-B99C-473E-AC93-271C9857CF79}" type="pres">
      <dgm:prSet presAssocID="{37829583-ED24-4A66-8E04-28AC120258CD}" presName="compNode" presStyleCnt="0"/>
      <dgm:spPr/>
    </dgm:pt>
    <dgm:pt modelId="{D9D7694D-187B-499D-B107-286F0A9A19AA}" type="pres">
      <dgm:prSet presAssocID="{37829583-ED24-4A66-8E04-28AC120258CD}" presName="iconBgRect" presStyleLbl="bgShp" presStyleIdx="2" presStyleCnt="4"/>
      <dgm:spPr/>
    </dgm:pt>
    <dgm:pt modelId="{9F1D342A-870E-4F29-A032-28ABDE1F2625}" type="pres">
      <dgm:prSet presAssocID="{37829583-ED24-4A66-8E04-28AC120258C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yramid with Levels"/>
        </a:ext>
      </dgm:extLst>
    </dgm:pt>
    <dgm:pt modelId="{EEA79195-C061-4BB3-A6F3-212603C2C9D0}" type="pres">
      <dgm:prSet presAssocID="{37829583-ED24-4A66-8E04-28AC120258CD}" presName="spaceRect" presStyleCnt="0"/>
      <dgm:spPr/>
    </dgm:pt>
    <dgm:pt modelId="{24D1E94C-10D6-4A8E-A6D2-7ADE41D5105B}" type="pres">
      <dgm:prSet presAssocID="{37829583-ED24-4A66-8E04-28AC120258CD}" presName="textRect" presStyleLbl="revTx" presStyleIdx="2" presStyleCnt="4" custScaleX="110310" custLinFactNeighborX="-1056" custLinFactNeighborY="2489">
        <dgm:presLayoutVars>
          <dgm:chMax val="1"/>
          <dgm:chPref val="1"/>
        </dgm:presLayoutVars>
      </dgm:prSet>
      <dgm:spPr/>
    </dgm:pt>
    <dgm:pt modelId="{A00E19B8-2ADD-4B49-9F49-56DC256F72A2}" type="pres">
      <dgm:prSet presAssocID="{8A094C49-56A7-4E39-B0FD-56A5B9144A5D}" presName="sibTrans" presStyleLbl="sibTrans2D1" presStyleIdx="0" presStyleCnt="0"/>
      <dgm:spPr/>
    </dgm:pt>
    <dgm:pt modelId="{95E3F7B8-9C6B-4434-9730-D20CF9CC5FCF}" type="pres">
      <dgm:prSet presAssocID="{67B84C90-544F-4280-AA9D-F9B2C51587EF}" presName="compNode" presStyleCnt="0"/>
      <dgm:spPr/>
    </dgm:pt>
    <dgm:pt modelId="{EDD21C9D-7D5A-467B-B52E-8B61994AD865}" type="pres">
      <dgm:prSet presAssocID="{67B84C90-544F-4280-AA9D-F9B2C51587EF}" presName="iconBgRect" presStyleLbl="bgShp" presStyleIdx="3" presStyleCnt="4"/>
      <dgm:spPr/>
    </dgm:pt>
    <dgm:pt modelId="{FBB430B9-E9F5-420D-BC02-572DB9FF51AF}" type="pres">
      <dgm:prSet presAssocID="{67B84C90-544F-4280-AA9D-F9B2C51587E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ze"/>
        </a:ext>
      </dgm:extLst>
    </dgm:pt>
    <dgm:pt modelId="{ED8A8D16-BB38-4CDF-96BD-609CD92433B7}" type="pres">
      <dgm:prSet presAssocID="{67B84C90-544F-4280-AA9D-F9B2C51587EF}" presName="spaceRect" presStyleCnt="0"/>
      <dgm:spPr/>
    </dgm:pt>
    <dgm:pt modelId="{207D6B38-B8DF-4BBE-8378-57F4E94436FE}" type="pres">
      <dgm:prSet presAssocID="{67B84C90-544F-4280-AA9D-F9B2C51587EF}" presName="textRect" presStyleLbl="revTx" presStyleIdx="3" presStyleCnt="4" custScaleX="112672">
        <dgm:presLayoutVars>
          <dgm:chMax val="1"/>
          <dgm:chPref val="1"/>
        </dgm:presLayoutVars>
      </dgm:prSet>
      <dgm:spPr/>
    </dgm:pt>
  </dgm:ptLst>
  <dgm:cxnLst>
    <dgm:cxn modelId="{448AD100-A478-417F-B319-3C2D9A982D6D}" srcId="{4A9E8945-5CA9-411C-B5D9-8B7C126643B6}" destId="{E783F816-6E7F-4C34-ACC2-C7736C299A9F}" srcOrd="1" destOrd="0" parTransId="{F9E3E792-3E69-4C1A-A8CC-361E5141F9B0}" sibTransId="{C82E5569-0F2A-4CB8-BB82-4A63A2B4D7A1}"/>
    <dgm:cxn modelId="{A28F1717-A956-499D-81F9-7BD818A915A4}" srcId="{4A9E8945-5CA9-411C-B5D9-8B7C126643B6}" destId="{A6F5A69A-56C7-43FD-BB3B-1D60D139584B}" srcOrd="0" destOrd="0" parTransId="{9507840B-698C-4970-950C-E40489E27CB2}" sibTransId="{C42FE8EE-443A-4160-A435-5EFCC9FB415E}"/>
    <dgm:cxn modelId="{C6AB212E-45BF-4678-8D15-3593C0235749}" type="presOf" srcId="{C42FE8EE-443A-4160-A435-5EFCC9FB415E}" destId="{65D4B3B8-A581-449D-9D07-1DD3CD2C6666}" srcOrd="0" destOrd="0" presId="urn:microsoft.com/office/officeart/2018/2/layout/IconCircleList"/>
    <dgm:cxn modelId="{E1C76B4D-5CDB-4800-BD59-4DCC6AD69546}" type="presOf" srcId="{E783F816-6E7F-4C34-ACC2-C7736C299A9F}" destId="{02A6AD03-11CF-4D0D-B29C-F87FFB144598}" srcOrd="0" destOrd="0" presId="urn:microsoft.com/office/officeart/2018/2/layout/IconCircleList"/>
    <dgm:cxn modelId="{6B438F78-04A2-4227-A5BF-969063AE2AE1}" type="presOf" srcId="{C82E5569-0F2A-4CB8-BB82-4A63A2B4D7A1}" destId="{831AE3C6-FFD1-4E98-9F56-4B80E5261229}" srcOrd="0" destOrd="0" presId="urn:microsoft.com/office/officeart/2018/2/layout/IconCircleList"/>
    <dgm:cxn modelId="{04823B82-FE0F-4212-A6EE-0AFBC7F6B6B3}" type="presOf" srcId="{8A094C49-56A7-4E39-B0FD-56A5B9144A5D}" destId="{A00E19B8-2ADD-4B49-9F49-56DC256F72A2}" srcOrd="0" destOrd="0" presId="urn:microsoft.com/office/officeart/2018/2/layout/IconCircleList"/>
    <dgm:cxn modelId="{544D5388-506E-4B7D-9835-98F710A2C9AC}" type="presOf" srcId="{67B84C90-544F-4280-AA9D-F9B2C51587EF}" destId="{207D6B38-B8DF-4BBE-8378-57F4E94436FE}" srcOrd="0" destOrd="0" presId="urn:microsoft.com/office/officeart/2018/2/layout/IconCircleList"/>
    <dgm:cxn modelId="{B45EC69A-3A38-4C89-9558-4DF50686BCAE}" type="presOf" srcId="{A6F5A69A-56C7-43FD-BB3B-1D60D139584B}" destId="{C30ABDDF-6785-4C9B-8777-53EB235CC135}" srcOrd="0" destOrd="0" presId="urn:microsoft.com/office/officeart/2018/2/layout/IconCircleList"/>
    <dgm:cxn modelId="{3AE0B39B-6B35-4BE4-91E0-014C960A25EA}" srcId="{4A9E8945-5CA9-411C-B5D9-8B7C126643B6}" destId="{37829583-ED24-4A66-8E04-28AC120258CD}" srcOrd="2" destOrd="0" parTransId="{5D354AF8-5C9D-49AE-8CEF-2414BC3CDCB2}" sibTransId="{8A094C49-56A7-4E39-B0FD-56A5B9144A5D}"/>
    <dgm:cxn modelId="{A0A1C6AA-C6E1-451D-A439-71F498A28D11}" type="presOf" srcId="{37829583-ED24-4A66-8E04-28AC120258CD}" destId="{24D1E94C-10D6-4A8E-A6D2-7ADE41D5105B}" srcOrd="0" destOrd="0" presId="urn:microsoft.com/office/officeart/2018/2/layout/IconCircleList"/>
    <dgm:cxn modelId="{E2B90BCC-E9EB-40D5-843F-137705C4828F}" srcId="{4A9E8945-5CA9-411C-B5D9-8B7C126643B6}" destId="{67B84C90-544F-4280-AA9D-F9B2C51587EF}" srcOrd="3" destOrd="0" parTransId="{B85F168B-D3D0-4F2E-B216-95D66C9F901A}" sibTransId="{E727788A-A6FB-4FBD-9159-ABA215E7DEBC}"/>
    <dgm:cxn modelId="{086613E0-0B56-46C6-8964-56A9ADBCE875}" type="presOf" srcId="{4A9E8945-5CA9-411C-B5D9-8B7C126643B6}" destId="{D25988FE-2F5E-4E00-85FF-FE274F86A443}" srcOrd="0" destOrd="0" presId="urn:microsoft.com/office/officeart/2018/2/layout/IconCircleList"/>
    <dgm:cxn modelId="{4084F622-6144-4CFB-B116-AA40BD7E577A}" type="presParOf" srcId="{D25988FE-2F5E-4E00-85FF-FE274F86A443}" destId="{C5205B85-8914-47A1-AA71-3D5A5050F059}" srcOrd="0" destOrd="0" presId="urn:microsoft.com/office/officeart/2018/2/layout/IconCircleList"/>
    <dgm:cxn modelId="{3B559997-6CC9-4B14-98FB-1A460D491ECB}" type="presParOf" srcId="{C5205B85-8914-47A1-AA71-3D5A5050F059}" destId="{E07A3271-D160-4370-90A5-58903EC48FF3}" srcOrd="0" destOrd="0" presId="urn:microsoft.com/office/officeart/2018/2/layout/IconCircleList"/>
    <dgm:cxn modelId="{5D1656A8-702D-4163-9C1D-7D8888CE4945}" type="presParOf" srcId="{E07A3271-D160-4370-90A5-58903EC48FF3}" destId="{155D2487-B199-4A89-8942-D421274EA0AC}" srcOrd="0" destOrd="0" presId="urn:microsoft.com/office/officeart/2018/2/layout/IconCircleList"/>
    <dgm:cxn modelId="{6FAF94B2-EC11-41EC-A1C7-A9CBA2389558}" type="presParOf" srcId="{E07A3271-D160-4370-90A5-58903EC48FF3}" destId="{D75B5976-1751-4271-8900-0FF8CB1172C6}" srcOrd="1" destOrd="0" presId="urn:microsoft.com/office/officeart/2018/2/layout/IconCircleList"/>
    <dgm:cxn modelId="{3F9DC884-3524-4A71-A97D-4E7F83604FDB}" type="presParOf" srcId="{E07A3271-D160-4370-90A5-58903EC48FF3}" destId="{B085A59A-EA82-433A-9C59-0A7212D3EADD}" srcOrd="2" destOrd="0" presId="urn:microsoft.com/office/officeart/2018/2/layout/IconCircleList"/>
    <dgm:cxn modelId="{B9E766E0-0F1D-4C84-9C88-9CB2AEA6A6A9}" type="presParOf" srcId="{E07A3271-D160-4370-90A5-58903EC48FF3}" destId="{C30ABDDF-6785-4C9B-8777-53EB235CC135}" srcOrd="3" destOrd="0" presId="urn:microsoft.com/office/officeart/2018/2/layout/IconCircleList"/>
    <dgm:cxn modelId="{5233B7BA-45E5-4114-BFA9-A8EC36912D5D}" type="presParOf" srcId="{C5205B85-8914-47A1-AA71-3D5A5050F059}" destId="{65D4B3B8-A581-449D-9D07-1DD3CD2C6666}" srcOrd="1" destOrd="0" presId="urn:microsoft.com/office/officeart/2018/2/layout/IconCircleList"/>
    <dgm:cxn modelId="{AAF95991-7374-44E9-87B3-F6A2BA565ADE}" type="presParOf" srcId="{C5205B85-8914-47A1-AA71-3D5A5050F059}" destId="{5F091C6F-0FAD-40B2-BBBA-6120103BBBFB}" srcOrd="2" destOrd="0" presId="urn:microsoft.com/office/officeart/2018/2/layout/IconCircleList"/>
    <dgm:cxn modelId="{EE23312D-1294-48FD-B5EE-290A91876B5B}" type="presParOf" srcId="{5F091C6F-0FAD-40B2-BBBA-6120103BBBFB}" destId="{52F9A2A4-7730-4241-9F31-3412A00C2C70}" srcOrd="0" destOrd="0" presId="urn:microsoft.com/office/officeart/2018/2/layout/IconCircleList"/>
    <dgm:cxn modelId="{3D1070A7-FC85-4987-B40E-918B62B75F99}" type="presParOf" srcId="{5F091C6F-0FAD-40B2-BBBA-6120103BBBFB}" destId="{34F264D6-4A6C-4068-8EE3-7E3E4475E8C0}" srcOrd="1" destOrd="0" presId="urn:microsoft.com/office/officeart/2018/2/layout/IconCircleList"/>
    <dgm:cxn modelId="{E827A214-570B-4D57-80CE-4DEAD9BA3657}" type="presParOf" srcId="{5F091C6F-0FAD-40B2-BBBA-6120103BBBFB}" destId="{7501AACD-6BE4-4B27-B12C-BF51202B7BB7}" srcOrd="2" destOrd="0" presId="urn:microsoft.com/office/officeart/2018/2/layout/IconCircleList"/>
    <dgm:cxn modelId="{3B49663F-5DD1-4549-B571-F5ABAEA74416}" type="presParOf" srcId="{5F091C6F-0FAD-40B2-BBBA-6120103BBBFB}" destId="{02A6AD03-11CF-4D0D-B29C-F87FFB144598}" srcOrd="3" destOrd="0" presId="urn:microsoft.com/office/officeart/2018/2/layout/IconCircleList"/>
    <dgm:cxn modelId="{BD75DB0F-04D4-4202-A37A-80E583D09D4E}" type="presParOf" srcId="{C5205B85-8914-47A1-AA71-3D5A5050F059}" destId="{831AE3C6-FFD1-4E98-9F56-4B80E5261229}" srcOrd="3" destOrd="0" presId="urn:microsoft.com/office/officeart/2018/2/layout/IconCircleList"/>
    <dgm:cxn modelId="{08CEC589-18EF-4BA2-9F82-284C69A4C0F4}" type="presParOf" srcId="{C5205B85-8914-47A1-AA71-3D5A5050F059}" destId="{52C46D05-B99C-473E-AC93-271C9857CF79}" srcOrd="4" destOrd="0" presId="urn:microsoft.com/office/officeart/2018/2/layout/IconCircleList"/>
    <dgm:cxn modelId="{17B12F11-1F64-4702-9792-D90015FE9582}" type="presParOf" srcId="{52C46D05-B99C-473E-AC93-271C9857CF79}" destId="{D9D7694D-187B-499D-B107-286F0A9A19AA}" srcOrd="0" destOrd="0" presId="urn:microsoft.com/office/officeart/2018/2/layout/IconCircleList"/>
    <dgm:cxn modelId="{9B67CACD-512F-4466-911F-70E4AAF04A06}" type="presParOf" srcId="{52C46D05-B99C-473E-AC93-271C9857CF79}" destId="{9F1D342A-870E-4F29-A032-28ABDE1F2625}" srcOrd="1" destOrd="0" presId="urn:microsoft.com/office/officeart/2018/2/layout/IconCircleList"/>
    <dgm:cxn modelId="{F670CF54-A39E-4125-ADB0-DE45D17B4952}" type="presParOf" srcId="{52C46D05-B99C-473E-AC93-271C9857CF79}" destId="{EEA79195-C061-4BB3-A6F3-212603C2C9D0}" srcOrd="2" destOrd="0" presId="urn:microsoft.com/office/officeart/2018/2/layout/IconCircleList"/>
    <dgm:cxn modelId="{9D4632BE-776F-429C-A5A8-5EC5FE4AE28E}" type="presParOf" srcId="{52C46D05-B99C-473E-AC93-271C9857CF79}" destId="{24D1E94C-10D6-4A8E-A6D2-7ADE41D5105B}" srcOrd="3" destOrd="0" presId="urn:microsoft.com/office/officeart/2018/2/layout/IconCircleList"/>
    <dgm:cxn modelId="{07966F23-3FC1-443A-8CEE-ED27B2ED1182}" type="presParOf" srcId="{C5205B85-8914-47A1-AA71-3D5A5050F059}" destId="{A00E19B8-2ADD-4B49-9F49-56DC256F72A2}" srcOrd="5" destOrd="0" presId="urn:microsoft.com/office/officeart/2018/2/layout/IconCircleList"/>
    <dgm:cxn modelId="{AD0A91D2-BBFB-41E6-A4F7-86D0175908C6}" type="presParOf" srcId="{C5205B85-8914-47A1-AA71-3D5A5050F059}" destId="{95E3F7B8-9C6B-4434-9730-D20CF9CC5FCF}" srcOrd="6" destOrd="0" presId="urn:microsoft.com/office/officeart/2018/2/layout/IconCircleList"/>
    <dgm:cxn modelId="{D20FDB9E-248F-4765-837C-04A950956DF3}" type="presParOf" srcId="{95E3F7B8-9C6B-4434-9730-D20CF9CC5FCF}" destId="{EDD21C9D-7D5A-467B-B52E-8B61994AD865}" srcOrd="0" destOrd="0" presId="urn:microsoft.com/office/officeart/2018/2/layout/IconCircleList"/>
    <dgm:cxn modelId="{83F27170-948C-4DEF-B0E4-C3976D341125}" type="presParOf" srcId="{95E3F7B8-9C6B-4434-9730-D20CF9CC5FCF}" destId="{FBB430B9-E9F5-420D-BC02-572DB9FF51AF}" srcOrd="1" destOrd="0" presId="urn:microsoft.com/office/officeart/2018/2/layout/IconCircleList"/>
    <dgm:cxn modelId="{D5D623E9-DCA0-4F9B-904F-6419E3398E1F}" type="presParOf" srcId="{95E3F7B8-9C6B-4434-9730-D20CF9CC5FCF}" destId="{ED8A8D16-BB38-4CDF-96BD-609CD92433B7}" srcOrd="2" destOrd="0" presId="urn:microsoft.com/office/officeart/2018/2/layout/IconCircleList"/>
    <dgm:cxn modelId="{8A0A66F6-894B-44E3-AF7C-4DAA6E76F212}" type="presParOf" srcId="{95E3F7B8-9C6B-4434-9730-D20CF9CC5FCF}" destId="{207D6B38-B8DF-4BBE-8378-57F4E94436FE}"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7EA0A43-426C-4070-847D-E09AA87A8A24}" type="doc">
      <dgm:prSet loTypeId="urn:microsoft.com/office/officeart/2005/8/layout/arrow2" loCatId="process" qsTypeId="urn:microsoft.com/office/officeart/2005/8/quickstyle/simple1" qsCatId="simple" csTypeId="urn:microsoft.com/office/officeart/2005/8/colors/accent1_2" csCatId="accent1" phldr="1"/>
      <dgm:spPr/>
    </dgm:pt>
    <dgm:pt modelId="{23B3C006-EB87-4B6F-8392-18974BFA1C83}">
      <dgm:prSet phldrT="[Text]" custT="1"/>
      <dgm:spPr/>
      <dgm:t>
        <a:bodyPr/>
        <a:lstStyle/>
        <a:p>
          <a:r>
            <a:rPr lang="en-US" sz="2000" b="1" dirty="0">
              <a:solidFill>
                <a:schemeClr val="tx1"/>
              </a:solidFill>
            </a:rPr>
            <a:t>Descriptive</a:t>
          </a:r>
        </a:p>
      </dgm:t>
    </dgm:pt>
    <dgm:pt modelId="{20ADE8C6-6D1C-45FA-A4A8-67522392C5F7}" type="parTrans" cxnId="{60EB3477-4742-48E5-9CD7-32BEF07F5924}">
      <dgm:prSet/>
      <dgm:spPr/>
      <dgm:t>
        <a:bodyPr/>
        <a:lstStyle/>
        <a:p>
          <a:endParaRPr lang="en-US" sz="2000"/>
        </a:p>
      </dgm:t>
    </dgm:pt>
    <dgm:pt modelId="{0E2B6367-47E1-421F-A2C1-D3430052DE1C}" type="sibTrans" cxnId="{60EB3477-4742-48E5-9CD7-32BEF07F5924}">
      <dgm:prSet/>
      <dgm:spPr/>
      <dgm:t>
        <a:bodyPr/>
        <a:lstStyle/>
        <a:p>
          <a:endParaRPr lang="en-US" sz="2000"/>
        </a:p>
      </dgm:t>
    </dgm:pt>
    <dgm:pt modelId="{B02D54F4-AE36-42C0-819C-BBBA3D1A6041}">
      <dgm:prSet phldrT="[Text]" custT="1"/>
      <dgm:spPr/>
      <dgm:t>
        <a:bodyPr/>
        <a:lstStyle/>
        <a:p>
          <a:r>
            <a:rPr lang="en-US" sz="2000" b="1" dirty="0"/>
            <a:t>Diagnostic</a:t>
          </a:r>
        </a:p>
      </dgm:t>
    </dgm:pt>
    <dgm:pt modelId="{1BF4C5EA-8409-427E-BFA7-4FE348FA66D7}" type="parTrans" cxnId="{9E68706D-51CA-4812-80D6-F15578EAEDF7}">
      <dgm:prSet/>
      <dgm:spPr/>
      <dgm:t>
        <a:bodyPr/>
        <a:lstStyle/>
        <a:p>
          <a:endParaRPr lang="en-US" sz="2000"/>
        </a:p>
      </dgm:t>
    </dgm:pt>
    <dgm:pt modelId="{2108462A-7CE8-4A0A-B56B-37B1F60AF4FD}" type="sibTrans" cxnId="{9E68706D-51CA-4812-80D6-F15578EAEDF7}">
      <dgm:prSet/>
      <dgm:spPr/>
      <dgm:t>
        <a:bodyPr/>
        <a:lstStyle/>
        <a:p>
          <a:endParaRPr lang="en-US" sz="2000"/>
        </a:p>
      </dgm:t>
    </dgm:pt>
    <dgm:pt modelId="{DDA58F8B-BCC8-4E1B-B1A7-929337341F4D}">
      <dgm:prSet phldrT="[Text]" custT="1"/>
      <dgm:spPr/>
      <dgm:t>
        <a:bodyPr/>
        <a:lstStyle/>
        <a:p>
          <a:r>
            <a:rPr lang="en-US" sz="2000" b="1" dirty="0"/>
            <a:t>Predictive</a:t>
          </a:r>
        </a:p>
      </dgm:t>
    </dgm:pt>
    <dgm:pt modelId="{0AD3AC98-4026-453C-BA6A-DFA0C1639C87}" type="parTrans" cxnId="{1EA4C6C6-075B-4DC8-8796-028985C7A4DE}">
      <dgm:prSet/>
      <dgm:spPr/>
      <dgm:t>
        <a:bodyPr/>
        <a:lstStyle/>
        <a:p>
          <a:endParaRPr lang="en-US" sz="2000"/>
        </a:p>
      </dgm:t>
    </dgm:pt>
    <dgm:pt modelId="{4DC0D6F0-4387-460C-847A-79008B33855C}" type="sibTrans" cxnId="{1EA4C6C6-075B-4DC8-8796-028985C7A4DE}">
      <dgm:prSet/>
      <dgm:spPr/>
      <dgm:t>
        <a:bodyPr/>
        <a:lstStyle/>
        <a:p>
          <a:endParaRPr lang="en-US" sz="2000"/>
        </a:p>
      </dgm:t>
    </dgm:pt>
    <dgm:pt modelId="{E4B7CBF7-12A3-4464-9EFA-A4C30AB88234}">
      <dgm:prSet phldrT="[Text]" custT="1"/>
      <dgm:spPr/>
      <dgm:t>
        <a:bodyPr/>
        <a:lstStyle/>
        <a:p>
          <a:r>
            <a:rPr lang="en-US" sz="2000" b="1" i="0" dirty="0">
              <a:solidFill>
                <a:schemeClr val="tx1"/>
              </a:solidFill>
            </a:rPr>
            <a:t>Prescriptive</a:t>
          </a:r>
        </a:p>
      </dgm:t>
    </dgm:pt>
    <dgm:pt modelId="{273AD197-B97F-4D60-84FA-74A14B042D3A}" type="parTrans" cxnId="{B96789F4-4547-445D-B7BE-3B78E3AA800E}">
      <dgm:prSet/>
      <dgm:spPr/>
      <dgm:t>
        <a:bodyPr/>
        <a:lstStyle/>
        <a:p>
          <a:endParaRPr lang="en-US" sz="2000"/>
        </a:p>
      </dgm:t>
    </dgm:pt>
    <dgm:pt modelId="{1AB27DE3-B976-4CBD-B0FB-B9E176617D7E}" type="sibTrans" cxnId="{B96789F4-4547-445D-B7BE-3B78E3AA800E}">
      <dgm:prSet/>
      <dgm:spPr/>
      <dgm:t>
        <a:bodyPr/>
        <a:lstStyle/>
        <a:p>
          <a:endParaRPr lang="en-US" sz="2000"/>
        </a:p>
      </dgm:t>
    </dgm:pt>
    <dgm:pt modelId="{78A15792-C4CC-4604-93D6-96401E43DFC5}" type="pres">
      <dgm:prSet presAssocID="{E7EA0A43-426C-4070-847D-E09AA87A8A24}" presName="arrowDiagram" presStyleCnt="0">
        <dgm:presLayoutVars>
          <dgm:chMax val="5"/>
          <dgm:dir/>
          <dgm:resizeHandles val="exact"/>
        </dgm:presLayoutVars>
      </dgm:prSet>
      <dgm:spPr/>
    </dgm:pt>
    <dgm:pt modelId="{9D64E19E-2106-46E2-9CE2-7F80694BC7FB}" type="pres">
      <dgm:prSet presAssocID="{E7EA0A43-426C-4070-847D-E09AA87A8A24}" presName="arrow" presStyleLbl="bgShp" presStyleIdx="0" presStyleCnt="1"/>
      <dgm:spPr>
        <a:solidFill>
          <a:schemeClr val="accent1">
            <a:lumMod val="75000"/>
          </a:schemeClr>
        </a:solidFill>
      </dgm:spPr>
    </dgm:pt>
    <dgm:pt modelId="{6B564625-E387-4E0E-8678-5D7B0170A7D9}" type="pres">
      <dgm:prSet presAssocID="{E7EA0A43-426C-4070-847D-E09AA87A8A24}" presName="arrowDiagram4" presStyleCnt="0"/>
      <dgm:spPr/>
    </dgm:pt>
    <dgm:pt modelId="{975127BA-79E6-4EF2-95C8-1247F5CAE279}" type="pres">
      <dgm:prSet presAssocID="{23B3C006-EB87-4B6F-8392-18974BFA1C83}" presName="bullet4a" presStyleLbl="node1" presStyleIdx="0" presStyleCnt="4"/>
      <dgm:spPr/>
    </dgm:pt>
    <dgm:pt modelId="{0C7D79CD-9FE7-4574-BAF7-36E3CA90B938}" type="pres">
      <dgm:prSet presAssocID="{23B3C006-EB87-4B6F-8392-18974BFA1C83}" presName="textBox4a" presStyleLbl="revTx" presStyleIdx="0" presStyleCnt="4" custScaleX="125254" custLinFactNeighborX="28203" custLinFactNeighborY="-8039">
        <dgm:presLayoutVars>
          <dgm:bulletEnabled val="1"/>
        </dgm:presLayoutVars>
      </dgm:prSet>
      <dgm:spPr/>
    </dgm:pt>
    <dgm:pt modelId="{732FAFED-29A9-469C-AFFA-D16202193F79}" type="pres">
      <dgm:prSet presAssocID="{B02D54F4-AE36-42C0-819C-BBBA3D1A6041}" presName="bullet4b" presStyleLbl="node1" presStyleIdx="1" presStyleCnt="4"/>
      <dgm:spPr/>
    </dgm:pt>
    <dgm:pt modelId="{820912BD-D62C-4777-A34F-2D3F9C9A7838}" type="pres">
      <dgm:prSet presAssocID="{B02D54F4-AE36-42C0-819C-BBBA3D1A6041}" presName="textBox4b" presStyleLbl="revTx" presStyleIdx="1" presStyleCnt="4" custScaleY="61894" custLinFactNeighborX="-332" custLinFactNeighborY="-6933">
        <dgm:presLayoutVars>
          <dgm:bulletEnabled val="1"/>
        </dgm:presLayoutVars>
      </dgm:prSet>
      <dgm:spPr/>
    </dgm:pt>
    <dgm:pt modelId="{EA8B4519-231C-4C32-BCE1-C61610DE9383}" type="pres">
      <dgm:prSet presAssocID="{DDA58F8B-BCC8-4E1B-B1A7-929337341F4D}" presName="bullet4c" presStyleLbl="node1" presStyleIdx="2" presStyleCnt="4"/>
      <dgm:spPr/>
    </dgm:pt>
    <dgm:pt modelId="{FE9AADD6-338B-4256-B91F-8DD8099ACC9B}" type="pres">
      <dgm:prSet presAssocID="{DDA58F8B-BCC8-4E1B-B1A7-929337341F4D}" presName="textBox4c" presStyleLbl="revTx" presStyleIdx="2" presStyleCnt="4" custScaleY="36841" custLinFactNeighborX="2060" custLinFactNeighborY="-9859">
        <dgm:presLayoutVars>
          <dgm:bulletEnabled val="1"/>
        </dgm:presLayoutVars>
      </dgm:prSet>
      <dgm:spPr/>
    </dgm:pt>
    <dgm:pt modelId="{C454F2A3-3800-4D86-862D-601B2F51BC9C}" type="pres">
      <dgm:prSet presAssocID="{E4B7CBF7-12A3-4464-9EFA-A4C30AB88234}" presName="bullet4d" presStyleLbl="node1" presStyleIdx="3" presStyleCnt="4"/>
      <dgm:spPr/>
    </dgm:pt>
    <dgm:pt modelId="{B6476B1B-D917-474A-81E6-DC96B4DF98E9}" type="pres">
      <dgm:prSet presAssocID="{E4B7CBF7-12A3-4464-9EFA-A4C30AB88234}" presName="textBox4d" presStyleLbl="revTx" presStyleIdx="3" presStyleCnt="4" custScaleX="188262" custScaleY="40745" custLinFactNeighborX="-7754" custLinFactNeighborY="-9654">
        <dgm:presLayoutVars>
          <dgm:bulletEnabled val="1"/>
        </dgm:presLayoutVars>
      </dgm:prSet>
      <dgm:spPr/>
    </dgm:pt>
  </dgm:ptLst>
  <dgm:cxnLst>
    <dgm:cxn modelId="{73AB0B15-85AE-488B-B071-884C31E7CC26}" type="presOf" srcId="{DDA58F8B-BCC8-4E1B-B1A7-929337341F4D}" destId="{FE9AADD6-338B-4256-B91F-8DD8099ACC9B}" srcOrd="0" destOrd="0" presId="urn:microsoft.com/office/officeart/2005/8/layout/arrow2"/>
    <dgm:cxn modelId="{8CB2C836-6681-45C4-BC3E-66687915D091}" type="presOf" srcId="{23B3C006-EB87-4B6F-8392-18974BFA1C83}" destId="{0C7D79CD-9FE7-4574-BAF7-36E3CA90B938}" srcOrd="0" destOrd="0" presId="urn:microsoft.com/office/officeart/2005/8/layout/arrow2"/>
    <dgm:cxn modelId="{9E68706D-51CA-4812-80D6-F15578EAEDF7}" srcId="{E7EA0A43-426C-4070-847D-E09AA87A8A24}" destId="{B02D54F4-AE36-42C0-819C-BBBA3D1A6041}" srcOrd="1" destOrd="0" parTransId="{1BF4C5EA-8409-427E-BFA7-4FE348FA66D7}" sibTransId="{2108462A-7CE8-4A0A-B56B-37B1F60AF4FD}"/>
    <dgm:cxn modelId="{3248234F-0455-4C6B-A5C3-4C739FBB48CB}" type="presOf" srcId="{E7EA0A43-426C-4070-847D-E09AA87A8A24}" destId="{78A15792-C4CC-4604-93D6-96401E43DFC5}" srcOrd="0" destOrd="0" presId="urn:microsoft.com/office/officeart/2005/8/layout/arrow2"/>
    <dgm:cxn modelId="{60EB3477-4742-48E5-9CD7-32BEF07F5924}" srcId="{E7EA0A43-426C-4070-847D-E09AA87A8A24}" destId="{23B3C006-EB87-4B6F-8392-18974BFA1C83}" srcOrd="0" destOrd="0" parTransId="{20ADE8C6-6D1C-45FA-A4A8-67522392C5F7}" sibTransId="{0E2B6367-47E1-421F-A2C1-D3430052DE1C}"/>
    <dgm:cxn modelId="{1EA4C6C6-075B-4DC8-8796-028985C7A4DE}" srcId="{E7EA0A43-426C-4070-847D-E09AA87A8A24}" destId="{DDA58F8B-BCC8-4E1B-B1A7-929337341F4D}" srcOrd="2" destOrd="0" parTransId="{0AD3AC98-4026-453C-BA6A-DFA0C1639C87}" sibTransId="{4DC0D6F0-4387-460C-847A-79008B33855C}"/>
    <dgm:cxn modelId="{E73CB7CE-6B8E-4C6E-8FF2-55385C26BD58}" type="presOf" srcId="{B02D54F4-AE36-42C0-819C-BBBA3D1A6041}" destId="{820912BD-D62C-4777-A34F-2D3F9C9A7838}" srcOrd="0" destOrd="0" presId="urn:microsoft.com/office/officeart/2005/8/layout/arrow2"/>
    <dgm:cxn modelId="{77A022DA-FEAF-4715-8FF8-26E618B2E7CD}" type="presOf" srcId="{E4B7CBF7-12A3-4464-9EFA-A4C30AB88234}" destId="{B6476B1B-D917-474A-81E6-DC96B4DF98E9}" srcOrd="0" destOrd="0" presId="urn:microsoft.com/office/officeart/2005/8/layout/arrow2"/>
    <dgm:cxn modelId="{B96789F4-4547-445D-B7BE-3B78E3AA800E}" srcId="{E7EA0A43-426C-4070-847D-E09AA87A8A24}" destId="{E4B7CBF7-12A3-4464-9EFA-A4C30AB88234}" srcOrd="3" destOrd="0" parTransId="{273AD197-B97F-4D60-84FA-74A14B042D3A}" sibTransId="{1AB27DE3-B976-4CBD-B0FB-B9E176617D7E}"/>
    <dgm:cxn modelId="{79043B15-7DE8-4E97-973A-531C564E234E}" type="presParOf" srcId="{78A15792-C4CC-4604-93D6-96401E43DFC5}" destId="{9D64E19E-2106-46E2-9CE2-7F80694BC7FB}" srcOrd="0" destOrd="0" presId="urn:microsoft.com/office/officeart/2005/8/layout/arrow2"/>
    <dgm:cxn modelId="{F93AD251-E1AB-4BC2-88AF-286DB386D314}" type="presParOf" srcId="{78A15792-C4CC-4604-93D6-96401E43DFC5}" destId="{6B564625-E387-4E0E-8678-5D7B0170A7D9}" srcOrd="1" destOrd="0" presId="urn:microsoft.com/office/officeart/2005/8/layout/arrow2"/>
    <dgm:cxn modelId="{150FAD2E-6B68-4A03-89FA-336B79728DC9}" type="presParOf" srcId="{6B564625-E387-4E0E-8678-5D7B0170A7D9}" destId="{975127BA-79E6-4EF2-95C8-1247F5CAE279}" srcOrd="0" destOrd="0" presId="urn:microsoft.com/office/officeart/2005/8/layout/arrow2"/>
    <dgm:cxn modelId="{DDE07793-6340-4294-B2A3-8CEF9B033B61}" type="presParOf" srcId="{6B564625-E387-4E0E-8678-5D7B0170A7D9}" destId="{0C7D79CD-9FE7-4574-BAF7-36E3CA90B938}" srcOrd="1" destOrd="0" presId="urn:microsoft.com/office/officeart/2005/8/layout/arrow2"/>
    <dgm:cxn modelId="{FCB010F7-EA6A-48E7-B11E-FE4685B9D55A}" type="presParOf" srcId="{6B564625-E387-4E0E-8678-5D7B0170A7D9}" destId="{732FAFED-29A9-469C-AFFA-D16202193F79}" srcOrd="2" destOrd="0" presId="urn:microsoft.com/office/officeart/2005/8/layout/arrow2"/>
    <dgm:cxn modelId="{811577F9-33CF-4DCC-8DCC-696009FA529E}" type="presParOf" srcId="{6B564625-E387-4E0E-8678-5D7B0170A7D9}" destId="{820912BD-D62C-4777-A34F-2D3F9C9A7838}" srcOrd="3" destOrd="0" presId="urn:microsoft.com/office/officeart/2005/8/layout/arrow2"/>
    <dgm:cxn modelId="{F1DCC18C-9A86-40D9-A822-6E3AF6F0A32F}" type="presParOf" srcId="{6B564625-E387-4E0E-8678-5D7B0170A7D9}" destId="{EA8B4519-231C-4C32-BCE1-C61610DE9383}" srcOrd="4" destOrd="0" presId="urn:microsoft.com/office/officeart/2005/8/layout/arrow2"/>
    <dgm:cxn modelId="{AFD8A633-77EB-4319-8F17-7D95137CD21F}" type="presParOf" srcId="{6B564625-E387-4E0E-8678-5D7B0170A7D9}" destId="{FE9AADD6-338B-4256-B91F-8DD8099ACC9B}" srcOrd="5" destOrd="0" presId="urn:microsoft.com/office/officeart/2005/8/layout/arrow2"/>
    <dgm:cxn modelId="{8C5BB514-0FAF-4B03-9687-72735A369392}" type="presParOf" srcId="{6B564625-E387-4E0E-8678-5D7B0170A7D9}" destId="{C454F2A3-3800-4D86-862D-601B2F51BC9C}" srcOrd="6" destOrd="0" presId="urn:microsoft.com/office/officeart/2005/8/layout/arrow2"/>
    <dgm:cxn modelId="{1201A8E6-0070-4AF7-9871-18935F47BAFA}" type="presParOf" srcId="{6B564625-E387-4E0E-8678-5D7B0170A7D9}" destId="{B6476B1B-D917-474A-81E6-DC96B4DF98E9}" srcOrd="7"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A9E8945-5CA9-411C-B5D9-8B7C126643B6}" type="doc">
      <dgm:prSet loTypeId="urn:microsoft.com/office/officeart/2018/2/layout/IconCircleList" loCatId="icon" qsTypeId="urn:microsoft.com/office/officeart/2005/8/quickstyle/simple1" qsCatId="simple" csTypeId="urn:microsoft.com/office/officeart/2018/5/colors/Iconchunking_neutralbg_accent3_2" csCatId="accent3" phldr="1"/>
      <dgm:spPr/>
      <dgm:t>
        <a:bodyPr/>
        <a:lstStyle/>
        <a:p>
          <a:endParaRPr lang="en-US"/>
        </a:p>
      </dgm:t>
    </dgm:pt>
    <dgm:pt modelId="{A6F5A69A-56C7-43FD-BB3B-1D60D139584B}">
      <dgm:prSet/>
      <dgm:spPr/>
      <dgm:t>
        <a:bodyPr/>
        <a:lstStyle/>
        <a:p>
          <a:r>
            <a:rPr lang="en-US" dirty="0"/>
            <a:t>Why data analytics?</a:t>
          </a:r>
        </a:p>
      </dgm:t>
    </dgm:pt>
    <dgm:pt modelId="{9507840B-698C-4970-950C-E40489E27CB2}" type="parTrans" cxnId="{A28F1717-A956-499D-81F9-7BD818A915A4}">
      <dgm:prSet/>
      <dgm:spPr/>
      <dgm:t>
        <a:bodyPr/>
        <a:lstStyle/>
        <a:p>
          <a:endParaRPr lang="en-US"/>
        </a:p>
      </dgm:t>
    </dgm:pt>
    <dgm:pt modelId="{C42FE8EE-443A-4160-A435-5EFCC9FB415E}" type="sibTrans" cxnId="{A28F1717-A956-499D-81F9-7BD818A915A4}">
      <dgm:prSet/>
      <dgm:spPr/>
      <dgm:t>
        <a:bodyPr/>
        <a:lstStyle/>
        <a:p>
          <a:endParaRPr lang="en-US"/>
        </a:p>
      </dgm:t>
    </dgm:pt>
    <dgm:pt modelId="{E783F816-6E7F-4C34-ACC2-C7736C299A9F}">
      <dgm:prSet/>
      <dgm:spPr/>
      <dgm:t>
        <a:bodyPr/>
        <a:lstStyle/>
        <a:p>
          <a:r>
            <a:rPr lang="en-SG" dirty="0"/>
            <a:t>Data Analytics Process</a:t>
          </a:r>
          <a:endParaRPr lang="en-US" dirty="0"/>
        </a:p>
      </dgm:t>
    </dgm:pt>
    <dgm:pt modelId="{F9E3E792-3E69-4C1A-A8CC-361E5141F9B0}" type="parTrans" cxnId="{448AD100-A478-417F-B319-3C2D9A982D6D}">
      <dgm:prSet/>
      <dgm:spPr/>
      <dgm:t>
        <a:bodyPr/>
        <a:lstStyle/>
        <a:p>
          <a:endParaRPr lang="en-US"/>
        </a:p>
      </dgm:t>
    </dgm:pt>
    <dgm:pt modelId="{C82E5569-0F2A-4CB8-BB82-4A63A2B4D7A1}" type="sibTrans" cxnId="{448AD100-A478-417F-B319-3C2D9A982D6D}">
      <dgm:prSet/>
      <dgm:spPr/>
      <dgm:t>
        <a:bodyPr/>
        <a:lstStyle/>
        <a:p>
          <a:endParaRPr lang="en-US"/>
        </a:p>
      </dgm:t>
    </dgm:pt>
    <dgm:pt modelId="{37829583-ED24-4A66-8E04-28AC120258CD}">
      <dgm:prSet/>
      <dgm:spPr/>
      <dgm:t>
        <a:bodyPr/>
        <a:lstStyle/>
        <a:p>
          <a:r>
            <a:rPr lang="en-SG" dirty="0"/>
            <a:t>The four levels of analytics</a:t>
          </a:r>
          <a:endParaRPr lang="en-US" dirty="0"/>
        </a:p>
      </dgm:t>
    </dgm:pt>
    <dgm:pt modelId="{5D354AF8-5C9D-49AE-8CEF-2414BC3CDCB2}" type="parTrans" cxnId="{3AE0B39B-6B35-4BE4-91E0-014C960A25EA}">
      <dgm:prSet/>
      <dgm:spPr/>
      <dgm:t>
        <a:bodyPr/>
        <a:lstStyle/>
        <a:p>
          <a:endParaRPr lang="en-US"/>
        </a:p>
      </dgm:t>
    </dgm:pt>
    <dgm:pt modelId="{8A094C49-56A7-4E39-B0FD-56A5B9144A5D}" type="sibTrans" cxnId="{3AE0B39B-6B35-4BE4-91E0-014C960A25EA}">
      <dgm:prSet/>
      <dgm:spPr/>
      <dgm:t>
        <a:bodyPr/>
        <a:lstStyle/>
        <a:p>
          <a:endParaRPr lang="en-US"/>
        </a:p>
      </dgm:t>
    </dgm:pt>
    <dgm:pt modelId="{67B84C90-544F-4280-AA9D-F9B2C51587EF}">
      <dgm:prSet/>
      <dgm:spPr/>
      <dgm:t>
        <a:bodyPr/>
        <a:lstStyle/>
        <a:p>
          <a:r>
            <a:rPr lang="en-US" dirty="0"/>
            <a:t>Central Tendency/Spread</a:t>
          </a:r>
        </a:p>
      </dgm:t>
    </dgm:pt>
    <dgm:pt modelId="{B85F168B-D3D0-4F2E-B216-95D66C9F901A}" type="parTrans" cxnId="{E2B90BCC-E9EB-40D5-843F-137705C4828F}">
      <dgm:prSet/>
      <dgm:spPr/>
      <dgm:t>
        <a:bodyPr/>
        <a:lstStyle/>
        <a:p>
          <a:endParaRPr lang="en-US"/>
        </a:p>
      </dgm:t>
    </dgm:pt>
    <dgm:pt modelId="{E727788A-A6FB-4FBD-9159-ABA215E7DEBC}" type="sibTrans" cxnId="{E2B90BCC-E9EB-40D5-843F-137705C4828F}">
      <dgm:prSet/>
      <dgm:spPr/>
      <dgm:t>
        <a:bodyPr/>
        <a:lstStyle/>
        <a:p>
          <a:endParaRPr lang="en-US"/>
        </a:p>
      </dgm:t>
    </dgm:pt>
    <dgm:pt modelId="{D25988FE-2F5E-4E00-85FF-FE274F86A443}" type="pres">
      <dgm:prSet presAssocID="{4A9E8945-5CA9-411C-B5D9-8B7C126643B6}" presName="root" presStyleCnt="0">
        <dgm:presLayoutVars>
          <dgm:dir/>
          <dgm:resizeHandles val="exact"/>
        </dgm:presLayoutVars>
      </dgm:prSet>
      <dgm:spPr/>
    </dgm:pt>
    <dgm:pt modelId="{C5205B85-8914-47A1-AA71-3D5A5050F059}" type="pres">
      <dgm:prSet presAssocID="{4A9E8945-5CA9-411C-B5D9-8B7C126643B6}" presName="container" presStyleCnt="0">
        <dgm:presLayoutVars>
          <dgm:dir/>
          <dgm:resizeHandles val="exact"/>
        </dgm:presLayoutVars>
      </dgm:prSet>
      <dgm:spPr/>
    </dgm:pt>
    <dgm:pt modelId="{E07A3271-D160-4370-90A5-58903EC48FF3}" type="pres">
      <dgm:prSet presAssocID="{A6F5A69A-56C7-43FD-BB3B-1D60D139584B}" presName="compNode" presStyleCnt="0"/>
      <dgm:spPr/>
    </dgm:pt>
    <dgm:pt modelId="{155D2487-B199-4A89-8942-D421274EA0AC}" type="pres">
      <dgm:prSet presAssocID="{A6F5A69A-56C7-43FD-BB3B-1D60D139584B}" presName="iconBgRect" presStyleLbl="bgShp" presStyleIdx="0" presStyleCnt="4"/>
      <dgm:spPr/>
    </dgm:pt>
    <dgm:pt modelId="{D75B5976-1751-4271-8900-0FF8CB1172C6}" type="pres">
      <dgm:prSet presAssocID="{A6F5A69A-56C7-43FD-BB3B-1D60D139584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lectrician"/>
        </a:ext>
      </dgm:extLst>
    </dgm:pt>
    <dgm:pt modelId="{B085A59A-EA82-433A-9C59-0A7212D3EADD}" type="pres">
      <dgm:prSet presAssocID="{A6F5A69A-56C7-43FD-BB3B-1D60D139584B}" presName="spaceRect" presStyleCnt="0"/>
      <dgm:spPr/>
    </dgm:pt>
    <dgm:pt modelId="{C30ABDDF-6785-4C9B-8777-53EB235CC135}" type="pres">
      <dgm:prSet presAssocID="{A6F5A69A-56C7-43FD-BB3B-1D60D139584B}" presName="textRect" presStyleLbl="revTx" presStyleIdx="0" presStyleCnt="4">
        <dgm:presLayoutVars>
          <dgm:chMax val="1"/>
          <dgm:chPref val="1"/>
        </dgm:presLayoutVars>
      </dgm:prSet>
      <dgm:spPr/>
    </dgm:pt>
    <dgm:pt modelId="{65D4B3B8-A581-449D-9D07-1DD3CD2C6666}" type="pres">
      <dgm:prSet presAssocID="{C42FE8EE-443A-4160-A435-5EFCC9FB415E}" presName="sibTrans" presStyleLbl="sibTrans2D1" presStyleIdx="0" presStyleCnt="0"/>
      <dgm:spPr/>
    </dgm:pt>
    <dgm:pt modelId="{5F091C6F-0FAD-40B2-BBBA-6120103BBBFB}" type="pres">
      <dgm:prSet presAssocID="{E783F816-6E7F-4C34-ACC2-C7736C299A9F}" presName="compNode" presStyleCnt="0"/>
      <dgm:spPr/>
    </dgm:pt>
    <dgm:pt modelId="{52F9A2A4-7730-4241-9F31-3412A00C2C70}" type="pres">
      <dgm:prSet presAssocID="{E783F816-6E7F-4C34-ACC2-C7736C299A9F}" presName="iconBgRect" presStyleLbl="bgShp" presStyleIdx="1" presStyleCnt="4"/>
      <dgm:spPr/>
    </dgm:pt>
    <dgm:pt modelId="{34F264D6-4A6C-4068-8EE3-7E3E4475E8C0}" type="pres">
      <dgm:prSet presAssocID="{E783F816-6E7F-4C34-ACC2-C7736C299A9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7501AACD-6BE4-4B27-B12C-BF51202B7BB7}" type="pres">
      <dgm:prSet presAssocID="{E783F816-6E7F-4C34-ACC2-C7736C299A9F}" presName="spaceRect" presStyleCnt="0"/>
      <dgm:spPr/>
    </dgm:pt>
    <dgm:pt modelId="{02A6AD03-11CF-4D0D-B29C-F87FFB144598}" type="pres">
      <dgm:prSet presAssocID="{E783F816-6E7F-4C34-ACC2-C7736C299A9F}" presName="textRect" presStyleLbl="revTx" presStyleIdx="1" presStyleCnt="4">
        <dgm:presLayoutVars>
          <dgm:chMax val="1"/>
          <dgm:chPref val="1"/>
        </dgm:presLayoutVars>
      </dgm:prSet>
      <dgm:spPr/>
    </dgm:pt>
    <dgm:pt modelId="{831AE3C6-FFD1-4E98-9F56-4B80E5261229}" type="pres">
      <dgm:prSet presAssocID="{C82E5569-0F2A-4CB8-BB82-4A63A2B4D7A1}" presName="sibTrans" presStyleLbl="sibTrans2D1" presStyleIdx="0" presStyleCnt="0"/>
      <dgm:spPr/>
    </dgm:pt>
    <dgm:pt modelId="{52C46D05-B99C-473E-AC93-271C9857CF79}" type="pres">
      <dgm:prSet presAssocID="{37829583-ED24-4A66-8E04-28AC120258CD}" presName="compNode" presStyleCnt="0"/>
      <dgm:spPr/>
    </dgm:pt>
    <dgm:pt modelId="{D9D7694D-187B-499D-B107-286F0A9A19AA}" type="pres">
      <dgm:prSet presAssocID="{37829583-ED24-4A66-8E04-28AC120258CD}" presName="iconBgRect" presStyleLbl="bgShp" presStyleIdx="2" presStyleCnt="4"/>
      <dgm:spPr/>
    </dgm:pt>
    <dgm:pt modelId="{9F1D342A-870E-4F29-A032-28ABDE1F2625}" type="pres">
      <dgm:prSet presAssocID="{37829583-ED24-4A66-8E04-28AC120258C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yramid with Levels"/>
        </a:ext>
      </dgm:extLst>
    </dgm:pt>
    <dgm:pt modelId="{EEA79195-C061-4BB3-A6F3-212603C2C9D0}" type="pres">
      <dgm:prSet presAssocID="{37829583-ED24-4A66-8E04-28AC120258CD}" presName="spaceRect" presStyleCnt="0"/>
      <dgm:spPr/>
    </dgm:pt>
    <dgm:pt modelId="{24D1E94C-10D6-4A8E-A6D2-7ADE41D5105B}" type="pres">
      <dgm:prSet presAssocID="{37829583-ED24-4A66-8E04-28AC120258CD}" presName="textRect" presStyleLbl="revTx" presStyleIdx="2" presStyleCnt="4" custScaleX="110310" custLinFactNeighborX="-1056" custLinFactNeighborY="2489">
        <dgm:presLayoutVars>
          <dgm:chMax val="1"/>
          <dgm:chPref val="1"/>
        </dgm:presLayoutVars>
      </dgm:prSet>
      <dgm:spPr/>
    </dgm:pt>
    <dgm:pt modelId="{A00E19B8-2ADD-4B49-9F49-56DC256F72A2}" type="pres">
      <dgm:prSet presAssocID="{8A094C49-56A7-4E39-B0FD-56A5B9144A5D}" presName="sibTrans" presStyleLbl="sibTrans2D1" presStyleIdx="0" presStyleCnt="0"/>
      <dgm:spPr/>
    </dgm:pt>
    <dgm:pt modelId="{95E3F7B8-9C6B-4434-9730-D20CF9CC5FCF}" type="pres">
      <dgm:prSet presAssocID="{67B84C90-544F-4280-AA9D-F9B2C51587EF}" presName="compNode" presStyleCnt="0"/>
      <dgm:spPr/>
    </dgm:pt>
    <dgm:pt modelId="{EDD21C9D-7D5A-467B-B52E-8B61994AD865}" type="pres">
      <dgm:prSet presAssocID="{67B84C90-544F-4280-AA9D-F9B2C51587EF}" presName="iconBgRect" presStyleLbl="bgShp" presStyleIdx="3" presStyleCnt="4"/>
      <dgm:spPr/>
    </dgm:pt>
    <dgm:pt modelId="{FBB430B9-E9F5-420D-BC02-572DB9FF51AF}" type="pres">
      <dgm:prSet presAssocID="{67B84C90-544F-4280-AA9D-F9B2C51587E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ze"/>
        </a:ext>
      </dgm:extLst>
    </dgm:pt>
    <dgm:pt modelId="{ED8A8D16-BB38-4CDF-96BD-609CD92433B7}" type="pres">
      <dgm:prSet presAssocID="{67B84C90-544F-4280-AA9D-F9B2C51587EF}" presName="spaceRect" presStyleCnt="0"/>
      <dgm:spPr/>
    </dgm:pt>
    <dgm:pt modelId="{207D6B38-B8DF-4BBE-8378-57F4E94436FE}" type="pres">
      <dgm:prSet presAssocID="{67B84C90-544F-4280-AA9D-F9B2C51587EF}" presName="textRect" presStyleLbl="revTx" presStyleIdx="3" presStyleCnt="4" custScaleX="112672">
        <dgm:presLayoutVars>
          <dgm:chMax val="1"/>
          <dgm:chPref val="1"/>
        </dgm:presLayoutVars>
      </dgm:prSet>
      <dgm:spPr/>
    </dgm:pt>
  </dgm:ptLst>
  <dgm:cxnLst>
    <dgm:cxn modelId="{448AD100-A478-417F-B319-3C2D9A982D6D}" srcId="{4A9E8945-5CA9-411C-B5D9-8B7C126643B6}" destId="{E783F816-6E7F-4C34-ACC2-C7736C299A9F}" srcOrd="1" destOrd="0" parTransId="{F9E3E792-3E69-4C1A-A8CC-361E5141F9B0}" sibTransId="{C82E5569-0F2A-4CB8-BB82-4A63A2B4D7A1}"/>
    <dgm:cxn modelId="{A28F1717-A956-499D-81F9-7BD818A915A4}" srcId="{4A9E8945-5CA9-411C-B5D9-8B7C126643B6}" destId="{A6F5A69A-56C7-43FD-BB3B-1D60D139584B}" srcOrd="0" destOrd="0" parTransId="{9507840B-698C-4970-950C-E40489E27CB2}" sibTransId="{C42FE8EE-443A-4160-A435-5EFCC9FB415E}"/>
    <dgm:cxn modelId="{C6AB212E-45BF-4678-8D15-3593C0235749}" type="presOf" srcId="{C42FE8EE-443A-4160-A435-5EFCC9FB415E}" destId="{65D4B3B8-A581-449D-9D07-1DD3CD2C6666}" srcOrd="0" destOrd="0" presId="urn:microsoft.com/office/officeart/2018/2/layout/IconCircleList"/>
    <dgm:cxn modelId="{E1C76B4D-5CDB-4800-BD59-4DCC6AD69546}" type="presOf" srcId="{E783F816-6E7F-4C34-ACC2-C7736C299A9F}" destId="{02A6AD03-11CF-4D0D-B29C-F87FFB144598}" srcOrd="0" destOrd="0" presId="urn:microsoft.com/office/officeart/2018/2/layout/IconCircleList"/>
    <dgm:cxn modelId="{6B438F78-04A2-4227-A5BF-969063AE2AE1}" type="presOf" srcId="{C82E5569-0F2A-4CB8-BB82-4A63A2B4D7A1}" destId="{831AE3C6-FFD1-4E98-9F56-4B80E5261229}" srcOrd="0" destOrd="0" presId="urn:microsoft.com/office/officeart/2018/2/layout/IconCircleList"/>
    <dgm:cxn modelId="{04823B82-FE0F-4212-A6EE-0AFBC7F6B6B3}" type="presOf" srcId="{8A094C49-56A7-4E39-B0FD-56A5B9144A5D}" destId="{A00E19B8-2ADD-4B49-9F49-56DC256F72A2}" srcOrd="0" destOrd="0" presId="urn:microsoft.com/office/officeart/2018/2/layout/IconCircleList"/>
    <dgm:cxn modelId="{544D5388-506E-4B7D-9835-98F710A2C9AC}" type="presOf" srcId="{67B84C90-544F-4280-AA9D-F9B2C51587EF}" destId="{207D6B38-B8DF-4BBE-8378-57F4E94436FE}" srcOrd="0" destOrd="0" presId="urn:microsoft.com/office/officeart/2018/2/layout/IconCircleList"/>
    <dgm:cxn modelId="{B45EC69A-3A38-4C89-9558-4DF50686BCAE}" type="presOf" srcId="{A6F5A69A-56C7-43FD-BB3B-1D60D139584B}" destId="{C30ABDDF-6785-4C9B-8777-53EB235CC135}" srcOrd="0" destOrd="0" presId="urn:microsoft.com/office/officeart/2018/2/layout/IconCircleList"/>
    <dgm:cxn modelId="{3AE0B39B-6B35-4BE4-91E0-014C960A25EA}" srcId="{4A9E8945-5CA9-411C-B5D9-8B7C126643B6}" destId="{37829583-ED24-4A66-8E04-28AC120258CD}" srcOrd="2" destOrd="0" parTransId="{5D354AF8-5C9D-49AE-8CEF-2414BC3CDCB2}" sibTransId="{8A094C49-56A7-4E39-B0FD-56A5B9144A5D}"/>
    <dgm:cxn modelId="{A0A1C6AA-C6E1-451D-A439-71F498A28D11}" type="presOf" srcId="{37829583-ED24-4A66-8E04-28AC120258CD}" destId="{24D1E94C-10D6-4A8E-A6D2-7ADE41D5105B}" srcOrd="0" destOrd="0" presId="urn:microsoft.com/office/officeart/2018/2/layout/IconCircleList"/>
    <dgm:cxn modelId="{E2B90BCC-E9EB-40D5-843F-137705C4828F}" srcId="{4A9E8945-5CA9-411C-B5D9-8B7C126643B6}" destId="{67B84C90-544F-4280-AA9D-F9B2C51587EF}" srcOrd="3" destOrd="0" parTransId="{B85F168B-D3D0-4F2E-B216-95D66C9F901A}" sibTransId="{E727788A-A6FB-4FBD-9159-ABA215E7DEBC}"/>
    <dgm:cxn modelId="{086613E0-0B56-46C6-8964-56A9ADBCE875}" type="presOf" srcId="{4A9E8945-5CA9-411C-B5D9-8B7C126643B6}" destId="{D25988FE-2F5E-4E00-85FF-FE274F86A443}" srcOrd="0" destOrd="0" presId="urn:microsoft.com/office/officeart/2018/2/layout/IconCircleList"/>
    <dgm:cxn modelId="{4084F622-6144-4CFB-B116-AA40BD7E577A}" type="presParOf" srcId="{D25988FE-2F5E-4E00-85FF-FE274F86A443}" destId="{C5205B85-8914-47A1-AA71-3D5A5050F059}" srcOrd="0" destOrd="0" presId="urn:microsoft.com/office/officeart/2018/2/layout/IconCircleList"/>
    <dgm:cxn modelId="{3B559997-6CC9-4B14-98FB-1A460D491ECB}" type="presParOf" srcId="{C5205B85-8914-47A1-AA71-3D5A5050F059}" destId="{E07A3271-D160-4370-90A5-58903EC48FF3}" srcOrd="0" destOrd="0" presId="urn:microsoft.com/office/officeart/2018/2/layout/IconCircleList"/>
    <dgm:cxn modelId="{5D1656A8-702D-4163-9C1D-7D8888CE4945}" type="presParOf" srcId="{E07A3271-D160-4370-90A5-58903EC48FF3}" destId="{155D2487-B199-4A89-8942-D421274EA0AC}" srcOrd="0" destOrd="0" presId="urn:microsoft.com/office/officeart/2018/2/layout/IconCircleList"/>
    <dgm:cxn modelId="{6FAF94B2-EC11-41EC-A1C7-A9CBA2389558}" type="presParOf" srcId="{E07A3271-D160-4370-90A5-58903EC48FF3}" destId="{D75B5976-1751-4271-8900-0FF8CB1172C6}" srcOrd="1" destOrd="0" presId="urn:microsoft.com/office/officeart/2018/2/layout/IconCircleList"/>
    <dgm:cxn modelId="{3F9DC884-3524-4A71-A97D-4E7F83604FDB}" type="presParOf" srcId="{E07A3271-D160-4370-90A5-58903EC48FF3}" destId="{B085A59A-EA82-433A-9C59-0A7212D3EADD}" srcOrd="2" destOrd="0" presId="urn:microsoft.com/office/officeart/2018/2/layout/IconCircleList"/>
    <dgm:cxn modelId="{B9E766E0-0F1D-4C84-9C88-9CB2AEA6A6A9}" type="presParOf" srcId="{E07A3271-D160-4370-90A5-58903EC48FF3}" destId="{C30ABDDF-6785-4C9B-8777-53EB235CC135}" srcOrd="3" destOrd="0" presId="urn:microsoft.com/office/officeart/2018/2/layout/IconCircleList"/>
    <dgm:cxn modelId="{5233B7BA-45E5-4114-BFA9-A8EC36912D5D}" type="presParOf" srcId="{C5205B85-8914-47A1-AA71-3D5A5050F059}" destId="{65D4B3B8-A581-449D-9D07-1DD3CD2C6666}" srcOrd="1" destOrd="0" presId="urn:microsoft.com/office/officeart/2018/2/layout/IconCircleList"/>
    <dgm:cxn modelId="{AAF95991-7374-44E9-87B3-F6A2BA565ADE}" type="presParOf" srcId="{C5205B85-8914-47A1-AA71-3D5A5050F059}" destId="{5F091C6F-0FAD-40B2-BBBA-6120103BBBFB}" srcOrd="2" destOrd="0" presId="urn:microsoft.com/office/officeart/2018/2/layout/IconCircleList"/>
    <dgm:cxn modelId="{EE23312D-1294-48FD-B5EE-290A91876B5B}" type="presParOf" srcId="{5F091C6F-0FAD-40B2-BBBA-6120103BBBFB}" destId="{52F9A2A4-7730-4241-9F31-3412A00C2C70}" srcOrd="0" destOrd="0" presId="urn:microsoft.com/office/officeart/2018/2/layout/IconCircleList"/>
    <dgm:cxn modelId="{3D1070A7-FC85-4987-B40E-918B62B75F99}" type="presParOf" srcId="{5F091C6F-0FAD-40B2-BBBA-6120103BBBFB}" destId="{34F264D6-4A6C-4068-8EE3-7E3E4475E8C0}" srcOrd="1" destOrd="0" presId="urn:microsoft.com/office/officeart/2018/2/layout/IconCircleList"/>
    <dgm:cxn modelId="{E827A214-570B-4D57-80CE-4DEAD9BA3657}" type="presParOf" srcId="{5F091C6F-0FAD-40B2-BBBA-6120103BBBFB}" destId="{7501AACD-6BE4-4B27-B12C-BF51202B7BB7}" srcOrd="2" destOrd="0" presId="urn:microsoft.com/office/officeart/2018/2/layout/IconCircleList"/>
    <dgm:cxn modelId="{3B49663F-5DD1-4549-B571-F5ABAEA74416}" type="presParOf" srcId="{5F091C6F-0FAD-40B2-BBBA-6120103BBBFB}" destId="{02A6AD03-11CF-4D0D-B29C-F87FFB144598}" srcOrd="3" destOrd="0" presId="urn:microsoft.com/office/officeart/2018/2/layout/IconCircleList"/>
    <dgm:cxn modelId="{BD75DB0F-04D4-4202-A37A-80E583D09D4E}" type="presParOf" srcId="{C5205B85-8914-47A1-AA71-3D5A5050F059}" destId="{831AE3C6-FFD1-4E98-9F56-4B80E5261229}" srcOrd="3" destOrd="0" presId="urn:microsoft.com/office/officeart/2018/2/layout/IconCircleList"/>
    <dgm:cxn modelId="{08CEC589-18EF-4BA2-9F82-284C69A4C0F4}" type="presParOf" srcId="{C5205B85-8914-47A1-AA71-3D5A5050F059}" destId="{52C46D05-B99C-473E-AC93-271C9857CF79}" srcOrd="4" destOrd="0" presId="urn:microsoft.com/office/officeart/2018/2/layout/IconCircleList"/>
    <dgm:cxn modelId="{17B12F11-1F64-4702-9792-D90015FE9582}" type="presParOf" srcId="{52C46D05-B99C-473E-AC93-271C9857CF79}" destId="{D9D7694D-187B-499D-B107-286F0A9A19AA}" srcOrd="0" destOrd="0" presId="urn:microsoft.com/office/officeart/2018/2/layout/IconCircleList"/>
    <dgm:cxn modelId="{9B67CACD-512F-4466-911F-70E4AAF04A06}" type="presParOf" srcId="{52C46D05-B99C-473E-AC93-271C9857CF79}" destId="{9F1D342A-870E-4F29-A032-28ABDE1F2625}" srcOrd="1" destOrd="0" presId="urn:microsoft.com/office/officeart/2018/2/layout/IconCircleList"/>
    <dgm:cxn modelId="{F670CF54-A39E-4125-ADB0-DE45D17B4952}" type="presParOf" srcId="{52C46D05-B99C-473E-AC93-271C9857CF79}" destId="{EEA79195-C061-4BB3-A6F3-212603C2C9D0}" srcOrd="2" destOrd="0" presId="urn:microsoft.com/office/officeart/2018/2/layout/IconCircleList"/>
    <dgm:cxn modelId="{9D4632BE-776F-429C-A5A8-5EC5FE4AE28E}" type="presParOf" srcId="{52C46D05-B99C-473E-AC93-271C9857CF79}" destId="{24D1E94C-10D6-4A8E-A6D2-7ADE41D5105B}" srcOrd="3" destOrd="0" presId="urn:microsoft.com/office/officeart/2018/2/layout/IconCircleList"/>
    <dgm:cxn modelId="{07966F23-3FC1-443A-8CEE-ED27B2ED1182}" type="presParOf" srcId="{C5205B85-8914-47A1-AA71-3D5A5050F059}" destId="{A00E19B8-2ADD-4B49-9F49-56DC256F72A2}" srcOrd="5" destOrd="0" presId="urn:microsoft.com/office/officeart/2018/2/layout/IconCircleList"/>
    <dgm:cxn modelId="{AD0A91D2-BBFB-41E6-A4F7-86D0175908C6}" type="presParOf" srcId="{C5205B85-8914-47A1-AA71-3D5A5050F059}" destId="{95E3F7B8-9C6B-4434-9730-D20CF9CC5FCF}" srcOrd="6" destOrd="0" presId="urn:microsoft.com/office/officeart/2018/2/layout/IconCircleList"/>
    <dgm:cxn modelId="{D20FDB9E-248F-4765-837C-04A950956DF3}" type="presParOf" srcId="{95E3F7B8-9C6B-4434-9730-D20CF9CC5FCF}" destId="{EDD21C9D-7D5A-467B-B52E-8B61994AD865}" srcOrd="0" destOrd="0" presId="urn:microsoft.com/office/officeart/2018/2/layout/IconCircleList"/>
    <dgm:cxn modelId="{83F27170-948C-4DEF-B0E4-C3976D341125}" type="presParOf" srcId="{95E3F7B8-9C6B-4434-9730-D20CF9CC5FCF}" destId="{FBB430B9-E9F5-420D-BC02-572DB9FF51AF}" srcOrd="1" destOrd="0" presId="urn:microsoft.com/office/officeart/2018/2/layout/IconCircleList"/>
    <dgm:cxn modelId="{D5D623E9-DCA0-4F9B-904F-6419E3398E1F}" type="presParOf" srcId="{95E3F7B8-9C6B-4434-9730-D20CF9CC5FCF}" destId="{ED8A8D16-BB38-4CDF-96BD-609CD92433B7}" srcOrd="2" destOrd="0" presId="urn:microsoft.com/office/officeart/2018/2/layout/IconCircleList"/>
    <dgm:cxn modelId="{8A0A66F6-894B-44E3-AF7C-4DAA6E76F212}" type="presParOf" srcId="{95E3F7B8-9C6B-4434-9730-D20CF9CC5FCF}" destId="{207D6B38-B8DF-4BBE-8378-57F4E94436FE}"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0A62E2B-A942-47D0-9502-EDB30DF86368}" type="doc">
      <dgm:prSet loTypeId="urn:microsoft.com/office/officeart/2005/8/layout/cycle3" loCatId="cycle" qsTypeId="urn:microsoft.com/office/officeart/2005/8/quickstyle/simple1" qsCatId="simple" csTypeId="urn:microsoft.com/office/officeart/2005/8/colors/accent2_1" csCatId="accent2" phldr="1"/>
      <dgm:spPr/>
      <dgm:t>
        <a:bodyPr/>
        <a:lstStyle/>
        <a:p>
          <a:endParaRPr lang="en-SG"/>
        </a:p>
      </dgm:t>
    </dgm:pt>
    <dgm:pt modelId="{597BC82E-21D3-4153-91D2-D159BA116E61}">
      <dgm:prSet phldrT="[Text]"/>
      <dgm:spPr>
        <a:ln w="57150"/>
      </dgm:spPr>
      <dgm:t>
        <a:bodyPr/>
        <a:lstStyle/>
        <a:p>
          <a:r>
            <a:rPr lang="en-SG" dirty="0"/>
            <a:t>Data collection</a:t>
          </a:r>
        </a:p>
      </dgm:t>
    </dgm:pt>
    <dgm:pt modelId="{261A3CBA-BE0D-49A3-B111-8C02E7D3683E}" type="parTrans" cxnId="{530982E8-E8C3-4479-B2F7-4F56C821EA8C}">
      <dgm:prSet/>
      <dgm:spPr/>
      <dgm:t>
        <a:bodyPr/>
        <a:lstStyle/>
        <a:p>
          <a:endParaRPr lang="en-SG"/>
        </a:p>
      </dgm:t>
    </dgm:pt>
    <dgm:pt modelId="{5891FF7C-0ED1-4022-8973-C21A9BB6E855}" type="sibTrans" cxnId="{530982E8-E8C3-4479-B2F7-4F56C821EA8C}">
      <dgm:prSet/>
      <dgm:spPr>
        <a:solidFill>
          <a:schemeClr val="accent1">
            <a:lumMod val="60000"/>
            <a:lumOff val="40000"/>
          </a:schemeClr>
        </a:solidFill>
      </dgm:spPr>
      <dgm:t>
        <a:bodyPr/>
        <a:lstStyle/>
        <a:p>
          <a:endParaRPr lang="en-SG"/>
        </a:p>
      </dgm:t>
    </dgm:pt>
    <dgm:pt modelId="{86527905-AEFB-4301-A694-E31E755D699B}">
      <dgm:prSet phldrT="[Text]"/>
      <dgm:spPr/>
      <dgm:t>
        <a:bodyPr/>
        <a:lstStyle/>
        <a:p>
          <a:r>
            <a:rPr lang="en-SG" dirty="0"/>
            <a:t>Data Cleaning</a:t>
          </a:r>
        </a:p>
      </dgm:t>
    </dgm:pt>
    <dgm:pt modelId="{F9DEEC00-586A-4391-8238-4FD191DA5F48}" type="parTrans" cxnId="{FA2A2D6C-6A35-40A6-AB55-51BB3AAE4A79}">
      <dgm:prSet/>
      <dgm:spPr/>
      <dgm:t>
        <a:bodyPr/>
        <a:lstStyle/>
        <a:p>
          <a:endParaRPr lang="en-SG"/>
        </a:p>
      </dgm:t>
    </dgm:pt>
    <dgm:pt modelId="{5B4EB1B4-771B-4A19-B591-A59E133EF73F}" type="sibTrans" cxnId="{FA2A2D6C-6A35-40A6-AB55-51BB3AAE4A79}">
      <dgm:prSet/>
      <dgm:spPr/>
      <dgm:t>
        <a:bodyPr/>
        <a:lstStyle/>
        <a:p>
          <a:endParaRPr lang="en-SG"/>
        </a:p>
      </dgm:t>
    </dgm:pt>
    <dgm:pt modelId="{F2D5DA4D-9BE7-450F-889E-5897F038D069}">
      <dgm:prSet phldrT="[Text]" phldr="0"/>
      <dgm:spPr/>
      <dgm:t>
        <a:bodyPr/>
        <a:lstStyle/>
        <a:p>
          <a:pPr rtl="0"/>
          <a:r>
            <a:rPr lang="en-SG" dirty="0">
              <a:latin typeface="Meiryo"/>
            </a:rPr>
            <a:t>Exploratory Data Analysis</a:t>
          </a:r>
          <a:endParaRPr lang="en-SG" dirty="0"/>
        </a:p>
      </dgm:t>
    </dgm:pt>
    <dgm:pt modelId="{B4C1305A-E38D-47BF-A045-AE9EAE3D3B88}" type="parTrans" cxnId="{9EC75F91-AA39-4093-95AC-5C6981CA97CA}">
      <dgm:prSet/>
      <dgm:spPr/>
      <dgm:t>
        <a:bodyPr/>
        <a:lstStyle/>
        <a:p>
          <a:endParaRPr lang="en-SG"/>
        </a:p>
      </dgm:t>
    </dgm:pt>
    <dgm:pt modelId="{2CEB374C-E525-4C3B-AF02-27A3BC58E601}" type="sibTrans" cxnId="{9EC75F91-AA39-4093-95AC-5C6981CA97CA}">
      <dgm:prSet/>
      <dgm:spPr/>
      <dgm:t>
        <a:bodyPr/>
        <a:lstStyle/>
        <a:p>
          <a:endParaRPr lang="en-SG"/>
        </a:p>
      </dgm:t>
    </dgm:pt>
    <dgm:pt modelId="{F7559497-4F79-4328-8E24-A8947CDCC1FD}">
      <dgm:prSet phldrT="[Text]"/>
      <dgm:spPr/>
      <dgm:t>
        <a:bodyPr/>
        <a:lstStyle/>
        <a:p>
          <a:pPr rtl="0"/>
          <a:r>
            <a:rPr lang="en-SG" dirty="0">
              <a:latin typeface="Meiryo"/>
            </a:rPr>
            <a:t>Data Transformation</a:t>
          </a:r>
          <a:endParaRPr lang="en-SG" dirty="0"/>
        </a:p>
      </dgm:t>
    </dgm:pt>
    <dgm:pt modelId="{BBD6AC72-BA14-4AA3-8043-0160375E4821}" type="parTrans" cxnId="{C23D5D9F-198B-4D37-B409-6A1EC7134FEA}">
      <dgm:prSet/>
      <dgm:spPr/>
      <dgm:t>
        <a:bodyPr/>
        <a:lstStyle/>
        <a:p>
          <a:endParaRPr lang="en-SG"/>
        </a:p>
      </dgm:t>
    </dgm:pt>
    <dgm:pt modelId="{C99A5069-A6B7-4A3E-8CAE-5D583D915D43}" type="sibTrans" cxnId="{C23D5D9F-198B-4D37-B409-6A1EC7134FEA}">
      <dgm:prSet/>
      <dgm:spPr/>
      <dgm:t>
        <a:bodyPr/>
        <a:lstStyle/>
        <a:p>
          <a:endParaRPr lang="en-SG"/>
        </a:p>
      </dgm:t>
    </dgm:pt>
    <dgm:pt modelId="{81446C1B-5035-4A69-8936-DBED41A44DA3}">
      <dgm:prSet phldrT="[Text]"/>
      <dgm:spPr/>
      <dgm:t>
        <a:bodyPr/>
        <a:lstStyle/>
        <a:p>
          <a:r>
            <a:rPr lang="en-SG" dirty="0"/>
            <a:t>Data Presentation</a:t>
          </a:r>
        </a:p>
      </dgm:t>
    </dgm:pt>
    <dgm:pt modelId="{53DBC0D5-0F10-494E-8BA1-DC4CAA00D7D8}" type="parTrans" cxnId="{50400042-0AF7-4BD4-A68F-4D3286FB53D8}">
      <dgm:prSet/>
      <dgm:spPr/>
      <dgm:t>
        <a:bodyPr/>
        <a:lstStyle/>
        <a:p>
          <a:endParaRPr lang="en-SG"/>
        </a:p>
      </dgm:t>
    </dgm:pt>
    <dgm:pt modelId="{F22552C0-8849-453D-B4FB-D0653E62F24D}" type="sibTrans" cxnId="{50400042-0AF7-4BD4-A68F-4D3286FB53D8}">
      <dgm:prSet/>
      <dgm:spPr/>
      <dgm:t>
        <a:bodyPr/>
        <a:lstStyle/>
        <a:p>
          <a:endParaRPr lang="en-SG"/>
        </a:p>
      </dgm:t>
    </dgm:pt>
    <dgm:pt modelId="{F90EEA47-FC65-48DB-977D-7F01968717A5}">
      <dgm:prSet phldrT="[Text]"/>
      <dgm:spPr>
        <a:ln w="57150"/>
      </dgm:spPr>
      <dgm:t>
        <a:bodyPr/>
        <a:lstStyle/>
        <a:p>
          <a:r>
            <a:rPr lang="en-SG" dirty="0"/>
            <a:t>Formulate Key Questions</a:t>
          </a:r>
        </a:p>
      </dgm:t>
    </dgm:pt>
    <dgm:pt modelId="{0EDDC7FB-E7A2-4E6F-8030-30A7716D97D7}" type="parTrans" cxnId="{2638427F-944E-40B9-9636-6AEB91A8B426}">
      <dgm:prSet/>
      <dgm:spPr/>
      <dgm:t>
        <a:bodyPr/>
        <a:lstStyle/>
        <a:p>
          <a:endParaRPr lang="en-SG"/>
        </a:p>
      </dgm:t>
    </dgm:pt>
    <dgm:pt modelId="{7BEAC32A-8D47-4183-BBFA-771378ADBB3E}" type="sibTrans" cxnId="{2638427F-944E-40B9-9636-6AEB91A8B426}">
      <dgm:prSet/>
      <dgm:spPr/>
      <dgm:t>
        <a:bodyPr/>
        <a:lstStyle/>
        <a:p>
          <a:endParaRPr lang="en-SG"/>
        </a:p>
      </dgm:t>
    </dgm:pt>
    <dgm:pt modelId="{74B6C285-FA1C-478E-81E2-E44F8CC3D345}">
      <dgm:prSet phldrT="[Text]" custT="1"/>
      <dgm:spPr/>
      <dgm:t>
        <a:bodyPr/>
        <a:lstStyle/>
        <a:p>
          <a:pPr rtl="0"/>
          <a:r>
            <a:rPr lang="en-US" sz="1800" dirty="0"/>
            <a:t>Data Modelling</a:t>
          </a:r>
          <a:endParaRPr lang="en-SG" sz="1800" dirty="0"/>
        </a:p>
      </dgm:t>
    </dgm:pt>
    <dgm:pt modelId="{B08D53E4-0A7E-4330-8FB5-6C7D46C2C042}" type="parTrans" cxnId="{C87CE803-49B2-4A4B-B1EF-336D0935A60D}">
      <dgm:prSet/>
      <dgm:spPr/>
      <dgm:t>
        <a:bodyPr/>
        <a:lstStyle/>
        <a:p>
          <a:endParaRPr lang="en-SG"/>
        </a:p>
      </dgm:t>
    </dgm:pt>
    <dgm:pt modelId="{FEFCE824-3B4F-4054-90BF-1D0226C13C30}" type="sibTrans" cxnId="{C87CE803-49B2-4A4B-B1EF-336D0935A60D}">
      <dgm:prSet/>
      <dgm:spPr/>
      <dgm:t>
        <a:bodyPr/>
        <a:lstStyle/>
        <a:p>
          <a:endParaRPr lang="en-SG"/>
        </a:p>
      </dgm:t>
    </dgm:pt>
    <dgm:pt modelId="{E47AAE64-C038-4CDE-B3AE-634B098D8B13}" type="pres">
      <dgm:prSet presAssocID="{F0A62E2B-A942-47D0-9502-EDB30DF86368}" presName="Name0" presStyleCnt="0">
        <dgm:presLayoutVars>
          <dgm:dir/>
          <dgm:resizeHandles val="exact"/>
        </dgm:presLayoutVars>
      </dgm:prSet>
      <dgm:spPr/>
    </dgm:pt>
    <dgm:pt modelId="{67FD7FFE-0E06-4D10-9250-26BA2468941C}" type="pres">
      <dgm:prSet presAssocID="{F0A62E2B-A942-47D0-9502-EDB30DF86368}" presName="cycle" presStyleCnt="0"/>
      <dgm:spPr/>
    </dgm:pt>
    <dgm:pt modelId="{56C7ABDC-1114-479C-8351-B5C3D2873259}" type="pres">
      <dgm:prSet presAssocID="{597BC82E-21D3-4153-91D2-D159BA116E61}" presName="nodeFirstNode" presStyleLbl="node1" presStyleIdx="0" presStyleCnt="7" custScaleY="119165">
        <dgm:presLayoutVars>
          <dgm:bulletEnabled val="1"/>
        </dgm:presLayoutVars>
      </dgm:prSet>
      <dgm:spPr/>
    </dgm:pt>
    <dgm:pt modelId="{BE811A66-7852-455D-90C2-B036A395165B}" type="pres">
      <dgm:prSet presAssocID="{5891FF7C-0ED1-4022-8973-C21A9BB6E855}" presName="sibTransFirstNode" presStyleLbl="bgShp" presStyleIdx="0" presStyleCnt="1" custLinFactNeighborX="273" custLinFactNeighborY="-4185"/>
      <dgm:spPr/>
    </dgm:pt>
    <dgm:pt modelId="{3337C923-E4B3-405C-AF27-1BBB74F63993}" type="pres">
      <dgm:prSet presAssocID="{86527905-AEFB-4301-A694-E31E755D699B}" presName="nodeFollowingNodes" presStyleLbl="node1" presStyleIdx="1" presStyleCnt="7" custRadScaleRad="108349" custRadScaleInc="10798">
        <dgm:presLayoutVars>
          <dgm:bulletEnabled val="1"/>
        </dgm:presLayoutVars>
      </dgm:prSet>
      <dgm:spPr/>
    </dgm:pt>
    <dgm:pt modelId="{BD05E7D6-B568-4E5F-AD2B-9A332F083076}" type="pres">
      <dgm:prSet presAssocID="{F2D5DA4D-9BE7-450F-889E-5897F038D069}" presName="nodeFollowingNodes" presStyleLbl="node1" presStyleIdx="2" presStyleCnt="7" custRadScaleRad="91904" custRadScaleInc="-6805">
        <dgm:presLayoutVars>
          <dgm:bulletEnabled val="1"/>
        </dgm:presLayoutVars>
      </dgm:prSet>
      <dgm:spPr/>
    </dgm:pt>
    <dgm:pt modelId="{6FD1E414-FF58-48EE-A36F-F31F38EABB01}" type="pres">
      <dgm:prSet presAssocID="{F7559497-4F79-4328-8E24-A8947CDCC1FD}" presName="nodeFollowingNodes" presStyleLbl="node1" presStyleIdx="3" presStyleCnt="7" custRadScaleRad="80073" custRadScaleInc="-2336">
        <dgm:presLayoutVars>
          <dgm:bulletEnabled val="1"/>
        </dgm:presLayoutVars>
      </dgm:prSet>
      <dgm:spPr/>
    </dgm:pt>
    <dgm:pt modelId="{605C9123-2D06-4E18-8C19-BCFE8E29012D}" type="pres">
      <dgm:prSet presAssocID="{74B6C285-FA1C-478E-81E2-E44F8CC3D345}" presName="nodeFollowingNodes" presStyleLbl="node1" presStyleIdx="4" presStyleCnt="7" custRadScaleRad="103351" custRadScaleInc="54727">
        <dgm:presLayoutVars>
          <dgm:bulletEnabled val="1"/>
        </dgm:presLayoutVars>
      </dgm:prSet>
      <dgm:spPr/>
    </dgm:pt>
    <dgm:pt modelId="{A3AEB3FA-E2F7-4429-BFFB-D5FF2492197A}" type="pres">
      <dgm:prSet presAssocID="{81446C1B-5035-4A69-8936-DBED41A44DA3}" presName="nodeFollowingNodes" presStyleLbl="node1" presStyleIdx="5" presStyleCnt="7" custRadScaleRad="104015" custRadScaleInc="11839">
        <dgm:presLayoutVars>
          <dgm:bulletEnabled val="1"/>
        </dgm:presLayoutVars>
      </dgm:prSet>
      <dgm:spPr/>
    </dgm:pt>
    <dgm:pt modelId="{76B9AC1F-5F29-485C-92DA-DEB82B44D0CE}" type="pres">
      <dgm:prSet presAssocID="{F90EEA47-FC65-48DB-977D-7F01968717A5}" presName="nodeFollowingNodes" presStyleLbl="node1" presStyleIdx="6" presStyleCnt="7" custRadScaleRad="113782" custRadScaleInc="-19021">
        <dgm:presLayoutVars>
          <dgm:bulletEnabled val="1"/>
        </dgm:presLayoutVars>
      </dgm:prSet>
      <dgm:spPr/>
    </dgm:pt>
  </dgm:ptLst>
  <dgm:cxnLst>
    <dgm:cxn modelId="{C87CE803-49B2-4A4B-B1EF-336D0935A60D}" srcId="{F0A62E2B-A942-47D0-9502-EDB30DF86368}" destId="{74B6C285-FA1C-478E-81E2-E44F8CC3D345}" srcOrd="4" destOrd="0" parTransId="{B08D53E4-0A7E-4330-8FB5-6C7D46C2C042}" sibTransId="{FEFCE824-3B4F-4054-90BF-1D0226C13C30}"/>
    <dgm:cxn modelId="{E9C92716-E9A2-463A-AF54-57CBDE1547D9}" type="presOf" srcId="{74B6C285-FA1C-478E-81E2-E44F8CC3D345}" destId="{605C9123-2D06-4E18-8C19-BCFE8E29012D}" srcOrd="0" destOrd="0" presId="urn:microsoft.com/office/officeart/2005/8/layout/cycle3"/>
    <dgm:cxn modelId="{3B62EC1E-C51E-4527-986B-5D9D149490CB}" type="presOf" srcId="{F90EEA47-FC65-48DB-977D-7F01968717A5}" destId="{76B9AC1F-5F29-485C-92DA-DEB82B44D0CE}" srcOrd="0" destOrd="0" presId="urn:microsoft.com/office/officeart/2005/8/layout/cycle3"/>
    <dgm:cxn modelId="{77A28923-4F43-4DB2-A49E-DEF1A84DCA5A}" type="presOf" srcId="{86527905-AEFB-4301-A694-E31E755D699B}" destId="{3337C923-E4B3-405C-AF27-1BBB74F63993}" srcOrd="0" destOrd="0" presId="urn:microsoft.com/office/officeart/2005/8/layout/cycle3"/>
    <dgm:cxn modelId="{50400042-0AF7-4BD4-A68F-4D3286FB53D8}" srcId="{F0A62E2B-A942-47D0-9502-EDB30DF86368}" destId="{81446C1B-5035-4A69-8936-DBED41A44DA3}" srcOrd="5" destOrd="0" parTransId="{53DBC0D5-0F10-494E-8BA1-DC4CAA00D7D8}" sibTransId="{F22552C0-8849-453D-B4FB-D0653E62F24D}"/>
    <dgm:cxn modelId="{F81D1C62-8776-4D0B-86CA-51B1F05A22F2}" type="presOf" srcId="{5891FF7C-0ED1-4022-8973-C21A9BB6E855}" destId="{BE811A66-7852-455D-90C2-B036A395165B}" srcOrd="0" destOrd="0" presId="urn:microsoft.com/office/officeart/2005/8/layout/cycle3"/>
    <dgm:cxn modelId="{808C814A-15E9-4B14-96EE-B41CFBBB9CEF}" type="presOf" srcId="{81446C1B-5035-4A69-8936-DBED41A44DA3}" destId="{A3AEB3FA-E2F7-4429-BFFB-D5FF2492197A}" srcOrd="0" destOrd="0" presId="urn:microsoft.com/office/officeart/2005/8/layout/cycle3"/>
    <dgm:cxn modelId="{FA2A2D6C-6A35-40A6-AB55-51BB3AAE4A79}" srcId="{F0A62E2B-A942-47D0-9502-EDB30DF86368}" destId="{86527905-AEFB-4301-A694-E31E755D699B}" srcOrd="1" destOrd="0" parTransId="{F9DEEC00-586A-4391-8238-4FD191DA5F48}" sibTransId="{5B4EB1B4-771B-4A19-B591-A59E133EF73F}"/>
    <dgm:cxn modelId="{F98B8871-A994-42AD-BCFC-A191ABD04E5C}" type="presOf" srcId="{F2D5DA4D-9BE7-450F-889E-5897F038D069}" destId="{BD05E7D6-B568-4E5F-AD2B-9A332F083076}" srcOrd="0" destOrd="0" presId="urn:microsoft.com/office/officeart/2005/8/layout/cycle3"/>
    <dgm:cxn modelId="{2638427F-944E-40B9-9636-6AEB91A8B426}" srcId="{F0A62E2B-A942-47D0-9502-EDB30DF86368}" destId="{F90EEA47-FC65-48DB-977D-7F01968717A5}" srcOrd="6" destOrd="0" parTransId="{0EDDC7FB-E7A2-4E6F-8030-30A7716D97D7}" sibTransId="{7BEAC32A-8D47-4183-BBFA-771378ADBB3E}"/>
    <dgm:cxn modelId="{9F39718E-CB7D-48CE-86A9-37C5E5ED9107}" type="presOf" srcId="{597BC82E-21D3-4153-91D2-D159BA116E61}" destId="{56C7ABDC-1114-479C-8351-B5C3D2873259}" srcOrd="0" destOrd="0" presId="urn:microsoft.com/office/officeart/2005/8/layout/cycle3"/>
    <dgm:cxn modelId="{9EC75F91-AA39-4093-95AC-5C6981CA97CA}" srcId="{F0A62E2B-A942-47D0-9502-EDB30DF86368}" destId="{F2D5DA4D-9BE7-450F-889E-5897F038D069}" srcOrd="2" destOrd="0" parTransId="{B4C1305A-E38D-47BF-A045-AE9EAE3D3B88}" sibTransId="{2CEB374C-E525-4C3B-AF02-27A3BC58E601}"/>
    <dgm:cxn modelId="{C23D5D9F-198B-4D37-B409-6A1EC7134FEA}" srcId="{F0A62E2B-A942-47D0-9502-EDB30DF86368}" destId="{F7559497-4F79-4328-8E24-A8947CDCC1FD}" srcOrd="3" destOrd="0" parTransId="{BBD6AC72-BA14-4AA3-8043-0160375E4821}" sibTransId="{C99A5069-A6B7-4A3E-8CAE-5D583D915D43}"/>
    <dgm:cxn modelId="{B905B5AE-E2FB-45B5-B521-AA44D8A647A9}" type="presOf" srcId="{F0A62E2B-A942-47D0-9502-EDB30DF86368}" destId="{E47AAE64-C038-4CDE-B3AE-634B098D8B13}" srcOrd="0" destOrd="0" presId="urn:microsoft.com/office/officeart/2005/8/layout/cycle3"/>
    <dgm:cxn modelId="{C562ECC7-1DAC-4ECF-AB96-B9C311A5E328}" type="presOf" srcId="{F7559497-4F79-4328-8E24-A8947CDCC1FD}" destId="{6FD1E414-FF58-48EE-A36F-F31F38EABB01}" srcOrd="0" destOrd="0" presId="urn:microsoft.com/office/officeart/2005/8/layout/cycle3"/>
    <dgm:cxn modelId="{530982E8-E8C3-4479-B2F7-4F56C821EA8C}" srcId="{F0A62E2B-A942-47D0-9502-EDB30DF86368}" destId="{597BC82E-21D3-4153-91D2-D159BA116E61}" srcOrd="0" destOrd="0" parTransId="{261A3CBA-BE0D-49A3-B111-8C02E7D3683E}" sibTransId="{5891FF7C-0ED1-4022-8973-C21A9BB6E855}"/>
    <dgm:cxn modelId="{DDFEBE5E-6FE2-4EFC-AF8F-91C91AD3A908}" type="presParOf" srcId="{E47AAE64-C038-4CDE-B3AE-634B098D8B13}" destId="{67FD7FFE-0E06-4D10-9250-26BA2468941C}" srcOrd="0" destOrd="0" presId="urn:microsoft.com/office/officeart/2005/8/layout/cycle3"/>
    <dgm:cxn modelId="{A788D8D9-DF02-4257-88D1-D3FDE269C8D6}" type="presParOf" srcId="{67FD7FFE-0E06-4D10-9250-26BA2468941C}" destId="{56C7ABDC-1114-479C-8351-B5C3D2873259}" srcOrd="0" destOrd="0" presId="urn:microsoft.com/office/officeart/2005/8/layout/cycle3"/>
    <dgm:cxn modelId="{834662B3-EE83-4EAA-90F6-21D7634E436F}" type="presParOf" srcId="{67FD7FFE-0E06-4D10-9250-26BA2468941C}" destId="{BE811A66-7852-455D-90C2-B036A395165B}" srcOrd="1" destOrd="0" presId="urn:microsoft.com/office/officeart/2005/8/layout/cycle3"/>
    <dgm:cxn modelId="{3CAE0813-569F-447B-99F2-C49E630CBEBD}" type="presParOf" srcId="{67FD7FFE-0E06-4D10-9250-26BA2468941C}" destId="{3337C923-E4B3-405C-AF27-1BBB74F63993}" srcOrd="2" destOrd="0" presId="urn:microsoft.com/office/officeart/2005/8/layout/cycle3"/>
    <dgm:cxn modelId="{61E7F898-5BC8-4382-887A-FD2D9EE806A8}" type="presParOf" srcId="{67FD7FFE-0E06-4D10-9250-26BA2468941C}" destId="{BD05E7D6-B568-4E5F-AD2B-9A332F083076}" srcOrd="3" destOrd="0" presId="urn:microsoft.com/office/officeart/2005/8/layout/cycle3"/>
    <dgm:cxn modelId="{CF187FD8-212B-46A1-AEFD-09A26B549287}" type="presParOf" srcId="{67FD7FFE-0E06-4D10-9250-26BA2468941C}" destId="{6FD1E414-FF58-48EE-A36F-F31F38EABB01}" srcOrd="4" destOrd="0" presId="urn:microsoft.com/office/officeart/2005/8/layout/cycle3"/>
    <dgm:cxn modelId="{BCE36E86-4769-4247-A445-2CE50CA6267F}" type="presParOf" srcId="{67FD7FFE-0E06-4D10-9250-26BA2468941C}" destId="{605C9123-2D06-4E18-8C19-BCFE8E29012D}" srcOrd="5" destOrd="0" presId="urn:microsoft.com/office/officeart/2005/8/layout/cycle3"/>
    <dgm:cxn modelId="{CC956673-A75B-43FE-8A37-A8A88B3F8474}" type="presParOf" srcId="{67FD7FFE-0E06-4D10-9250-26BA2468941C}" destId="{A3AEB3FA-E2F7-4429-BFFB-D5FF2492197A}" srcOrd="6" destOrd="0" presId="urn:microsoft.com/office/officeart/2005/8/layout/cycle3"/>
    <dgm:cxn modelId="{800D04C9-7408-4870-8A68-66DA7519F3BD}" type="presParOf" srcId="{67FD7FFE-0E06-4D10-9250-26BA2468941C}" destId="{76B9AC1F-5F29-485C-92DA-DEB82B44D0CE}" srcOrd="7"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0A62E2B-A942-47D0-9502-EDB30DF86368}" type="doc">
      <dgm:prSet loTypeId="urn:microsoft.com/office/officeart/2005/8/layout/cycle3" loCatId="cycle" qsTypeId="urn:microsoft.com/office/officeart/2005/8/quickstyle/simple1" qsCatId="simple" csTypeId="urn:microsoft.com/office/officeart/2005/8/colors/accent2_1" csCatId="accent2" phldr="1"/>
      <dgm:spPr/>
      <dgm:t>
        <a:bodyPr/>
        <a:lstStyle/>
        <a:p>
          <a:endParaRPr lang="en-SG"/>
        </a:p>
      </dgm:t>
    </dgm:pt>
    <dgm:pt modelId="{597BC82E-21D3-4153-91D2-D159BA116E61}">
      <dgm:prSet phldrT="[Text]"/>
      <dgm:spPr>
        <a:ln w="57150"/>
      </dgm:spPr>
      <dgm:t>
        <a:bodyPr/>
        <a:lstStyle/>
        <a:p>
          <a:r>
            <a:rPr lang="en-SG" dirty="0"/>
            <a:t>Data collection</a:t>
          </a:r>
        </a:p>
      </dgm:t>
    </dgm:pt>
    <dgm:pt modelId="{261A3CBA-BE0D-49A3-B111-8C02E7D3683E}" type="parTrans" cxnId="{530982E8-E8C3-4479-B2F7-4F56C821EA8C}">
      <dgm:prSet/>
      <dgm:spPr/>
      <dgm:t>
        <a:bodyPr/>
        <a:lstStyle/>
        <a:p>
          <a:endParaRPr lang="en-SG"/>
        </a:p>
      </dgm:t>
    </dgm:pt>
    <dgm:pt modelId="{5891FF7C-0ED1-4022-8973-C21A9BB6E855}" type="sibTrans" cxnId="{530982E8-E8C3-4479-B2F7-4F56C821EA8C}">
      <dgm:prSet/>
      <dgm:spPr>
        <a:solidFill>
          <a:schemeClr val="accent1">
            <a:lumMod val="60000"/>
            <a:lumOff val="40000"/>
          </a:schemeClr>
        </a:solidFill>
      </dgm:spPr>
      <dgm:t>
        <a:bodyPr/>
        <a:lstStyle/>
        <a:p>
          <a:endParaRPr lang="en-SG"/>
        </a:p>
      </dgm:t>
    </dgm:pt>
    <dgm:pt modelId="{86527905-AEFB-4301-A694-E31E755D699B}">
      <dgm:prSet phldrT="[Text]"/>
      <dgm:spPr/>
      <dgm:t>
        <a:bodyPr/>
        <a:lstStyle/>
        <a:p>
          <a:r>
            <a:rPr lang="en-SG" dirty="0"/>
            <a:t>Data Cleaning</a:t>
          </a:r>
        </a:p>
      </dgm:t>
    </dgm:pt>
    <dgm:pt modelId="{F9DEEC00-586A-4391-8238-4FD191DA5F48}" type="parTrans" cxnId="{FA2A2D6C-6A35-40A6-AB55-51BB3AAE4A79}">
      <dgm:prSet/>
      <dgm:spPr/>
      <dgm:t>
        <a:bodyPr/>
        <a:lstStyle/>
        <a:p>
          <a:endParaRPr lang="en-SG"/>
        </a:p>
      </dgm:t>
    </dgm:pt>
    <dgm:pt modelId="{5B4EB1B4-771B-4A19-B591-A59E133EF73F}" type="sibTrans" cxnId="{FA2A2D6C-6A35-40A6-AB55-51BB3AAE4A79}">
      <dgm:prSet/>
      <dgm:spPr/>
      <dgm:t>
        <a:bodyPr/>
        <a:lstStyle/>
        <a:p>
          <a:endParaRPr lang="en-SG"/>
        </a:p>
      </dgm:t>
    </dgm:pt>
    <dgm:pt modelId="{F2D5DA4D-9BE7-450F-889E-5897F038D069}">
      <dgm:prSet phldrT="[Text]" phldr="0"/>
      <dgm:spPr/>
      <dgm:t>
        <a:bodyPr/>
        <a:lstStyle/>
        <a:p>
          <a:pPr rtl="0"/>
          <a:r>
            <a:rPr lang="en-SG" dirty="0">
              <a:latin typeface="Meiryo"/>
            </a:rPr>
            <a:t>Exploratory Data Analysis</a:t>
          </a:r>
          <a:endParaRPr lang="en-SG" dirty="0"/>
        </a:p>
      </dgm:t>
    </dgm:pt>
    <dgm:pt modelId="{B4C1305A-E38D-47BF-A045-AE9EAE3D3B88}" type="parTrans" cxnId="{9EC75F91-AA39-4093-95AC-5C6981CA97CA}">
      <dgm:prSet/>
      <dgm:spPr/>
      <dgm:t>
        <a:bodyPr/>
        <a:lstStyle/>
        <a:p>
          <a:endParaRPr lang="en-SG"/>
        </a:p>
      </dgm:t>
    </dgm:pt>
    <dgm:pt modelId="{2CEB374C-E525-4C3B-AF02-27A3BC58E601}" type="sibTrans" cxnId="{9EC75F91-AA39-4093-95AC-5C6981CA97CA}">
      <dgm:prSet/>
      <dgm:spPr/>
      <dgm:t>
        <a:bodyPr/>
        <a:lstStyle/>
        <a:p>
          <a:endParaRPr lang="en-SG"/>
        </a:p>
      </dgm:t>
    </dgm:pt>
    <dgm:pt modelId="{F7559497-4F79-4328-8E24-A8947CDCC1FD}">
      <dgm:prSet phldrT="[Text]"/>
      <dgm:spPr/>
      <dgm:t>
        <a:bodyPr/>
        <a:lstStyle/>
        <a:p>
          <a:pPr rtl="0"/>
          <a:r>
            <a:rPr lang="en-SG" dirty="0">
              <a:latin typeface="Meiryo"/>
            </a:rPr>
            <a:t>Data Transformation</a:t>
          </a:r>
          <a:endParaRPr lang="en-SG" dirty="0"/>
        </a:p>
      </dgm:t>
    </dgm:pt>
    <dgm:pt modelId="{BBD6AC72-BA14-4AA3-8043-0160375E4821}" type="parTrans" cxnId="{C23D5D9F-198B-4D37-B409-6A1EC7134FEA}">
      <dgm:prSet/>
      <dgm:spPr/>
      <dgm:t>
        <a:bodyPr/>
        <a:lstStyle/>
        <a:p>
          <a:endParaRPr lang="en-SG"/>
        </a:p>
      </dgm:t>
    </dgm:pt>
    <dgm:pt modelId="{C99A5069-A6B7-4A3E-8CAE-5D583D915D43}" type="sibTrans" cxnId="{C23D5D9F-198B-4D37-B409-6A1EC7134FEA}">
      <dgm:prSet/>
      <dgm:spPr/>
      <dgm:t>
        <a:bodyPr/>
        <a:lstStyle/>
        <a:p>
          <a:endParaRPr lang="en-SG"/>
        </a:p>
      </dgm:t>
    </dgm:pt>
    <dgm:pt modelId="{81446C1B-5035-4A69-8936-DBED41A44DA3}">
      <dgm:prSet phldrT="[Text]"/>
      <dgm:spPr/>
      <dgm:t>
        <a:bodyPr/>
        <a:lstStyle/>
        <a:p>
          <a:r>
            <a:rPr lang="en-SG" dirty="0"/>
            <a:t>Data Presentation</a:t>
          </a:r>
        </a:p>
      </dgm:t>
    </dgm:pt>
    <dgm:pt modelId="{53DBC0D5-0F10-494E-8BA1-DC4CAA00D7D8}" type="parTrans" cxnId="{50400042-0AF7-4BD4-A68F-4D3286FB53D8}">
      <dgm:prSet/>
      <dgm:spPr/>
      <dgm:t>
        <a:bodyPr/>
        <a:lstStyle/>
        <a:p>
          <a:endParaRPr lang="en-SG"/>
        </a:p>
      </dgm:t>
    </dgm:pt>
    <dgm:pt modelId="{F22552C0-8849-453D-B4FB-D0653E62F24D}" type="sibTrans" cxnId="{50400042-0AF7-4BD4-A68F-4D3286FB53D8}">
      <dgm:prSet/>
      <dgm:spPr/>
      <dgm:t>
        <a:bodyPr/>
        <a:lstStyle/>
        <a:p>
          <a:endParaRPr lang="en-SG"/>
        </a:p>
      </dgm:t>
    </dgm:pt>
    <dgm:pt modelId="{F90EEA47-FC65-48DB-977D-7F01968717A5}">
      <dgm:prSet phldrT="[Text]"/>
      <dgm:spPr>
        <a:ln w="57150"/>
      </dgm:spPr>
      <dgm:t>
        <a:bodyPr/>
        <a:lstStyle/>
        <a:p>
          <a:r>
            <a:rPr lang="en-SG" dirty="0"/>
            <a:t>Formulate Key Questions</a:t>
          </a:r>
        </a:p>
      </dgm:t>
    </dgm:pt>
    <dgm:pt modelId="{0EDDC7FB-E7A2-4E6F-8030-30A7716D97D7}" type="parTrans" cxnId="{2638427F-944E-40B9-9636-6AEB91A8B426}">
      <dgm:prSet/>
      <dgm:spPr/>
      <dgm:t>
        <a:bodyPr/>
        <a:lstStyle/>
        <a:p>
          <a:endParaRPr lang="en-SG"/>
        </a:p>
      </dgm:t>
    </dgm:pt>
    <dgm:pt modelId="{7BEAC32A-8D47-4183-BBFA-771378ADBB3E}" type="sibTrans" cxnId="{2638427F-944E-40B9-9636-6AEB91A8B426}">
      <dgm:prSet/>
      <dgm:spPr/>
      <dgm:t>
        <a:bodyPr/>
        <a:lstStyle/>
        <a:p>
          <a:endParaRPr lang="en-SG"/>
        </a:p>
      </dgm:t>
    </dgm:pt>
    <dgm:pt modelId="{74B6C285-FA1C-478E-81E2-E44F8CC3D345}">
      <dgm:prSet phldrT="[Text]" custT="1"/>
      <dgm:spPr/>
      <dgm:t>
        <a:bodyPr/>
        <a:lstStyle/>
        <a:p>
          <a:pPr rtl="0"/>
          <a:r>
            <a:rPr lang="en-US" sz="1800" dirty="0"/>
            <a:t>Data Modelling</a:t>
          </a:r>
          <a:endParaRPr lang="en-SG" sz="1800" dirty="0"/>
        </a:p>
      </dgm:t>
    </dgm:pt>
    <dgm:pt modelId="{B08D53E4-0A7E-4330-8FB5-6C7D46C2C042}" type="parTrans" cxnId="{C87CE803-49B2-4A4B-B1EF-336D0935A60D}">
      <dgm:prSet/>
      <dgm:spPr/>
      <dgm:t>
        <a:bodyPr/>
        <a:lstStyle/>
        <a:p>
          <a:endParaRPr lang="en-SG"/>
        </a:p>
      </dgm:t>
    </dgm:pt>
    <dgm:pt modelId="{FEFCE824-3B4F-4054-90BF-1D0226C13C30}" type="sibTrans" cxnId="{C87CE803-49B2-4A4B-B1EF-336D0935A60D}">
      <dgm:prSet/>
      <dgm:spPr/>
      <dgm:t>
        <a:bodyPr/>
        <a:lstStyle/>
        <a:p>
          <a:endParaRPr lang="en-SG"/>
        </a:p>
      </dgm:t>
    </dgm:pt>
    <dgm:pt modelId="{E47AAE64-C038-4CDE-B3AE-634B098D8B13}" type="pres">
      <dgm:prSet presAssocID="{F0A62E2B-A942-47D0-9502-EDB30DF86368}" presName="Name0" presStyleCnt="0">
        <dgm:presLayoutVars>
          <dgm:dir/>
          <dgm:resizeHandles val="exact"/>
        </dgm:presLayoutVars>
      </dgm:prSet>
      <dgm:spPr/>
    </dgm:pt>
    <dgm:pt modelId="{67FD7FFE-0E06-4D10-9250-26BA2468941C}" type="pres">
      <dgm:prSet presAssocID="{F0A62E2B-A942-47D0-9502-EDB30DF86368}" presName="cycle" presStyleCnt="0"/>
      <dgm:spPr/>
    </dgm:pt>
    <dgm:pt modelId="{56C7ABDC-1114-479C-8351-B5C3D2873259}" type="pres">
      <dgm:prSet presAssocID="{597BC82E-21D3-4153-91D2-D159BA116E61}" presName="nodeFirstNode" presStyleLbl="node1" presStyleIdx="0" presStyleCnt="7" custScaleY="119165">
        <dgm:presLayoutVars>
          <dgm:bulletEnabled val="1"/>
        </dgm:presLayoutVars>
      </dgm:prSet>
      <dgm:spPr/>
    </dgm:pt>
    <dgm:pt modelId="{BE811A66-7852-455D-90C2-B036A395165B}" type="pres">
      <dgm:prSet presAssocID="{5891FF7C-0ED1-4022-8973-C21A9BB6E855}" presName="sibTransFirstNode" presStyleLbl="bgShp" presStyleIdx="0" presStyleCnt="1" custLinFactNeighborX="273" custLinFactNeighborY="-4185"/>
      <dgm:spPr/>
    </dgm:pt>
    <dgm:pt modelId="{3337C923-E4B3-405C-AF27-1BBB74F63993}" type="pres">
      <dgm:prSet presAssocID="{86527905-AEFB-4301-A694-E31E755D699B}" presName="nodeFollowingNodes" presStyleLbl="node1" presStyleIdx="1" presStyleCnt="7" custRadScaleRad="108349" custRadScaleInc="10798">
        <dgm:presLayoutVars>
          <dgm:bulletEnabled val="1"/>
        </dgm:presLayoutVars>
      </dgm:prSet>
      <dgm:spPr/>
    </dgm:pt>
    <dgm:pt modelId="{BD05E7D6-B568-4E5F-AD2B-9A332F083076}" type="pres">
      <dgm:prSet presAssocID="{F2D5DA4D-9BE7-450F-889E-5897F038D069}" presName="nodeFollowingNodes" presStyleLbl="node1" presStyleIdx="2" presStyleCnt="7" custRadScaleRad="91904" custRadScaleInc="-6805">
        <dgm:presLayoutVars>
          <dgm:bulletEnabled val="1"/>
        </dgm:presLayoutVars>
      </dgm:prSet>
      <dgm:spPr/>
    </dgm:pt>
    <dgm:pt modelId="{6FD1E414-FF58-48EE-A36F-F31F38EABB01}" type="pres">
      <dgm:prSet presAssocID="{F7559497-4F79-4328-8E24-A8947CDCC1FD}" presName="nodeFollowingNodes" presStyleLbl="node1" presStyleIdx="3" presStyleCnt="7" custRadScaleRad="80073" custRadScaleInc="-2336">
        <dgm:presLayoutVars>
          <dgm:bulletEnabled val="1"/>
        </dgm:presLayoutVars>
      </dgm:prSet>
      <dgm:spPr/>
    </dgm:pt>
    <dgm:pt modelId="{605C9123-2D06-4E18-8C19-BCFE8E29012D}" type="pres">
      <dgm:prSet presAssocID="{74B6C285-FA1C-478E-81E2-E44F8CC3D345}" presName="nodeFollowingNodes" presStyleLbl="node1" presStyleIdx="4" presStyleCnt="7" custRadScaleRad="103351" custRadScaleInc="54727">
        <dgm:presLayoutVars>
          <dgm:bulletEnabled val="1"/>
        </dgm:presLayoutVars>
      </dgm:prSet>
      <dgm:spPr/>
    </dgm:pt>
    <dgm:pt modelId="{A3AEB3FA-E2F7-4429-BFFB-D5FF2492197A}" type="pres">
      <dgm:prSet presAssocID="{81446C1B-5035-4A69-8936-DBED41A44DA3}" presName="nodeFollowingNodes" presStyleLbl="node1" presStyleIdx="5" presStyleCnt="7" custRadScaleRad="104015" custRadScaleInc="11839">
        <dgm:presLayoutVars>
          <dgm:bulletEnabled val="1"/>
        </dgm:presLayoutVars>
      </dgm:prSet>
      <dgm:spPr/>
    </dgm:pt>
    <dgm:pt modelId="{76B9AC1F-5F29-485C-92DA-DEB82B44D0CE}" type="pres">
      <dgm:prSet presAssocID="{F90EEA47-FC65-48DB-977D-7F01968717A5}" presName="nodeFollowingNodes" presStyleLbl="node1" presStyleIdx="6" presStyleCnt="7" custRadScaleRad="113782" custRadScaleInc="-19021">
        <dgm:presLayoutVars>
          <dgm:bulletEnabled val="1"/>
        </dgm:presLayoutVars>
      </dgm:prSet>
      <dgm:spPr/>
    </dgm:pt>
  </dgm:ptLst>
  <dgm:cxnLst>
    <dgm:cxn modelId="{C87CE803-49B2-4A4B-B1EF-336D0935A60D}" srcId="{F0A62E2B-A942-47D0-9502-EDB30DF86368}" destId="{74B6C285-FA1C-478E-81E2-E44F8CC3D345}" srcOrd="4" destOrd="0" parTransId="{B08D53E4-0A7E-4330-8FB5-6C7D46C2C042}" sibTransId="{FEFCE824-3B4F-4054-90BF-1D0226C13C30}"/>
    <dgm:cxn modelId="{E9C92716-E9A2-463A-AF54-57CBDE1547D9}" type="presOf" srcId="{74B6C285-FA1C-478E-81E2-E44F8CC3D345}" destId="{605C9123-2D06-4E18-8C19-BCFE8E29012D}" srcOrd="0" destOrd="0" presId="urn:microsoft.com/office/officeart/2005/8/layout/cycle3"/>
    <dgm:cxn modelId="{3B62EC1E-C51E-4527-986B-5D9D149490CB}" type="presOf" srcId="{F90EEA47-FC65-48DB-977D-7F01968717A5}" destId="{76B9AC1F-5F29-485C-92DA-DEB82B44D0CE}" srcOrd="0" destOrd="0" presId="urn:microsoft.com/office/officeart/2005/8/layout/cycle3"/>
    <dgm:cxn modelId="{77A28923-4F43-4DB2-A49E-DEF1A84DCA5A}" type="presOf" srcId="{86527905-AEFB-4301-A694-E31E755D699B}" destId="{3337C923-E4B3-405C-AF27-1BBB74F63993}" srcOrd="0" destOrd="0" presId="urn:microsoft.com/office/officeart/2005/8/layout/cycle3"/>
    <dgm:cxn modelId="{50400042-0AF7-4BD4-A68F-4D3286FB53D8}" srcId="{F0A62E2B-A942-47D0-9502-EDB30DF86368}" destId="{81446C1B-5035-4A69-8936-DBED41A44DA3}" srcOrd="5" destOrd="0" parTransId="{53DBC0D5-0F10-494E-8BA1-DC4CAA00D7D8}" sibTransId="{F22552C0-8849-453D-B4FB-D0653E62F24D}"/>
    <dgm:cxn modelId="{F81D1C62-8776-4D0B-86CA-51B1F05A22F2}" type="presOf" srcId="{5891FF7C-0ED1-4022-8973-C21A9BB6E855}" destId="{BE811A66-7852-455D-90C2-B036A395165B}" srcOrd="0" destOrd="0" presId="urn:microsoft.com/office/officeart/2005/8/layout/cycle3"/>
    <dgm:cxn modelId="{808C814A-15E9-4B14-96EE-B41CFBBB9CEF}" type="presOf" srcId="{81446C1B-5035-4A69-8936-DBED41A44DA3}" destId="{A3AEB3FA-E2F7-4429-BFFB-D5FF2492197A}" srcOrd="0" destOrd="0" presId="urn:microsoft.com/office/officeart/2005/8/layout/cycle3"/>
    <dgm:cxn modelId="{FA2A2D6C-6A35-40A6-AB55-51BB3AAE4A79}" srcId="{F0A62E2B-A942-47D0-9502-EDB30DF86368}" destId="{86527905-AEFB-4301-A694-E31E755D699B}" srcOrd="1" destOrd="0" parTransId="{F9DEEC00-586A-4391-8238-4FD191DA5F48}" sibTransId="{5B4EB1B4-771B-4A19-B591-A59E133EF73F}"/>
    <dgm:cxn modelId="{F98B8871-A994-42AD-BCFC-A191ABD04E5C}" type="presOf" srcId="{F2D5DA4D-9BE7-450F-889E-5897F038D069}" destId="{BD05E7D6-B568-4E5F-AD2B-9A332F083076}" srcOrd="0" destOrd="0" presId="urn:microsoft.com/office/officeart/2005/8/layout/cycle3"/>
    <dgm:cxn modelId="{2638427F-944E-40B9-9636-6AEB91A8B426}" srcId="{F0A62E2B-A942-47D0-9502-EDB30DF86368}" destId="{F90EEA47-FC65-48DB-977D-7F01968717A5}" srcOrd="6" destOrd="0" parTransId="{0EDDC7FB-E7A2-4E6F-8030-30A7716D97D7}" sibTransId="{7BEAC32A-8D47-4183-BBFA-771378ADBB3E}"/>
    <dgm:cxn modelId="{9F39718E-CB7D-48CE-86A9-37C5E5ED9107}" type="presOf" srcId="{597BC82E-21D3-4153-91D2-D159BA116E61}" destId="{56C7ABDC-1114-479C-8351-B5C3D2873259}" srcOrd="0" destOrd="0" presId="urn:microsoft.com/office/officeart/2005/8/layout/cycle3"/>
    <dgm:cxn modelId="{9EC75F91-AA39-4093-95AC-5C6981CA97CA}" srcId="{F0A62E2B-A942-47D0-9502-EDB30DF86368}" destId="{F2D5DA4D-9BE7-450F-889E-5897F038D069}" srcOrd="2" destOrd="0" parTransId="{B4C1305A-E38D-47BF-A045-AE9EAE3D3B88}" sibTransId="{2CEB374C-E525-4C3B-AF02-27A3BC58E601}"/>
    <dgm:cxn modelId="{C23D5D9F-198B-4D37-B409-6A1EC7134FEA}" srcId="{F0A62E2B-A942-47D0-9502-EDB30DF86368}" destId="{F7559497-4F79-4328-8E24-A8947CDCC1FD}" srcOrd="3" destOrd="0" parTransId="{BBD6AC72-BA14-4AA3-8043-0160375E4821}" sibTransId="{C99A5069-A6B7-4A3E-8CAE-5D583D915D43}"/>
    <dgm:cxn modelId="{B905B5AE-E2FB-45B5-B521-AA44D8A647A9}" type="presOf" srcId="{F0A62E2B-A942-47D0-9502-EDB30DF86368}" destId="{E47AAE64-C038-4CDE-B3AE-634B098D8B13}" srcOrd="0" destOrd="0" presId="urn:microsoft.com/office/officeart/2005/8/layout/cycle3"/>
    <dgm:cxn modelId="{C562ECC7-1DAC-4ECF-AB96-B9C311A5E328}" type="presOf" srcId="{F7559497-4F79-4328-8E24-A8947CDCC1FD}" destId="{6FD1E414-FF58-48EE-A36F-F31F38EABB01}" srcOrd="0" destOrd="0" presId="urn:microsoft.com/office/officeart/2005/8/layout/cycle3"/>
    <dgm:cxn modelId="{530982E8-E8C3-4479-B2F7-4F56C821EA8C}" srcId="{F0A62E2B-A942-47D0-9502-EDB30DF86368}" destId="{597BC82E-21D3-4153-91D2-D159BA116E61}" srcOrd="0" destOrd="0" parTransId="{261A3CBA-BE0D-49A3-B111-8C02E7D3683E}" sibTransId="{5891FF7C-0ED1-4022-8973-C21A9BB6E855}"/>
    <dgm:cxn modelId="{DDFEBE5E-6FE2-4EFC-AF8F-91C91AD3A908}" type="presParOf" srcId="{E47AAE64-C038-4CDE-B3AE-634B098D8B13}" destId="{67FD7FFE-0E06-4D10-9250-26BA2468941C}" srcOrd="0" destOrd="0" presId="urn:microsoft.com/office/officeart/2005/8/layout/cycle3"/>
    <dgm:cxn modelId="{A788D8D9-DF02-4257-88D1-D3FDE269C8D6}" type="presParOf" srcId="{67FD7FFE-0E06-4D10-9250-26BA2468941C}" destId="{56C7ABDC-1114-479C-8351-B5C3D2873259}" srcOrd="0" destOrd="0" presId="urn:microsoft.com/office/officeart/2005/8/layout/cycle3"/>
    <dgm:cxn modelId="{834662B3-EE83-4EAA-90F6-21D7634E436F}" type="presParOf" srcId="{67FD7FFE-0E06-4D10-9250-26BA2468941C}" destId="{BE811A66-7852-455D-90C2-B036A395165B}" srcOrd="1" destOrd="0" presId="urn:microsoft.com/office/officeart/2005/8/layout/cycle3"/>
    <dgm:cxn modelId="{3CAE0813-569F-447B-99F2-C49E630CBEBD}" type="presParOf" srcId="{67FD7FFE-0E06-4D10-9250-26BA2468941C}" destId="{3337C923-E4B3-405C-AF27-1BBB74F63993}" srcOrd="2" destOrd="0" presId="urn:microsoft.com/office/officeart/2005/8/layout/cycle3"/>
    <dgm:cxn modelId="{61E7F898-5BC8-4382-887A-FD2D9EE806A8}" type="presParOf" srcId="{67FD7FFE-0E06-4D10-9250-26BA2468941C}" destId="{BD05E7D6-B568-4E5F-AD2B-9A332F083076}" srcOrd="3" destOrd="0" presId="urn:microsoft.com/office/officeart/2005/8/layout/cycle3"/>
    <dgm:cxn modelId="{CF187FD8-212B-46A1-AEFD-09A26B549287}" type="presParOf" srcId="{67FD7FFE-0E06-4D10-9250-26BA2468941C}" destId="{6FD1E414-FF58-48EE-A36F-F31F38EABB01}" srcOrd="4" destOrd="0" presId="urn:microsoft.com/office/officeart/2005/8/layout/cycle3"/>
    <dgm:cxn modelId="{BCE36E86-4769-4247-A445-2CE50CA6267F}" type="presParOf" srcId="{67FD7FFE-0E06-4D10-9250-26BA2468941C}" destId="{605C9123-2D06-4E18-8C19-BCFE8E29012D}" srcOrd="5" destOrd="0" presId="urn:microsoft.com/office/officeart/2005/8/layout/cycle3"/>
    <dgm:cxn modelId="{CC956673-A75B-43FE-8A37-A8A88B3F8474}" type="presParOf" srcId="{67FD7FFE-0E06-4D10-9250-26BA2468941C}" destId="{A3AEB3FA-E2F7-4429-BFFB-D5FF2492197A}" srcOrd="6" destOrd="0" presId="urn:microsoft.com/office/officeart/2005/8/layout/cycle3"/>
    <dgm:cxn modelId="{800D04C9-7408-4870-8A68-66DA7519F3BD}" type="presParOf" srcId="{67FD7FFE-0E06-4D10-9250-26BA2468941C}" destId="{76B9AC1F-5F29-485C-92DA-DEB82B44D0CE}" srcOrd="7"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0A62E2B-A942-47D0-9502-EDB30DF86368}" type="doc">
      <dgm:prSet loTypeId="urn:microsoft.com/office/officeart/2005/8/layout/cycle3" loCatId="cycle" qsTypeId="urn:microsoft.com/office/officeart/2005/8/quickstyle/simple1" qsCatId="simple" csTypeId="urn:microsoft.com/office/officeart/2005/8/colors/accent2_1" csCatId="accent2" phldr="1"/>
      <dgm:spPr/>
      <dgm:t>
        <a:bodyPr/>
        <a:lstStyle/>
        <a:p>
          <a:endParaRPr lang="en-SG"/>
        </a:p>
      </dgm:t>
    </dgm:pt>
    <dgm:pt modelId="{597BC82E-21D3-4153-91D2-D159BA116E61}">
      <dgm:prSet phldrT="[Text]"/>
      <dgm:spPr>
        <a:ln w="57150"/>
      </dgm:spPr>
      <dgm:t>
        <a:bodyPr/>
        <a:lstStyle/>
        <a:p>
          <a:r>
            <a:rPr lang="en-SG" dirty="0"/>
            <a:t>Data collection</a:t>
          </a:r>
        </a:p>
      </dgm:t>
    </dgm:pt>
    <dgm:pt modelId="{261A3CBA-BE0D-49A3-B111-8C02E7D3683E}" type="parTrans" cxnId="{530982E8-E8C3-4479-B2F7-4F56C821EA8C}">
      <dgm:prSet/>
      <dgm:spPr/>
      <dgm:t>
        <a:bodyPr/>
        <a:lstStyle/>
        <a:p>
          <a:endParaRPr lang="en-SG"/>
        </a:p>
      </dgm:t>
    </dgm:pt>
    <dgm:pt modelId="{5891FF7C-0ED1-4022-8973-C21A9BB6E855}" type="sibTrans" cxnId="{530982E8-E8C3-4479-B2F7-4F56C821EA8C}">
      <dgm:prSet/>
      <dgm:spPr>
        <a:solidFill>
          <a:schemeClr val="accent1">
            <a:lumMod val="60000"/>
            <a:lumOff val="40000"/>
          </a:schemeClr>
        </a:solidFill>
      </dgm:spPr>
      <dgm:t>
        <a:bodyPr/>
        <a:lstStyle/>
        <a:p>
          <a:endParaRPr lang="en-SG"/>
        </a:p>
      </dgm:t>
    </dgm:pt>
    <dgm:pt modelId="{86527905-AEFB-4301-A694-E31E755D699B}">
      <dgm:prSet phldrT="[Text]"/>
      <dgm:spPr/>
      <dgm:t>
        <a:bodyPr/>
        <a:lstStyle/>
        <a:p>
          <a:r>
            <a:rPr lang="en-SG" dirty="0"/>
            <a:t>Data Cleaning</a:t>
          </a:r>
        </a:p>
      </dgm:t>
    </dgm:pt>
    <dgm:pt modelId="{F9DEEC00-586A-4391-8238-4FD191DA5F48}" type="parTrans" cxnId="{FA2A2D6C-6A35-40A6-AB55-51BB3AAE4A79}">
      <dgm:prSet/>
      <dgm:spPr/>
      <dgm:t>
        <a:bodyPr/>
        <a:lstStyle/>
        <a:p>
          <a:endParaRPr lang="en-SG"/>
        </a:p>
      </dgm:t>
    </dgm:pt>
    <dgm:pt modelId="{5B4EB1B4-771B-4A19-B591-A59E133EF73F}" type="sibTrans" cxnId="{FA2A2D6C-6A35-40A6-AB55-51BB3AAE4A79}">
      <dgm:prSet/>
      <dgm:spPr/>
      <dgm:t>
        <a:bodyPr/>
        <a:lstStyle/>
        <a:p>
          <a:endParaRPr lang="en-SG"/>
        </a:p>
      </dgm:t>
    </dgm:pt>
    <dgm:pt modelId="{F2D5DA4D-9BE7-450F-889E-5897F038D069}">
      <dgm:prSet phldrT="[Text]" phldr="0"/>
      <dgm:spPr/>
      <dgm:t>
        <a:bodyPr/>
        <a:lstStyle/>
        <a:p>
          <a:pPr rtl="0"/>
          <a:r>
            <a:rPr lang="en-SG" dirty="0">
              <a:latin typeface="Meiryo"/>
            </a:rPr>
            <a:t>Exploratory Data Analysis</a:t>
          </a:r>
          <a:endParaRPr lang="en-SG" dirty="0"/>
        </a:p>
      </dgm:t>
    </dgm:pt>
    <dgm:pt modelId="{B4C1305A-E38D-47BF-A045-AE9EAE3D3B88}" type="parTrans" cxnId="{9EC75F91-AA39-4093-95AC-5C6981CA97CA}">
      <dgm:prSet/>
      <dgm:spPr/>
      <dgm:t>
        <a:bodyPr/>
        <a:lstStyle/>
        <a:p>
          <a:endParaRPr lang="en-SG"/>
        </a:p>
      </dgm:t>
    </dgm:pt>
    <dgm:pt modelId="{2CEB374C-E525-4C3B-AF02-27A3BC58E601}" type="sibTrans" cxnId="{9EC75F91-AA39-4093-95AC-5C6981CA97CA}">
      <dgm:prSet/>
      <dgm:spPr/>
      <dgm:t>
        <a:bodyPr/>
        <a:lstStyle/>
        <a:p>
          <a:endParaRPr lang="en-SG"/>
        </a:p>
      </dgm:t>
    </dgm:pt>
    <dgm:pt modelId="{F7559497-4F79-4328-8E24-A8947CDCC1FD}">
      <dgm:prSet phldrT="[Text]"/>
      <dgm:spPr/>
      <dgm:t>
        <a:bodyPr/>
        <a:lstStyle/>
        <a:p>
          <a:pPr rtl="0"/>
          <a:r>
            <a:rPr lang="en-SG" dirty="0">
              <a:latin typeface="Meiryo"/>
            </a:rPr>
            <a:t>Data Transformation</a:t>
          </a:r>
          <a:endParaRPr lang="en-SG" dirty="0"/>
        </a:p>
      </dgm:t>
    </dgm:pt>
    <dgm:pt modelId="{BBD6AC72-BA14-4AA3-8043-0160375E4821}" type="parTrans" cxnId="{C23D5D9F-198B-4D37-B409-6A1EC7134FEA}">
      <dgm:prSet/>
      <dgm:spPr/>
      <dgm:t>
        <a:bodyPr/>
        <a:lstStyle/>
        <a:p>
          <a:endParaRPr lang="en-SG"/>
        </a:p>
      </dgm:t>
    </dgm:pt>
    <dgm:pt modelId="{C99A5069-A6B7-4A3E-8CAE-5D583D915D43}" type="sibTrans" cxnId="{C23D5D9F-198B-4D37-B409-6A1EC7134FEA}">
      <dgm:prSet/>
      <dgm:spPr/>
      <dgm:t>
        <a:bodyPr/>
        <a:lstStyle/>
        <a:p>
          <a:endParaRPr lang="en-SG"/>
        </a:p>
      </dgm:t>
    </dgm:pt>
    <dgm:pt modelId="{81446C1B-5035-4A69-8936-DBED41A44DA3}">
      <dgm:prSet phldrT="[Text]"/>
      <dgm:spPr/>
      <dgm:t>
        <a:bodyPr/>
        <a:lstStyle/>
        <a:p>
          <a:r>
            <a:rPr lang="en-SG" dirty="0"/>
            <a:t>Data Presentation</a:t>
          </a:r>
        </a:p>
      </dgm:t>
    </dgm:pt>
    <dgm:pt modelId="{53DBC0D5-0F10-494E-8BA1-DC4CAA00D7D8}" type="parTrans" cxnId="{50400042-0AF7-4BD4-A68F-4D3286FB53D8}">
      <dgm:prSet/>
      <dgm:spPr/>
      <dgm:t>
        <a:bodyPr/>
        <a:lstStyle/>
        <a:p>
          <a:endParaRPr lang="en-SG"/>
        </a:p>
      </dgm:t>
    </dgm:pt>
    <dgm:pt modelId="{F22552C0-8849-453D-B4FB-D0653E62F24D}" type="sibTrans" cxnId="{50400042-0AF7-4BD4-A68F-4D3286FB53D8}">
      <dgm:prSet/>
      <dgm:spPr/>
      <dgm:t>
        <a:bodyPr/>
        <a:lstStyle/>
        <a:p>
          <a:endParaRPr lang="en-SG"/>
        </a:p>
      </dgm:t>
    </dgm:pt>
    <dgm:pt modelId="{F90EEA47-FC65-48DB-977D-7F01968717A5}">
      <dgm:prSet phldrT="[Text]"/>
      <dgm:spPr>
        <a:ln w="57150"/>
      </dgm:spPr>
      <dgm:t>
        <a:bodyPr/>
        <a:lstStyle/>
        <a:p>
          <a:r>
            <a:rPr lang="en-SG" dirty="0"/>
            <a:t>Formulate Key Questions</a:t>
          </a:r>
        </a:p>
      </dgm:t>
    </dgm:pt>
    <dgm:pt modelId="{0EDDC7FB-E7A2-4E6F-8030-30A7716D97D7}" type="parTrans" cxnId="{2638427F-944E-40B9-9636-6AEB91A8B426}">
      <dgm:prSet/>
      <dgm:spPr/>
      <dgm:t>
        <a:bodyPr/>
        <a:lstStyle/>
        <a:p>
          <a:endParaRPr lang="en-SG"/>
        </a:p>
      </dgm:t>
    </dgm:pt>
    <dgm:pt modelId="{7BEAC32A-8D47-4183-BBFA-771378ADBB3E}" type="sibTrans" cxnId="{2638427F-944E-40B9-9636-6AEB91A8B426}">
      <dgm:prSet/>
      <dgm:spPr/>
      <dgm:t>
        <a:bodyPr/>
        <a:lstStyle/>
        <a:p>
          <a:endParaRPr lang="en-SG"/>
        </a:p>
      </dgm:t>
    </dgm:pt>
    <dgm:pt modelId="{74B6C285-FA1C-478E-81E2-E44F8CC3D345}">
      <dgm:prSet phldrT="[Text]" custT="1"/>
      <dgm:spPr/>
      <dgm:t>
        <a:bodyPr/>
        <a:lstStyle/>
        <a:p>
          <a:pPr rtl="0"/>
          <a:r>
            <a:rPr lang="en-US" sz="1800" dirty="0"/>
            <a:t>Data Modelling</a:t>
          </a:r>
          <a:endParaRPr lang="en-SG" sz="1800" dirty="0"/>
        </a:p>
      </dgm:t>
    </dgm:pt>
    <dgm:pt modelId="{B08D53E4-0A7E-4330-8FB5-6C7D46C2C042}" type="parTrans" cxnId="{C87CE803-49B2-4A4B-B1EF-336D0935A60D}">
      <dgm:prSet/>
      <dgm:spPr/>
      <dgm:t>
        <a:bodyPr/>
        <a:lstStyle/>
        <a:p>
          <a:endParaRPr lang="en-SG"/>
        </a:p>
      </dgm:t>
    </dgm:pt>
    <dgm:pt modelId="{FEFCE824-3B4F-4054-90BF-1D0226C13C30}" type="sibTrans" cxnId="{C87CE803-49B2-4A4B-B1EF-336D0935A60D}">
      <dgm:prSet/>
      <dgm:spPr/>
      <dgm:t>
        <a:bodyPr/>
        <a:lstStyle/>
        <a:p>
          <a:endParaRPr lang="en-SG"/>
        </a:p>
      </dgm:t>
    </dgm:pt>
    <dgm:pt modelId="{E47AAE64-C038-4CDE-B3AE-634B098D8B13}" type="pres">
      <dgm:prSet presAssocID="{F0A62E2B-A942-47D0-9502-EDB30DF86368}" presName="Name0" presStyleCnt="0">
        <dgm:presLayoutVars>
          <dgm:dir/>
          <dgm:resizeHandles val="exact"/>
        </dgm:presLayoutVars>
      </dgm:prSet>
      <dgm:spPr/>
    </dgm:pt>
    <dgm:pt modelId="{67FD7FFE-0E06-4D10-9250-26BA2468941C}" type="pres">
      <dgm:prSet presAssocID="{F0A62E2B-A942-47D0-9502-EDB30DF86368}" presName="cycle" presStyleCnt="0"/>
      <dgm:spPr/>
    </dgm:pt>
    <dgm:pt modelId="{56C7ABDC-1114-479C-8351-B5C3D2873259}" type="pres">
      <dgm:prSet presAssocID="{597BC82E-21D3-4153-91D2-D159BA116E61}" presName="nodeFirstNode" presStyleLbl="node1" presStyleIdx="0" presStyleCnt="7" custScaleY="119165">
        <dgm:presLayoutVars>
          <dgm:bulletEnabled val="1"/>
        </dgm:presLayoutVars>
      </dgm:prSet>
      <dgm:spPr/>
    </dgm:pt>
    <dgm:pt modelId="{BE811A66-7852-455D-90C2-B036A395165B}" type="pres">
      <dgm:prSet presAssocID="{5891FF7C-0ED1-4022-8973-C21A9BB6E855}" presName="sibTransFirstNode" presStyleLbl="bgShp" presStyleIdx="0" presStyleCnt="1" custLinFactNeighborX="273" custLinFactNeighborY="-4185"/>
      <dgm:spPr/>
    </dgm:pt>
    <dgm:pt modelId="{3337C923-E4B3-405C-AF27-1BBB74F63993}" type="pres">
      <dgm:prSet presAssocID="{86527905-AEFB-4301-A694-E31E755D699B}" presName="nodeFollowingNodes" presStyleLbl="node1" presStyleIdx="1" presStyleCnt="7" custRadScaleRad="108349" custRadScaleInc="10798">
        <dgm:presLayoutVars>
          <dgm:bulletEnabled val="1"/>
        </dgm:presLayoutVars>
      </dgm:prSet>
      <dgm:spPr/>
    </dgm:pt>
    <dgm:pt modelId="{BD05E7D6-B568-4E5F-AD2B-9A332F083076}" type="pres">
      <dgm:prSet presAssocID="{F2D5DA4D-9BE7-450F-889E-5897F038D069}" presName="nodeFollowingNodes" presStyleLbl="node1" presStyleIdx="2" presStyleCnt="7" custRadScaleRad="91904" custRadScaleInc="-6805">
        <dgm:presLayoutVars>
          <dgm:bulletEnabled val="1"/>
        </dgm:presLayoutVars>
      </dgm:prSet>
      <dgm:spPr/>
    </dgm:pt>
    <dgm:pt modelId="{6FD1E414-FF58-48EE-A36F-F31F38EABB01}" type="pres">
      <dgm:prSet presAssocID="{F7559497-4F79-4328-8E24-A8947CDCC1FD}" presName="nodeFollowingNodes" presStyleLbl="node1" presStyleIdx="3" presStyleCnt="7" custRadScaleRad="80073" custRadScaleInc="-2336">
        <dgm:presLayoutVars>
          <dgm:bulletEnabled val="1"/>
        </dgm:presLayoutVars>
      </dgm:prSet>
      <dgm:spPr/>
    </dgm:pt>
    <dgm:pt modelId="{605C9123-2D06-4E18-8C19-BCFE8E29012D}" type="pres">
      <dgm:prSet presAssocID="{74B6C285-FA1C-478E-81E2-E44F8CC3D345}" presName="nodeFollowingNodes" presStyleLbl="node1" presStyleIdx="4" presStyleCnt="7" custRadScaleRad="103351" custRadScaleInc="54727">
        <dgm:presLayoutVars>
          <dgm:bulletEnabled val="1"/>
        </dgm:presLayoutVars>
      </dgm:prSet>
      <dgm:spPr/>
    </dgm:pt>
    <dgm:pt modelId="{A3AEB3FA-E2F7-4429-BFFB-D5FF2492197A}" type="pres">
      <dgm:prSet presAssocID="{81446C1B-5035-4A69-8936-DBED41A44DA3}" presName="nodeFollowingNodes" presStyleLbl="node1" presStyleIdx="5" presStyleCnt="7" custRadScaleRad="104015" custRadScaleInc="11839">
        <dgm:presLayoutVars>
          <dgm:bulletEnabled val="1"/>
        </dgm:presLayoutVars>
      </dgm:prSet>
      <dgm:spPr/>
    </dgm:pt>
    <dgm:pt modelId="{76B9AC1F-5F29-485C-92DA-DEB82B44D0CE}" type="pres">
      <dgm:prSet presAssocID="{F90EEA47-FC65-48DB-977D-7F01968717A5}" presName="nodeFollowingNodes" presStyleLbl="node1" presStyleIdx="6" presStyleCnt="7" custRadScaleRad="113782" custRadScaleInc="-19021">
        <dgm:presLayoutVars>
          <dgm:bulletEnabled val="1"/>
        </dgm:presLayoutVars>
      </dgm:prSet>
      <dgm:spPr/>
    </dgm:pt>
  </dgm:ptLst>
  <dgm:cxnLst>
    <dgm:cxn modelId="{C87CE803-49B2-4A4B-B1EF-336D0935A60D}" srcId="{F0A62E2B-A942-47D0-9502-EDB30DF86368}" destId="{74B6C285-FA1C-478E-81E2-E44F8CC3D345}" srcOrd="4" destOrd="0" parTransId="{B08D53E4-0A7E-4330-8FB5-6C7D46C2C042}" sibTransId="{FEFCE824-3B4F-4054-90BF-1D0226C13C30}"/>
    <dgm:cxn modelId="{E9C92716-E9A2-463A-AF54-57CBDE1547D9}" type="presOf" srcId="{74B6C285-FA1C-478E-81E2-E44F8CC3D345}" destId="{605C9123-2D06-4E18-8C19-BCFE8E29012D}" srcOrd="0" destOrd="0" presId="urn:microsoft.com/office/officeart/2005/8/layout/cycle3"/>
    <dgm:cxn modelId="{3B62EC1E-C51E-4527-986B-5D9D149490CB}" type="presOf" srcId="{F90EEA47-FC65-48DB-977D-7F01968717A5}" destId="{76B9AC1F-5F29-485C-92DA-DEB82B44D0CE}" srcOrd="0" destOrd="0" presId="urn:microsoft.com/office/officeart/2005/8/layout/cycle3"/>
    <dgm:cxn modelId="{77A28923-4F43-4DB2-A49E-DEF1A84DCA5A}" type="presOf" srcId="{86527905-AEFB-4301-A694-E31E755D699B}" destId="{3337C923-E4B3-405C-AF27-1BBB74F63993}" srcOrd="0" destOrd="0" presId="urn:microsoft.com/office/officeart/2005/8/layout/cycle3"/>
    <dgm:cxn modelId="{50400042-0AF7-4BD4-A68F-4D3286FB53D8}" srcId="{F0A62E2B-A942-47D0-9502-EDB30DF86368}" destId="{81446C1B-5035-4A69-8936-DBED41A44DA3}" srcOrd="5" destOrd="0" parTransId="{53DBC0D5-0F10-494E-8BA1-DC4CAA00D7D8}" sibTransId="{F22552C0-8849-453D-B4FB-D0653E62F24D}"/>
    <dgm:cxn modelId="{F81D1C62-8776-4D0B-86CA-51B1F05A22F2}" type="presOf" srcId="{5891FF7C-0ED1-4022-8973-C21A9BB6E855}" destId="{BE811A66-7852-455D-90C2-B036A395165B}" srcOrd="0" destOrd="0" presId="urn:microsoft.com/office/officeart/2005/8/layout/cycle3"/>
    <dgm:cxn modelId="{808C814A-15E9-4B14-96EE-B41CFBBB9CEF}" type="presOf" srcId="{81446C1B-5035-4A69-8936-DBED41A44DA3}" destId="{A3AEB3FA-E2F7-4429-BFFB-D5FF2492197A}" srcOrd="0" destOrd="0" presId="urn:microsoft.com/office/officeart/2005/8/layout/cycle3"/>
    <dgm:cxn modelId="{FA2A2D6C-6A35-40A6-AB55-51BB3AAE4A79}" srcId="{F0A62E2B-A942-47D0-9502-EDB30DF86368}" destId="{86527905-AEFB-4301-A694-E31E755D699B}" srcOrd="1" destOrd="0" parTransId="{F9DEEC00-586A-4391-8238-4FD191DA5F48}" sibTransId="{5B4EB1B4-771B-4A19-B591-A59E133EF73F}"/>
    <dgm:cxn modelId="{F98B8871-A994-42AD-BCFC-A191ABD04E5C}" type="presOf" srcId="{F2D5DA4D-9BE7-450F-889E-5897F038D069}" destId="{BD05E7D6-B568-4E5F-AD2B-9A332F083076}" srcOrd="0" destOrd="0" presId="urn:microsoft.com/office/officeart/2005/8/layout/cycle3"/>
    <dgm:cxn modelId="{2638427F-944E-40B9-9636-6AEB91A8B426}" srcId="{F0A62E2B-A942-47D0-9502-EDB30DF86368}" destId="{F90EEA47-FC65-48DB-977D-7F01968717A5}" srcOrd="6" destOrd="0" parTransId="{0EDDC7FB-E7A2-4E6F-8030-30A7716D97D7}" sibTransId="{7BEAC32A-8D47-4183-BBFA-771378ADBB3E}"/>
    <dgm:cxn modelId="{9F39718E-CB7D-48CE-86A9-37C5E5ED9107}" type="presOf" srcId="{597BC82E-21D3-4153-91D2-D159BA116E61}" destId="{56C7ABDC-1114-479C-8351-B5C3D2873259}" srcOrd="0" destOrd="0" presId="urn:microsoft.com/office/officeart/2005/8/layout/cycle3"/>
    <dgm:cxn modelId="{9EC75F91-AA39-4093-95AC-5C6981CA97CA}" srcId="{F0A62E2B-A942-47D0-9502-EDB30DF86368}" destId="{F2D5DA4D-9BE7-450F-889E-5897F038D069}" srcOrd="2" destOrd="0" parTransId="{B4C1305A-E38D-47BF-A045-AE9EAE3D3B88}" sibTransId="{2CEB374C-E525-4C3B-AF02-27A3BC58E601}"/>
    <dgm:cxn modelId="{C23D5D9F-198B-4D37-B409-6A1EC7134FEA}" srcId="{F0A62E2B-A942-47D0-9502-EDB30DF86368}" destId="{F7559497-4F79-4328-8E24-A8947CDCC1FD}" srcOrd="3" destOrd="0" parTransId="{BBD6AC72-BA14-4AA3-8043-0160375E4821}" sibTransId="{C99A5069-A6B7-4A3E-8CAE-5D583D915D43}"/>
    <dgm:cxn modelId="{B905B5AE-E2FB-45B5-B521-AA44D8A647A9}" type="presOf" srcId="{F0A62E2B-A942-47D0-9502-EDB30DF86368}" destId="{E47AAE64-C038-4CDE-B3AE-634B098D8B13}" srcOrd="0" destOrd="0" presId="urn:microsoft.com/office/officeart/2005/8/layout/cycle3"/>
    <dgm:cxn modelId="{C562ECC7-1DAC-4ECF-AB96-B9C311A5E328}" type="presOf" srcId="{F7559497-4F79-4328-8E24-A8947CDCC1FD}" destId="{6FD1E414-FF58-48EE-A36F-F31F38EABB01}" srcOrd="0" destOrd="0" presId="urn:microsoft.com/office/officeart/2005/8/layout/cycle3"/>
    <dgm:cxn modelId="{530982E8-E8C3-4479-B2F7-4F56C821EA8C}" srcId="{F0A62E2B-A942-47D0-9502-EDB30DF86368}" destId="{597BC82E-21D3-4153-91D2-D159BA116E61}" srcOrd="0" destOrd="0" parTransId="{261A3CBA-BE0D-49A3-B111-8C02E7D3683E}" sibTransId="{5891FF7C-0ED1-4022-8973-C21A9BB6E855}"/>
    <dgm:cxn modelId="{DDFEBE5E-6FE2-4EFC-AF8F-91C91AD3A908}" type="presParOf" srcId="{E47AAE64-C038-4CDE-B3AE-634B098D8B13}" destId="{67FD7FFE-0E06-4D10-9250-26BA2468941C}" srcOrd="0" destOrd="0" presId="urn:microsoft.com/office/officeart/2005/8/layout/cycle3"/>
    <dgm:cxn modelId="{A788D8D9-DF02-4257-88D1-D3FDE269C8D6}" type="presParOf" srcId="{67FD7FFE-0E06-4D10-9250-26BA2468941C}" destId="{56C7ABDC-1114-479C-8351-B5C3D2873259}" srcOrd="0" destOrd="0" presId="urn:microsoft.com/office/officeart/2005/8/layout/cycle3"/>
    <dgm:cxn modelId="{834662B3-EE83-4EAA-90F6-21D7634E436F}" type="presParOf" srcId="{67FD7FFE-0E06-4D10-9250-26BA2468941C}" destId="{BE811A66-7852-455D-90C2-B036A395165B}" srcOrd="1" destOrd="0" presId="urn:microsoft.com/office/officeart/2005/8/layout/cycle3"/>
    <dgm:cxn modelId="{3CAE0813-569F-447B-99F2-C49E630CBEBD}" type="presParOf" srcId="{67FD7FFE-0E06-4D10-9250-26BA2468941C}" destId="{3337C923-E4B3-405C-AF27-1BBB74F63993}" srcOrd="2" destOrd="0" presId="urn:microsoft.com/office/officeart/2005/8/layout/cycle3"/>
    <dgm:cxn modelId="{61E7F898-5BC8-4382-887A-FD2D9EE806A8}" type="presParOf" srcId="{67FD7FFE-0E06-4D10-9250-26BA2468941C}" destId="{BD05E7D6-B568-4E5F-AD2B-9A332F083076}" srcOrd="3" destOrd="0" presId="urn:microsoft.com/office/officeart/2005/8/layout/cycle3"/>
    <dgm:cxn modelId="{CF187FD8-212B-46A1-AEFD-09A26B549287}" type="presParOf" srcId="{67FD7FFE-0E06-4D10-9250-26BA2468941C}" destId="{6FD1E414-FF58-48EE-A36F-F31F38EABB01}" srcOrd="4" destOrd="0" presId="urn:microsoft.com/office/officeart/2005/8/layout/cycle3"/>
    <dgm:cxn modelId="{BCE36E86-4769-4247-A445-2CE50CA6267F}" type="presParOf" srcId="{67FD7FFE-0E06-4D10-9250-26BA2468941C}" destId="{605C9123-2D06-4E18-8C19-BCFE8E29012D}" srcOrd="5" destOrd="0" presId="urn:microsoft.com/office/officeart/2005/8/layout/cycle3"/>
    <dgm:cxn modelId="{CC956673-A75B-43FE-8A37-A8A88B3F8474}" type="presParOf" srcId="{67FD7FFE-0E06-4D10-9250-26BA2468941C}" destId="{A3AEB3FA-E2F7-4429-BFFB-D5FF2492197A}" srcOrd="6" destOrd="0" presId="urn:microsoft.com/office/officeart/2005/8/layout/cycle3"/>
    <dgm:cxn modelId="{800D04C9-7408-4870-8A68-66DA7519F3BD}" type="presParOf" srcId="{67FD7FFE-0E06-4D10-9250-26BA2468941C}" destId="{76B9AC1F-5F29-485C-92DA-DEB82B44D0CE}" srcOrd="7"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0A62E2B-A942-47D0-9502-EDB30DF86368}" type="doc">
      <dgm:prSet loTypeId="urn:microsoft.com/office/officeart/2005/8/layout/cycle3" loCatId="cycle" qsTypeId="urn:microsoft.com/office/officeart/2005/8/quickstyle/simple1" qsCatId="simple" csTypeId="urn:microsoft.com/office/officeart/2005/8/colors/accent2_1" csCatId="accent2" phldr="1"/>
      <dgm:spPr/>
      <dgm:t>
        <a:bodyPr/>
        <a:lstStyle/>
        <a:p>
          <a:endParaRPr lang="en-SG"/>
        </a:p>
      </dgm:t>
    </dgm:pt>
    <dgm:pt modelId="{597BC82E-21D3-4153-91D2-D159BA116E61}">
      <dgm:prSet phldrT="[Text]"/>
      <dgm:spPr>
        <a:ln w="57150"/>
      </dgm:spPr>
      <dgm:t>
        <a:bodyPr/>
        <a:lstStyle/>
        <a:p>
          <a:r>
            <a:rPr lang="en-SG" dirty="0"/>
            <a:t>Data collection</a:t>
          </a:r>
        </a:p>
      </dgm:t>
    </dgm:pt>
    <dgm:pt modelId="{261A3CBA-BE0D-49A3-B111-8C02E7D3683E}" type="parTrans" cxnId="{530982E8-E8C3-4479-B2F7-4F56C821EA8C}">
      <dgm:prSet/>
      <dgm:spPr/>
      <dgm:t>
        <a:bodyPr/>
        <a:lstStyle/>
        <a:p>
          <a:endParaRPr lang="en-SG"/>
        </a:p>
      </dgm:t>
    </dgm:pt>
    <dgm:pt modelId="{5891FF7C-0ED1-4022-8973-C21A9BB6E855}" type="sibTrans" cxnId="{530982E8-E8C3-4479-B2F7-4F56C821EA8C}">
      <dgm:prSet/>
      <dgm:spPr>
        <a:solidFill>
          <a:schemeClr val="accent1">
            <a:lumMod val="60000"/>
            <a:lumOff val="40000"/>
          </a:schemeClr>
        </a:solidFill>
      </dgm:spPr>
      <dgm:t>
        <a:bodyPr/>
        <a:lstStyle/>
        <a:p>
          <a:endParaRPr lang="en-SG"/>
        </a:p>
      </dgm:t>
    </dgm:pt>
    <dgm:pt modelId="{86527905-AEFB-4301-A694-E31E755D699B}">
      <dgm:prSet phldrT="[Text]"/>
      <dgm:spPr/>
      <dgm:t>
        <a:bodyPr/>
        <a:lstStyle/>
        <a:p>
          <a:r>
            <a:rPr lang="en-SG" dirty="0"/>
            <a:t>Data Cleaning</a:t>
          </a:r>
        </a:p>
      </dgm:t>
    </dgm:pt>
    <dgm:pt modelId="{F9DEEC00-586A-4391-8238-4FD191DA5F48}" type="parTrans" cxnId="{FA2A2D6C-6A35-40A6-AB55-51BB3AAE4A79}">
      <dgm:prSet/>
      <dgm:spPr/>
      <dgm:t>
        <a:bodyPr/>
        <a:lstStyle/>
        <a:p>
          <a:endParaRPr lang="en-SG"/>
        </a:p>
      </dgm:t>
    </dgm:pt>
    <dgm:pt modelId="{5B4EB1B4-771B-4A19-B591-A59E133EF73F}" type="sibTrans" cxnId="{FA2A2D6C-6A35-40A6-AB55-51BB3AAE4A79}">
      <dgm:prSet/>
      <dgm:spPr/>
      <dgm:t>
        <a:bodyPr/>
        <a:lstStyle/>
        <a:p>
          <a:endParaRPr lang="en-SG"/>
        </a:p>
      </dgm:t>
    </dgm:pt>
    <dgm:pt modelId="{F2D5DA4D-9BE7-450F-889E-5897F038D069}">
      <dgm:prSet phldrT="[Text]" phldr="0"/>
      <dgm:spPr/>
      <dgm:t>
        <a:bodyPr/>
        <a:lstStyle/>
        <a:p>
          <a:pPr rtl="0"/>
          <a:r>
            <a:rPr lang="en-SG" dirty="0">
              <a:latin typeface="Meiryo"/>
            </a:rPr>
            <a:t>Exploratory Data Analysis</a:t>
          </a:r>
          <a:endParaRPr lang="en-SG" dirty="0"/>
        </a:p>
      </dgm:t>
    </dgm:pt>
    <dgm:pt modelId="{B4C1305A-E38D-47BF-A045-AE9EAE3D3B88}" type="parTrans" cxnId="{9EC75F91-AA39-4093-95AC-5C6981CA97CA}">
      <dgm:prSet/>
      <dgm:spPr/>
      <dgm:t>
        <a:bodyPr/>
        <a:lstStyle/>
        <a:p>
          <a:endParaRPr lang="en-SG"/>
        </a:p>
      </dgm:t>
    </dgm:pt>
    <dgm:pt modelId="{2CEB374C-E525-4C3B-AF02-27A3BC58E601}" type="sibTrans" cxnId="{9EC75F91-AA39-4093-95AC-5C6981CA97CA}">
      <dgm:prSet/>
      <dgm:spPr/>
      <dgm:t>
        <a:bodyPr/>
        <a:lstStyle/>
        <a:p>
          <a:endParaRPr lang="en-SG"/>
        </a:p>
      </dgm:t>
    </dgm:pt>
    <dgm:pt modelId="{F7559497-4F79-4328-8E24-A8947CDCC1FD}">
      <dgm:prSet phldrT="[Text]"/>
      <dgm:spPr/>
      <dgm:t>
        <a:bodyPr/>
        <a:lstStyle/>
        <a:p>
          <a:pPr rtl="0"/>
          <a:r>
            <a:rPr lang="en-SG" dirty="0">
              <a:latin typeface="Meiryo"/>
            </a:rPr>
            <a:t>Data Transformation</a:t>
          </a:r>
          <a:endParaRPr lang="en-SG" dirty="0"/>
        </a:p>
      </dgm:t>
    </dgm:pt>
    <dgm:pt modelId="{BBD6AC72-BA14-4AA3-8043-0160375E4821}" type="parTrans" cxnId="{C23D5D9F-198B-4D37-B409-6A1EC7134FEA}">
      <dgm:prSet/>
      <dgm:spPr/>
      <dgm:t>
        <a:bodyPr/>
        <a:lstStyle/>
        <a:p>
          <a:endParaRPr lang="en-SG"/>
        </a:p>
      </dgm:t>
    </dgm:pt>
    <dgm:pt modelId="{C99A5069-A6B7-4A3E-8CAE-5D583D915D43}" type="sibTrans" cxnId="{C23D5D9F-198B-4D37-B409-6A1EC7134FEA}">
      <dgm:prSet/>
      <dgm:spPr/>
      <dgm:t>
        <a:bodyPr/>
        <a:lstStyle/>
        <a:p>
          <a:endParaRPr lang="en-SG"/>
        </a:p>
      </dgm:t>
    </dgm:pt>
    <dgm:pt modelId="{81446C1B-5035-4A69-8936-DBED41A44DA3}">
      <dgm:prSet phldrT="[Text]"/>
      <dgm:spPr/>
      <dgm:t>
        <a:bodyPr/>
        <a:lstStyle/>
        <a:p>
          <a:r>
            <a:rPr lang="en-SG" dirty="0"/>
            <a:t>Data Presentation</a:t>
          </a:r>
        </a:p>
      </dgm:t>
    </dgm:pt>
    <dgm:pt modelId="{53DBC0D5-0F10-494E-8BA1-DC4CAA00D7D8}" type="parTrans" cxnId="{50400042-0AF7-4BD4-A68F-4D3286FB53D8}">
      <dgm:prSet/>
      <dgm:spPr/>
      <dgm:t>
        <a:bodyPr/>
        <a:lstStyle/>
        <a:p>
          <a:endParaRPr lang="en-SG"/>
        </a:p>
      </dgm:t>
    </dgm:pt>
    <dgm:pt modelId="{F22552C0-8849-453D-B4FB-D0653E62F24D}" type="sibTrans" cxnId="{50400042-0AF7-4BD4-A68F-4D3286FB53D8}">
      <dgm:prSet/>
      <dgm:spPr/>
      <dgm:t>
        <a:bodyPr/>
        <a:lstStyle/>
        <a:p>
          <a:endParaRPr lang="en-SG"/>
        </a:p>
      </dgm:t>
    </dgm:pt>
    <dgm:pt modelId="{F90EEA47-FC65-48DB-977D-7F01968717A5}">
      <dgm:prSet phldrT="[Text]"/>
      <dgm:spPr>
        <a:ln w="57150"/>
      </dgm:spPr>
      <dgm:t>
        <a:bodyPr/>
        <a:lstStyle/>
        <a:p>
          <a:r>
            <a:rPr lang="en-SG" dirty="0"/>
            <a:t>Formulate Key Questions</a:t>
          </a:r>
        </a:p>
      </dgm:t>
    </dgm:pt>
    <dgm:pt modelId="{0EDDC7FB-E7A2-4E6F-8030-30A7716D97D7}" type="parTrans" cxnId="{2638427F-944E-40B9-9636-6AEB91A8B426}">
      <dgm:prSet/>
      <dgm:spPr/>
      <dgm:t>
        <a:bodyPr/>
        <a:lstStyle/>
        <a:p>
          <a:endParaRPr lang="en-SG"/>
        </a:p>
      </dgm:t>
    </dgm:pt>
    <dgm:pt modelId="{7BEAC32A-8D47-4183-BBFA-771378ADBB3E}" type="sibTrans" cxnId="{2638427F-944E-40B9-9636-6AEB91A8B426}">
      <dgm:prSet/>
      <dgm:spPr/>
      <dgm:t>
        <a:bodyPr/>
        <a:lstStyle/>
        <a:p>
          <a:endParaRPr lang="en-SG"/>
        </a:p>
      </dgm:t>
    </dgm:pt>
    <dgm:pt modelId="{74B6C285-FA1C-478E-81E2-E44F8CC3D345}">
      <dgm:prSet phldrT="[Text]" custT="1"/>
      <dgm:spPr/>
      <dgm:t>
        <a:bodyPr/>
        <a:lstStyle/>
        <a:p>
          <a:pPr rtl="0">
            <a:lnSpc>
              <a:spcPct val="100000"/>
            </a:lnSpc>
          </a:pPr>
          <a:r>
            <a:rPr lang="en-US" sz="1800" dirty="0"/>
            <a:t>Data Modelling</a:t>
          </a:r>
          <a:endParaRPr lang="en-SG" sz="1800" dirty="0"/>
        </a:p>
      </dgm:t>
    </dgm:pt>
    <dgm:pt modelId="{B08D53E4-0A7E-4330-8FB5-6C7D46C2C042}" type="parTrans" cxnId="{C87CE803-49B2-4A4B-B1EF-336D0935A60D}">
      <dgm:prSet/>
      <dgm:spPr/>
      <dgm:t>
        <a:bodyPr/>
        <a:lstStyle/>
        <a:p>
          <a:endParaRPr lang="en-SG"/>
        </a:p>
      </dgm:t>
    </dgm:pt>
    <dgm:pt modelId="{FEFCE824-3B4F-4054-90BF-1D0226C13C30}" type="sibTrans" cxnId="{C87CE803-49B2-4A4B-B1EF-336D0935A60D}">
      <dgm:prSet/>
      <dgm:spPr/>
      <dgm:t>
        <a:bodyPr/>
        <a:lstStyle/>
        <a:p>
          <a:endParaRPr lang="en-SG"/>
        </a:p>
      </dgm:t>
    </dgm:pt>
    <dgm:pt modelId="{E47AAE64-C038-4CDE-B3AE-634B098D8B13}" type="pres">
      <dgm:prSet presAssocID="{F0A62E2B-A942-47D0-9502-EDB30DF86368}" presName="Name0" presStyleCnt="0">
        <dgm:presLayoutVars>
          <dgm:dir/>
          <dgm:resizeHandles val="exact"/>
        </dgm:presLayoutVars>
      </dgm:prSet>
      <dgm:spPr/>
    </dgm:pt>
    <dgm:pt modelId="{67FD7FFE-0E06-4D10-9250-26BA2468941C}" type="pres">
      <dgm:prSet presAssocID="{F0A62E2B-A942-47D0-9502-EDB30DF86368}" presName="cycle" presStyleCnt="0"/>
      <dgm:spPr/>
    </dgm:pt>
    <dgm:pt modelId="{56C7ABDC-1114-479C-8351-B5C3D2873259}" type="pres">
      <dgm:prSet presAssocID="{597BC82E-21D3-4153-91D2-D159BA116E61}" presName="nodeFirstNode" presStyleLbl="node1" presStyleIdx="0" presStyleCnt="7" custScaleY="119165">
        <dgm:presLayoutVars>
          <dgm:bulletEnabled val="1"/>
        </dgm:presLayoutVars>
      </dgm:prSet>
      <dgm:spPr/>
    </dgm:pt>
    <dgm:pt modelId="{BE811A66-7852-455D-90C2-B036A395165B}" type="pres">
      <dgm:prSet presAssocID="{5891FF7C-0ED1-4022-8973-C21A9BB6E855}" presName="sibTransFirstNode" presStyleLbl="bgShp" presStyleIdx="0" presStyleCnt="1" custLinFactNeighborX="273" custLinFactNeighborY="-4185"/>
      <dgm:spPr/>
    </dgm:pt>
    <dgm:pt modelId="{3337C923-E4B3-405C-AF27-1BBB74F63993}" type="pres">
      <dgm:prSet presAssocID="{86527905-AEFB-4301-A694-E31E755D699B}" presName="nodeFollowingNodes" presStyleLbl="node1" presStyleIdx="1" presStyleCnt="7" custRadScaleRad="108349" custRadScaleInc="10798">
        <dgm:presLayoutVars>
          <dgm:bulletEnabled val="1"/>
        </dgm:presLayoutVars>
      </dgm:prSet>
      <dgm:spPr/>
    </dgm:pt>
    <dgm:pt modelId="{BD05E7D6-B568-4E5F-AD2B-9A332F083076}" type="pres">
      <dgm:prSet presAssocID="{F2D5DA4D-9BE7-450F-889E-5897F038D069}" presName="nodeFollowingNodes" presStyleLbl="node1" presStyleIdx="2" presStyleCnt="7" custRadScaleRad="91904" custRadScaleInc="-6805">
        <dgm:presLayoutVars>
          <dgm:bulletEnabled val="1"/>
        </dgm:presLayoutVars>
      </dgm:prSet>
      <dgm:spPr/>
    </dgm:pt>
    <dgm:pt modelId="{6FD1E414-FF58-48EE-A36F-F31F38EABB01}" type="pres">
      <dgm:prSet presAssocID="{F7559497-4F79-4328-8E24-A8947CDCC1FD}" presName="nodeFollowingNodes" presStyleLbl="node1" presStyleIdx="3" presStyleCnt="7" custRadScaleRad="80073" custRadScaleInc="-2336">
        <dgm:presLayoutVars>
          <dgm:bulletEnabled val="1"/>
        </dgm:presLayoutVars>
      </dgm:prSet>
      <dgm:spPr/>
    </dgm:pt>
    <dgm:pt modelId="{605C9123-2D06-4E18-8C19-BCFE8E29012D}" type="pres">
      <dgm:prSet presAssocID="{74B6C285-FA1C-478E-81E2-E44F8CC3D345}" presName="nodeFollowingNodes" presStyleLbl="node1" presStyleIdx="4" presStyleCnt="7" custRadScaleRad="101094" custRadScaleInc="52732">
        <dgm:presLayoutVars>
          <dgm:bulletEnabled val="1"/>
        </dgm:presLayoutVars>
      </dgm:prSet>
      <dgm:spPr/>
    </dgm:pt>
    <dgm:pt modelId="{A3AEB3FA-E2F7-4429-BFFB-D5FF2492197A}" type="pres">
      <dgm:prSet presAssocID="{81446C1B-5035-4A69-8936-DBED41A44DA3}" presName="nodeFollowingNodes" presStyleLbl="node1" presStyleIdx="5" presStyleCnt="7" custRadScaleRad="104015" custRadScaleInc="11839">
        <dgm:presLayoutVars>
          <dgm:bulletEnabled val="1"/>
        </dgm:presLayoutVars>
      </dgm:prSet>
      <dgm:spPr/>
    </dgm:pt>
    <dgm:pt modelId="{76B9AC1F-5F29-485C-92DA-DEB82B44D0CE}" type="pres">
      <dgm:prSet presAssocID="{F90EEA47-FC65-48DB-977D-7F01968717A5}" presName="nodeFollowingNodes" presStyleLbl="node1" presStyleIdx="6" presStyleCnt="7" custRadScaleRad="113782" custRadScaleInc="-19021">
        <dgm:presLayoutVars>
          <dgm:bulletEnabled val="1"/>
        </dgm:presLayoutVars>
      </dgm:prSet>
      <dgm:spPr/>
    </dgm:pt>
  </dgm:ptLst>
  <dgm:cxnLst>
    <dgm:cxn modelId="{C87CE803-49B2-4A4B-B1EF-336D0935A60D}" srcId="{F0A62E2B-A942-47D0-9502-EDB30DF86368}" destId="{74B6C285-FA1C-478E-81E2-E44F8CC3D345}" srcOrd="4" destOrd="0" parTransId="{B08D53E4-0A7E-4330-8FB5-6C7D46C2C042}" sibTransId="{FEFCE824-3B4F-4054-90BF-1D0226C13C30}"/>
    <dgm:cxn modelId="{E9C92716-E9A2-463A-AF54-57CBDE1547D9}" type="presOf" srcId="{74B6C285-FA1C-478E-81E2-E44F8CC3D345}" destId="{605C9123-2D06-4E18-8C19-BCFE8E29012D}" srcOrd="0" destOrd="0" presId="urn:microsoft.com/office/officeart/2005/8/layout/cycle3"/>
    <dgm:cxn modelId="{3B62EC1E-C51E-4527-986B-5D9D149490CB}" type="presOf" srcId="{F90EEA47-FC65-48DB-977D-7F01968717A5}" destId="{76B9AC1F-5F29-485C-92DA-DEB82B44D0CE}" srcOrd="0" destOrd="0" presId="urn:microsoft.com/office/officeart/2005/8/layout/cycle3"/>
    <dgm:cxn modelId="{77A28923-4F43-4DB2-A49E-DEF1A84DCA5A}" type="presOf" srcId="{86527905-AEFB-4301-A694-E31E755D699B}" destId="{3337C923-E4B3-405C-AF27-1BBB74F63993}" srcOrd="0" destOrd="0" presId="urn:microsoft.com/office/officeart/2005/8/layout/cycle3"/>
    <dgm:cxn modelId="{50400042-0AF7-4BD4-A68F-4D3286FB53D8}" srcId="{F0A62E2B-A942-47D0-9502-EDB30DF86368}" destId="{81446C1B-5035-4A69-8936-DBED41A44DA3}" srcOrd="5" destOrd="0" parTransId="{53DBC0D5-0F10-494E-8BA1-DC4CAA00D7D8}" sibTransId="{F22552C0-8849-453D-B4FB-D0653E62F24D}"/>
    <dgm:cxn modelId="{F81D1C62-8776-4D0B-86CA-51B1F05A22F2}" type="presOf" srcId="{5891FF7C-0ED1-4022-8973-C21A9BB6E855}" destId="{BE811A66-7852-455D-90C2-B036A395165B}" srcOrd="0" destOrd="0" presId="urn:microsoft.com/office/officeart/2005/8/layout/cycle3"/>
    <dgm:cxn modelId="{808C814A-15E9-4B14-96EE-B41CFBBB9CEF}" type="presOf" srcId="{81446C1B-5035-4A69-8936-DBED41A44DA3}" destId="{A3AEB3FA-E2F7-4429-BFFB-D5FF2492197A}" srcOrd="0" destOrd="0" presId="urn:microsoft.com/office/officeart/2005/8/layout/cycle3"/>
    <dgm:cxn modelId="{FA2A2D6C-6A35-40A6-AB55-51BB3AAE4A79}" srcId="{F0A62E2B-A942-47D0-9502-EDB30DF86368}" destId="{86527905-AEFB-4301-A694-E31E755D699B}" srcOrd="1" destOrd="0" parTransId="{F9DEEC00-586A-4391-8238-4FD191DA5F48}" sibTransId="{5B4EB1B4-771B-4A19-B591-A59E133EF73F}"/>
    <dgm:cxn modelId="{F98B8871-A994-42AD-BCFC-A191ABD04E5C}" type="presOf" srcId="{F2D5DA4D-9BE7-450F-889E-5897F038D069}" destId="{BD05E7D6-B568-4E5F-AD2B-9A332F083076}" srcOrd="0" destOrd="0" presId="urn:microsoft.com/office/officeart/2005/8/layout/cycle3"/>
    <dgm:cxn modelId="{2638427F-944E-40B9-9636-6AEB91A8B426}" srcId="{F0A62E2B-A942-47D0-9502-EDB30DF86368}" destId="{F90EEA47-FC65-48DB-977D-7F01968717A5}" srcOrd="6" destOrd="0" parTransId="{0EDDC7FB-E7A2-4E6F-8030-30A7716D97D7}" sibTransId="{7BEAC32A-8D47-4183-BBFA-771378ADBB3E}"/>
    <dgm:cxn modelId="{9F39718E-CB7D-48CE-86A9-37C5E5ED9107}" type="presOf" srcId="{597BC82E-21D3-4153-91D2-D159BA116E61}" destId="{56C7ABDC-1114-479C-8351-B5C3D2873259}" srcOrd="0" destOrd="0" presId="urn:microsoft.com/office/officeart/2005/8/layout/cycle3"/>
    <dgm:cxn modelId="{9EC75F91-AA39-4093-95AC-5C6981CA97CA}" srcId="{F0A62E2B-A942-47D0-9502-EDB30DF86368}" destId="{F2D5DA4D-9BE7-450F-889E-5897F038D069}" srcOrd="2" destOrd="0" parTransId="{B4C1305A-E38D-47BF-A045-AE9EAE3D3B88}" sibTransId="{2CEB374C-E525-4C3B-AF02-27A3BC58E601}"/>
    <dgm:cxn modelId="{C23D5D9F-198B-4D37-B409-6A1EC7134FEA}" srcId="{F0A62E2B-A942-47D0-9502-EDB30DF86368}" destId="{F7559497-4F79-4328-8E24-A8947CDCC1FD}" srcOrd="3" destOrd="0" parTransId="{BBD6AC72-BA14-4AA3-8043-0160375E4821}" sibTransId="{C99A5069-A6B7-4A3E-8CAE-5D583D915D43}"/>
    <dgm:cxn modelId="{B905B5AE-E2FB-45B5-B521-AA44D8A647A9}" type="presOf" srcId="{F0A62E2B-A942-47D0-9502-EDB30DF86368}" destId="{E47AAE64-C038-4CDE-B3AE-634B098D8B13}" srcOrd="0" destOrd="0" presId="urn:microsoft.com/office/officeart/2005/8/layout/cycle3"/>
    <dgm:cxn modelId="{C562ECC7-1DAC-4ECF-AB96-B9C311A5E328}" type="presOf" srcId="{F7559497-4F79-4328-8E24-A8947CDCC1FD}" destId="{6FD1E414-FF58-48EE-A36F-F31F38EABB01}" srcOrd="0" destOrd="0" presId="urn:microsoft.com/office/officeart/2005/8/layout/cycle3"/>
    <dgm:cxn modelId="{530982E8-E8C3-4479-B2F7-4F56C821EA8C}" srcId="{F0A62E2B-A942-47D0-9502-EDB30DF86368}" destId="{597BC82E-21D3-4153-91D2-D159BA116E61}" srcOrd="0" destOrd="0" parTransId="{261A3CBA-BE0D-49A3-B111-8C02E7D3683E}" sibTransId="{5891FF7C-0ED1-4022-8973-C21A9BB6E855}"/>
    <dgm:cxn modelId="{DDFEBE5E-6FE2-4EFC-AF8F-91C91AD3A908}" type="presParOf" srcId="{E47AAE64-C038-4CDE-B3AE-634B098D8B13}" destId="{67FD7FFE-0E06-4D10-9250-26BA2468941C}" srcOrd="0" destOrd="0" presId="urn:microsoft.com/office/officeart/2005/8/layout/cycle3"/>
    <dgm:cxn modelId="{A788D8D9-DF02-4257-88D1-D3FDE269C8D6}" type="presParOf" srcId="{67FD7FFE-0E06-4D10-9250-26BA2468941C}" destId="{56C7ABDC-1114-479C-8351-B5C3D2873259}" srcOrd="0" destOrd="0" presId="urn:microsoft.com/office/officeart/2005/8/layout/cycle3"/>
    <dgm:cxn modelId="{834662B3-EE83-4EAA-90F6-21D7634E436F}" type="presParOf" srcId="{67FD7FFE-0E06-4D10-9250-26BA2468941C}" destId="{BE811A66-7852-455D-90C2-B036A395165B}" srcOrd="1" destOrd="0" presId="urn:microsoft.com/office/officeart/2005/8/layout/cycle3"/>
    <dgm:cxn modelId="{3CAE0813-569F-447B-99F2-C49E630CBEBD}" type="presParOf" srcId="{67FD7FFE-0E06-4D10-9250-26BA2468941C}" destId="{3337C923-E4B3-405C-AF27-1BBB74F63993}" srcOrd="2" destOrd="0" presId="urn:microsoft.com/office/officeart/2005/8/layout/cycle3"/>
    <dgm:cxn modelId="{61E7F898-5BC8-4382-887A-FD2D9EE806A8}" type="presParOf" srcId="{67FD7FFE-0E06-4D10-9250-26BA2468941C}" destId="{BD05E7D6-B568-4E5F-AD2B-9A332F083076}" srcOrd="3" destOrd="0" presId="urn:microsoft.com/office/officeart/2005/8/layout/cycle3"/>
    <dgm:cxn modelId="{CF187FD8-212B-46A1-AEFD-09A26B549287}" type="presParOf" srcId="{67FD7FFE-0E06-4D10-9250-26BA2468941C}" destId="{6FD1E414-FF58-48EE-A36F-F31F38EABB01}" srcOrd="4" destOrd="0" presId="urn:microsoft.com/office/officeart/2005/8/layout/cycle3"/>
    <dgm:cxn modelId="{BCE36E86-4769-4247-A445-2CE50CA6267F}" type="presParOf" srcId="{67FD7FFE-0E06-4D10-9250-26BA2468941C}" destId="{605C9123-2D06-4E18-8C19-BCFE8E29012D}" srcOrd="5" destOrd="0" presId="urn:microsoft.com/office/officeart/2005/8/layout/cycle3"/>
    <dgm:cxn modelId="{CC956673-A75B-43FE-8A37-A8A88B3F8474}" type="presParOf" srcId="{67FD7FFE-0E06-4D10-9250-26BA2468941C}" destId="{A3AEB3FA-E2F7-4429-BFFB-D5FF2492197A}" srcOrd="6" destOrd="0" presId="urn:microsoft.com/office/officeart/2005/8/layout/cycle3"/>
    <dgm:cxn modelId="{800D04C9-7408-4870-8A68-66DA7519F3BD}" type="presParOf" srcId="{67FD7FFE-0E06-4D10-9250-26BA2468941C}" destId="{76B9AC1F-5F29-485C-92DA-DEB82B44D0CE}" srcOrd="7"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0A62E2B-A942-47D0-9502-EDB30DF86368}" type="doc">
      <dgm:prSet loTypeId="urn:microsoft.com/office/officeart/2005/8/layout/cycle3" loCatId="cycle" qsTypeId="urn:microsoft.com/office/officeart/2005/8/quickstyle/simple1" qsCatId="simple" csTypeId="urn:microsoft.com/office/officeart/2005/8/colors/accent2_1" csCatId="accent2" phldr="1"/>
      <dgm:spPr/>
      <dgm:t>
        <a:bodyPr/>
        <a:lstStyle/>
        <a:p>
          <a:endParaRPr lang="en-SG"/>
        </a:p>
      </dgm:t>
    </dgm:pt>
    <dgm:pt modelId="{597BC82E-21D3-4153-91D2-D159BA116E61}">
      <dgm:prSet phldrT="[Text]"/>
      <dgm:spPr>
        <a:ln w="57150"/>
      </dgm:spPr>
      <dgm:t>
        <a:bodyPr/>
        <a:lstStyle/>
        <a:p>
          <a:r>
            <a:rPr lang="en-SG" dirty="0"/>
            <a:t>Data collection</a:t>
          </a:r>
        </a:p>
      </dgm:t>
    </dgm:pt>
    <dgm:pt modelId="{261A3CBA-BE0D-49A3-B111-8C02E7D3683E}" type="parTrans" cxnId="{530982E8-E8C3-4479-B2F7-4F56C821EA8C}">
      <dgm:prSet/>
      <dgm:spPr/>
      <dgm:t>
        <a:bodyPr/>
        <a:lstStyle/>
        <a:p>
          <a:endParaRPr lang="en-SG"/>
        </a:p>
      </dgm:t>
    </dgm:pt>
    <dgm:pt modelId="{5891FF7C-0ED1-4022-8973-C21A9BB6E855}" type="sibTrans" cxnId="{530982E8-E8C3-4479-B2F7-4F56C821EA8C}">
      <dgm:prSet/>
      <dgm:spPr>
        <a:solidFill>
          <a:schemeClr val="accent1">
            <a:lumMod val="60000"/>
            <a:lumOff val="40000"/>
          </a:schemeClr>
        </a:solidFill>
      </dgm:spPr>
      <dgm:t>
        <a:bodyPr/>
        <a:lstStyle/>
        <a:p>
          <a:endParaRPr lang="en-SG"/>
        </a:p>
      </dgm:t>
    </dgm:pt>
    <dgm:pt modelId="{86527905-AEFB-4301-A694-E31E755D699B}">
      <dgm:prSet phldrT="[Text]"/>
      <dgm:spPr/>
      <dgm:t>
        <a:bodyPr/>
        <a:lstStyle/>
        <a:p>
          <a:r>
            <a:rPr lang="en-SG" dirty="0"/>
            <a:t>Data Cleaning</a:t>
          </a:r>
        </a:p>
      </dgm:t>
    </dgm:pt>
    <dgm:pt modelId="{F9DEEC00-586A-4391-8238-4FD191DA5F48}" type="parTrans" cxnId="{FA2A2D6C-6A35-40A6-AB55-51BB3AAE4A79}">
      <dgm:prSet/>
      <dgm:spPr/>
      <dgm:t>
        <a:bodyPr/>
        <a:lstStyle/>
        <a:p>
          <a:endParaRPr lang="en-SG"/>
        </a:p>
      </dgm:t>
    </dgm:pt>
    <dgm:pt modelId="{5B4EB1B4-771B-4A19-B591-A59E133EF73F}" type="sibTrans" cxnId="{FA2A2D6C-6A35-40A6-AB55-51BB3AAE4A79}">
      <dgm:prSet/>
      <dgm:spPr/>
      <dgm:t>
        <a:bodyPr/>
        <a:lstStyle/>
        <a:p>
          <a:endParaRPr lang="en-SG"/>
        </a:p>
      </dgm:t>
    </dgm:pt>
    <dgm:pt modelId="{F2D5DA4D-9BE7-450F-889E-5897F038D069}">
      <dgm:prSet phldrT="[Text]" phldr="0"/>
      <dgm:spPr/>
      <dgm:t>
        <a:bodyPr/>
        <a:lstStyle/>
        <a:p>
          <a:pPr rtl="0"/>
          <a:r>
            <a:rPr lang="en-SG" dirty="0">
              <a:latin typeface="Meiryo"/>
            </a:rPr>
            <a:t>Exploratory Data Analysis</a:t>
          </a:r>
          <a:endParaRPr lang="en-SG" dirty="0"/>
        </a:p>
      </dgm:t>
    </dgm:pt>
    <dgm:pt modelId="{B4C1305A-E38D-47BF-A045-AE9EAE3D3B88}" type="parTrans" cxnId="{9EC75F91-AA39-4093-95AC-5C6981CA97CA}">
      <dgm:prSet/>
      <dgm:spPr/>
      <dgm:t>
        <a:bodyPr/>
        <a:lstStyle/>
        <a:p>
          <a:endParaRPr lang="en-SG"/>
        </a:p>
      </dgm:t>
    </dgm:pt>
    <dgm:pt modelId="{2CEB374C-E525-4C3B-AF02-27A3BC58E601}" type="sibTrans" cxnId="{9EC75F91-AA39-4093-95AC-5C6981CA97CA}">
      <dgm:prSet/>
      <dgm:spPr/>
      <dgm:t>
        <a:bodyPr/>
        <a:lstStyle/>
        <a:p>
          <a:endParaRPr lang="en-SG"/>
        </a:p>
      </dgm:t>
    </dgm:pt>
    <dgm:pt modelId="{F7559497-4F79-4328-8E24-A8947CDCC1FD}">
      <dgm:prSet phldrT="[Text]"/>
      <dgm:spPr/>
      <dgm:t>
        <a:bodyPr/>
        <a:lstStyle/>
        <a:p>
          <a:pPr rtl="0"/>
          <a:r>
            <a:rPr lang="en-SG" dirty="0">
              <a:latin typeface="Meiryo"/>
            </a:rPr>
            <a:t>Data Transformation</a:t>
          </a:r>
          <a:endParaRPr lang="en-SG" dirty="0"/>
        </a:p>
      </dgm:t>
    </dgm:pt>
    <dgm:pt modelId="{BBD6AC72-BA14-4AA3-8043-0160375E4821}" type="parTrans" cxnId="{C23D5D9F-198B-4D37-B409-6A1EC7134FEA}">
      <dgm:prSet/>
      <dgm:spPr/>
      <dgm:t>
        <a:bodyPr/>
        <a:lstStyle/>
        <a:p>
          <a:endParaRPr lang="en-SG"/>
        </a:p>
      </dgm:t>
    </dgm:pt>
    <dgm:pt modelId="{C99A5069-A6B7-4A3E-8CAE-5D583D915D43}" type="sibTrans" cxnId="{C23D5D9F-198B-4D37-B409-6A1EC7134FEA}">
      <dgm:prSet/>
      <dgm:spPr/>
      <dgm:t>
        <a:bodyPr/>
        <a:lstStyle/>
        <a:p>
          <a:endParaRPr lang="en-SG"/>
        </a:p>
      </dgm:t>
    </dgm:pt>
    <dgm:pt modelId="{81446C1B-5035-4A69-8936-DBED41A44DA3}">
      <dgm:prSet phldrT="[Text]"/>
      <dgm:spPr/>
      <dgm:t>
        <a:bodyPr/>
        <a:lstStyle/>
        <a:p>
          <a:r>
            <a:rPr lang="en-SG" dirty="0"/>
            <a:t>Data Presentation</a:t>
          </a:r>
        </a:p>
      </dgm:t>
    </dgm:pt>
    <dgm:pt modelId="{53DBC0D5-0F10-494E-8BA1-DC4CAA00D7D8}" type="parTrans" cxnId="{50400042-0AF7-4BD4-A68F-4D3286FB53D8}">
      <dgm:prSet/>
      <dgm:spPr/>
      <dgm:t>
        <a:bodyPr/>
        <a:lstStyle/>
        <a:p>
          <a:endParaRPr lang="en-SG"/>
        </a:p>
      </dgm:t>
    </dgm:pt>
    <dgm:pt modelId="{F22552C0-8849-453D-B4FB-D0653E62F24D}" type="sibTrans" cxnId="{50400042-0AF7-4BD4-A68F-4D3286FB53D8}">
      <dgm:prSet/>
      <dgm:spPr/>
      <dgm:t>
        <a:bodyPr/>
        <a:lstStyle/>
        <a:p>
          <a:endParaRPr lang="en-SG"/>
        </a:p>
      </dgm:t>
    </dgm:pt>
    <dgm:pt modelId="{F90EEA47-FC65-48DB-977D-7F01968717A5}">
      <dgm:prSet phldrT="[Text]"/>
      <dgm:spPr>
        <a:ln w="57150"/>
      </dgm:spPr>
      <dgm:t>
        <a:bodyPr/>
        <a:lstStyle/>
        <a:p>
          <a:r>
            <a:rPr lang="en-SG" dirty="0"/>
            <a:t>Formulate Key Questions</a:t>
          </a:r>
        </a:p>
      </dgm:t>
    </dgm:pt>
    <dgm:pt modelId="{0EDDC7FB-E7A2-4E6F-8030-30A7716D97D7}" type="parTrans" cxnId="{2638427F-944E-40B9-9636-6AEB91A8B426}">
      <dgm:prSet/>
      <dgm:spPr/>
      <dgm:t>
        <a:bodyPr/>
        <a:lstStyle/>
        <a:p>
          <a:endParaRPr lang="en-SG"/>
        </a:p>
      </dgm:t>
    </dgm:pt>
    <dgm:pt modelId="{7BEAC32A-8D47-4183-BBFA-771378ADBB3E}" type="sibTrans" cxnId="{2638427F-944E-40B9-9636-6AEB91A8B426}">
      <dgm:prSet/>
      <dgm:spPr/>
      <dgm:t>
        <a:bodyPr/>
        <a:lstStyle/>
        <a:p>
          <a:endParaRPr lang="en-SG"/>
        </a:p>
      </dgm:t>
    </dgm:pt>
    <dgm:pt modelId="{BB0C7803-FD6C-48BC-A050-21A9036CFB15}">
      <dgm:prSet phldrT="[Text]" custT="1"/>
      <dgm:spPr/>
      <dgm:t>
        <a:bodyPr/>
        <a:lstStyle/>
        <a:p>
          <a:r>
            <a:rPr lang="en-US" sz="1600" dirty="0"/>
            <a:t>Data Modelling</a:t>
          </a:r>
          <a:endParaRPr lang="en-SG" sz="1600" dirty="0"/>
        </a:p>
      </dgm:t>
    </dgm:pt>
    <dgm:pt modelId="{5A6DC0B0-3C1E-4CF9-B32A-6B1AA64B26DE}" type="parTrans" cxnId="{A3D453A1-279C-4F0D-A52B-A7573CEB30F0}">
      <dgm:prSet/>
      <dgm:spPr/>
      <dgm:t>
        <a:bodyPr/>
        <a:lstStyle/>
        <a:p>
          <a:endParaRPr lang="en-SG"/>
        </a:p>
      </dgm:t>
    </dgm:pt>
    <dgm:pt modelId="{2B1197DB-8565-4D2F-8527-2012A873F700}" type="sibTrans" cxnId="{A3D453A1-279C-4F0D-A52B-A7573CEB30F0}">
      <dgm:prSet/>
      <dgm:spPr/>
      <dgm:t>
        <a:bodyPr/>
        <a:lstStyle/>
        <a:p>
          <a:endParaRPr lang="en-SG"/>
        </a:p>
      </dgm:t>
    </dgm:pt>
    <dgm:pt modelId="{E47AAE64-C038-4CDE-B3AE-634B098D8B13}" type="pres">
      <dgm:prSet presAssocID="{F0A62E2B-A942-47D0-9502-EDB30DF86368}" presName="Name0" presStyleCnt="0">
        <dgm:presLayoutVars>
          <dgm:dir/>
          <dgm:resizeHandles val="exact"/>
        </dgm:presLayoutVars>
      </dgm:prSet>
      <dgm:spPr/>
    </dgm:pt>
    <dgm:pt modelId="{67FD7FFE-0E06-4D10-9250-26BA2468941C}" type="pres">
      <dgm:prSet presAssocID="{F0A62E2B-A942-47D0-9502-EDB30DF86368}" presName="cycle" presStyleCnt="0"/>
      <dgm:spPr/>
    </dgm:pt>
    <dgm:pt modelId="{56C7ABDC-1114-479C-8351-B5C3D2873259}" type="pres">
      <dgm:prSet presAssocID="{597BC82E-21D3-4153-91D2-D159BA116E61}" presName="nodeFirstNode" presStyleLbl="node1" presStyleIdx="0" presStyleCnt="7" custScaleY="119165">
        <dgm:presLayoutVars>
          <dgm:bulletEnabled val="1"/>
        </dgm:presLayoutVars>
      </dgm:prSet>
      <dgm:spPr/>
    </dgm:pt>
    <dgm:pt modelId="{BE811A66-7852-455D-90C2-B036A395165B}" type="pres">
      <dgm:prSet presAssocID="{5891FF7C-0ED1-4022-8973-C21A9BB6E855}" presName="sibTransFirstNode" presStyleLbl="bgShp" presStyleIdx="0" presStyleCnt="1" custLinFactNeighborX="273" custLinFactNeighborY="-4185"/>
      <dgm:spPr/>
    </dgm:pt>
    <dgm:pt modelId="{3337C923-E4B3-405C-AF27-1BBB74F63993}" type="pres">
      <dgm:prSet presAssocID="{86527905-AEFB-4301-A694-E31E755D699B}" presName="nodeFollowingNodes" presStyleLbl="node1" presStyleIdx="1" presStyleCnt="7" custRadScaleRad="108349" custRadScaleInc="10798">
        <dgm:presLayoutVars>
          <dgm:bulletEnabled val="1"/>
        </dgm:presLayoutVars>
      </dgm:prSet>
      <dgm:spPr/>
    </dgm:pt>
    <dgm:pt modelId="{BD05E7D6-B568-4E5F-AD2B-9A332F083076}" type="pres">
      <dgm:prSet presAssocID="{F2D5DA4D-9BE7-450F-889E-5897F038D069}" presName="nodeFollowingNodes" presStyleLbl="node1" presStyleIdx="2" presStyleCnt="7" custRadScaleRad="91904" custRadScaleInc="-6805">
        <dgm:presLayoutVars>
          <dgm:bulletEnabled val="1"/>
        </dgm:presLayoutVars>
      </dgm:prSet>
      <dgm:spPr/>
    </dgm:pt>
    <dgm:pt modelId="{6FD1E414-FF58-48EE-A36F-F31F38EABB01}" type="pres">
      <dgm:prSet presAssocID="{F7559497-4F79-4328-8E24-A8947CDCC1FD}" presName="nodeFollowingNodes" presStyleLbl="node1" presStyleIdx="3" presStyleCnt="7" custRadScaleRad="80073" custRadScaleInc="-2336">
        <dgm:presLayoutVars>
          <dgm:bulletEnabled val="1"/>
        </dgm:presLayoutVars>
      </dgm:prSet>
      <dgm:spPr/>
    </dgm:pt>
    <dgm:pt modelId="{02B24F4D-0454-4699-9B8D-303200802EAE}" type="pres">
      <dgm:prSet presAssocID="{BB0C7803-FD6C-48BC-A050-21A9036CFB15}" presName="nodeFollowingNodes" presStyleLbl="node1" presStyleIdx="4" presStyleCnt="7" custRadScaleRad="104198" custRadScaleInc="39228">
        <dgm:presLayoutVars>
          <dgm:bulletEnabled val="1"/>
        </dgm:presLayoutVars>
      </dgm:prSet>
      <dgm:spPr/>
    </dgm:pt>
    <dgm:pt modelId="{A3AEB3FA-E2F7-4429-BFFB-D5FF2492197A}" type="pres">
      <dgm:prSet presAssocID="{81446C1B-5035-4A69-8936-DBED41A44DA3}" presName="nodeFollowingNodes" presStyleLbl="node1" presStyleIdx="5" presStyleCnt="7" custRadScaleRad="104015" custRadScaleInc="11839">
        <dgm:presLayoutVars>
          <dgm:bulletEnabled val="1"/>
        </dgm:presLayoutVars>
      </dgm:prSet>
      <dgm:spPr/>
    </dgm:pt>
    <dgm:pt modelId="{76B9AC1F-5F29-485C-92DA-DEB82B44D0CE}" type="pres">
      <dgm:prSet presAssocID="{F90EEA47-FC65-48DB-977D-7F01968717A5}" presName="nodeFollowingNodes" presStyleLbl="node1" presStyleIdx="6" presStyleCnt="7" custRadScaleRad="113782" custRadScaleInc="-19021">
        <dgm:presLayoutVars>
          <dgm:bulletEnabled val="1"/>
        </dgm:presLayoutVars>
      </dgm:prSet>
      <dgm:spPr/>
    </dgm:pt>
  </dgm:ptLst>
  <dgm:cxnLst>
    <dgm:cxn modelId="{3B62EC1E-C51E-4527-986B-5D9D149490CB}" type="presOf" srcId="{F90EEA47-FC65-48DB-977D-7F01968717A5}" destId="{76B9AC1F-5F29-485C-92DA-DEB82B44D0CE}" srcOrd="0" destOrd="0" presId="urn:microsoft.com/office/officeart/2005/8/layout/cycle3"/>
    <dgm:cxn modelId="{77A28923-4F43-4DB2-A49E-DEF1A84DCA5A}" type="presOf" srcId="{86527905-AEFB-4301-A694-E31E755D699B}" destId="{3337C923-E4B3-405C-AF27-1BBB74F63993}" srcOrd="0" destOrd="0" presId="urn:microsoft.com/office/officeart/2005/8/layout/cycle3"/>
    <dgm:cxn modelId="{50400042-0AF7-4BD4-A68F-4D3286FB53D8}" srcId="{F0A62E2B-A942-47D0-9502-EDB30DF86368}" destId="{81446C1B-5035-4A69-8936-DBED41A44DA3}" srcOrd="5" destOrd="0" parTransId="{53DBC0D5-0F10-494E-8BA1-DC4CAA00D7D8}" sibTransId="{F22552C0-8849-453D-B4FB-D0653E62F24D}"/>
    <dgm:cxn modelId="{F81D1C62-8776-4D0B-86CA-51B1F05A22F2}" type="presOf" srcId="{5891FF7C-0ED1-4022-8973-C21A9BB6E855}" destId="{BE811A66-7852-455D-90C2-B036A395165B}" srcOrd="0" destOrd="0" presId="urn:microsoft.com/office/officeart/2005/8/layout/cycle3"/>
    <dgm:cxn modelId="{808C814A-15E9-4B14-96EE-B41CFBBB9CEF}" type="presOf" srcId="{81446C1B-5035-4A69-8936-DBED41A44DA3}" destId="{A3AEB3FA-E2F7-4429-BFFB-D5FF2492197A}" srcOrd="0" destOrd="0" presId="urn:microsoft.com/office/officeart/2005/8/layout/cycle3"/>
    <dgm:cxn modelId="{FA2A2D6C-6A35-40A6-AB55-51BB3AAE4A79}" srcId="{F0A62E2B-A942-47D0-9502-EDB30DF86368}" destId="{86527905-AEFB-4301-A694-E31E755D699B}" srcOrd="1" destOrd="0" parTransId="{F9DEEC00-586A-4391-8238-4FD191DA5F48}" sibTransId="{5B4EB1B4-771B-4A19-B591-A59E133EF73F}"/>
    <dgm:cxn modelId="{F98B8871-A994-42AD-BCFC-A191ABD04E5C}" type="presOf" srcId="{F2D5DA4D-9BE7-450F-889E-5897F038D069}" destId="{BD05E7D6-B568-4E5F-AD2B-9A332F083076}" srcOrd="0" destOrd="0" presId="urn:microsoft.com/office/officeart/2005/8/layout/cycle3"/>
    <dgm:cxn modelId="{2638427F-944E-40B9-9636-6AEB91A8B426}" srcId="{F0A62E2B-A942-47D0-9502-EDB30DF86368}" destId="{F90EEA47-FC65-48DB-977D-7F01968717A5}" srcOrd="6" destOrd="0" parTransId="{0EDDC7FB-E7A2-4E6F-8030-30A7716D97D7}" sibTransId="{7BEAC32A-8D47-4183-BBFA-771378ADBB3E}"/>
    <dgm:cxn modelId="{9F39718E-CB7D-48CE-86A9-37C5E5ED9107}" type="presOf" srcId="{597BC82E-21D3-4153-91D2-D159BA116E61}" destId="{56C7ABDC-1114-479C-8351-B5C3D2873259}" srcOrd="0" destOrd="0" presId="urn:microsoft.com/office/officeart/2005/8/layout/cycle3"/>
    <dgm:cxn modelId="{9EC75F91-AA39-4093-95AC-5C6981CA97CA}" srcId="{F0A62E2B-A942-47D0-9502-EDB30DF86368}" destId="{F2D5DA4D-9BE7-450F-889E-5897F038D069}" srcOrd="2" destOrd="0" parTransId="{B4C1305A-E38D-47BF-A045-AE9EAE3D3B88}" sibTransId="{2CEB374C-E525-4C3B-AF02-27A3BC58E601}"/>
    <dgm:cxn modelId="{C23D5D9F-198B-4D37-B409-6A1EC7134FEA}" srcId="{F0A62E2B-A942-47D0-9502-EDB30DF86368}" destId="{F7559497-4F79-4328-8E24-A8947CDCC1FD}" srcOrd="3" destOrd="0" parTransId="{BBD6AC72-BA14-4AA3-8043-0160375E4821}" sibTransId="{C99A5069-A6B7-4A3E-8CAE-5D583D915D43}"/>
    <dgm:cxn modelId="{A3D453A1-279C-4F0D-A52B-A7573CEB30F0}" srcId="{F0A62E2B-A942-47D0-9502-EDB30DF86368}" destId="{BB0C7803-FD6C-48BC-A050-21A9036CFB15}" srcOrd="4" destOrd="0" parTransId="{5A6DC0B0-3C1E-4CF9-B32A-6B1AA64B26DE}" sibTransId="{2B1197DB-8565-4D2F-8527-2012A873F700}"/>
    <dgm:cxn modelId="{B905B5AE-E2FB-45B5-B521-AA44D8A647A9}" type="presOf" srcId="{F0A62E2B-A942-47D0-9502-EDB30DF86368}" destId="{E47AAE64-C038-4CDE-B3AE-634B098D8B13}" srcOrd="0" destOrd="0" presId="urn:microsoft.com/office/officeart/2005/8/layout/cycle3"/>
    <dgm:cxn modelId="{EBC6D8C7-54D7-4BDB-94BC-F25F43606F52}" type="presOf" srcId="{BB0C7803-FD6C-48BC-A050-21A9036CFB15}" destId="{02B24F4D-0454-4699-9B8D-303200802EAE}" srcOrd="0" destOrd="0" presId="urn:microsoft.com/office/officeart/2005/8/layout/cycle3"/>
    <dgm:cxn modelId="{C562ECC7-1DAC-4ECF-AB96-B9C311A5E328}" type="presOf" srcId="{F7559497-4F79-4328-8E24-A8947CDCC1FD}" destId="{6FD1E414-FF58-48EE-A36F-F31F38EABB01}" srcOrd="0" destOrd="0" presId="urn:microsoft.com/office/officeart/2005/8/layout/cycle3"/>
    <dgm:cxn modelId="{530982E8-E8C3-4479-B2F7-4F56C821EA8C}" srcId="{F0A62E2B-A942-47D0-9502-EDB30DF86368}" destId="{597BC82E-21D3-4153-91D2-D159BA116E61}" srcOrd="0" destOrd="0" parTransId="{261A3CBA-BE0D-49A3-B111-8C02E7D3683E}" sibTransId="{5891FF7C-0ED1-4022-8973-C21A9BB6E855}"/>
    <dgm:cxn modelId="{DDFEBE5E-6FE2-4EFC-AF8F-91C91AD3A908}" type="presParOf" srcId="{E47AAE64-C038-4CDE-B3AE-634B098D8B13}" destId="{67FD7FFE-0E06-4D10-9250-26BA2468941C}" srcOrd="0" destOrd="0" presId="urn:microsoft.com/office/officeart/2005/8/layout/cycle3"/>
    <dgm:cxn modelId="{A788D8D9-DF02-4257-88D1-D3FDE269C8D6}" type="presParOf" srcId="{67FD7FFE-0E06-4D10-9250-26BA2468941C}" destId="{56C7ABDC-1114-479C-8351-B5C3D2873259}" srcOrd="0" destOrd="0" presId="urn:microsoft.com/office/officeart/2005/8/layout/cycle3"/>
    <dgm:cxn modelId="{834662B3-EE83-4EAA-90F6-21D7634E436F}" type="presParOf" srcId="{67FD7FFE-0E06-4D10-9250-26BA2468941C}" destId="{BE811A66-7852-455D-90C2-B036A395165B}" srcOrd="1" destOrd="0" presId="urn:microsoft.com/office/officeart/2005/8/layout/cycle3"/>
    <dgm:cxn modelId="{3CAE0813-569F-447B-99F2-C49E630CBEBD}" type="presParOf" srcId="{67FD7FFE-0E06-4D10-9250-26BA2468941C}" destId="{3337C923-E4B3-405C-AF27-1BBB74F63993}" srcOrd="2" destOrd="0" presId="urn:microsoft.com/office/officeart/2005/8/layout/cycle3"/>
    <dgm:cxn modelId="{61E7F898-5BC8-4382-887A-FD2D9EE806A8}" type="presParOf" srcId="{67FD7FFE-0E06-4D10-9250-26BA2468941C}" destId="{BD05E7D6-B568-4E5F-AD2B-9A332F083076}" srcOrd="3" destOrd="0" presId="urn:microsoft.com/office/officeart/2005/8/layout/cycle3"/>
    <dgm:cxn modelId="{CF187FD8-212B-46A1-AEFD-09A26B549287}" type="presParOf" srcId="{67FD7FFE-0E06-4D10-9250-26BA2468941C}" destId="{6FD1E414-FF58-48EE-A36F-F31F38EABB01}" srcOrd="4" destOrd="0" presId="urn:microsoft.com/office/officeart/2005/8/layout/cycle3"/>
    <dgm:cxn modelId="{84C9E079-722A-4D05-A0E7-D356D1608E8E}" type="presParOf" srcId="{67FD7FFE-0E06-4D10-9250-26BA2468941C}" destId="{02B24F4D-0454-4699-9B8D-303200802EAE}" srcOrd="5" destOrd="0" presId="urn:microsoft.com/office/officeart/2005/8/layout/cycle3"/>
    <dgm:cxn modelId="{CC956673-A75B-43FE-8A37-A8A88B3F8474}" type="presParOf" srcId="{67FD7FFE-0E06-4D10-9250-26BA2468941C}" destId="{A3AEB3FA-E2F7-4429-BFFB-D5FF2492197A}" srcOrd="6" destOrd="0" presId="urn:microsoft.com/office/officeart/2005/8/layout/cycle3"/>
    <dgm:cxn modelId="{800D04C9-7408-4870-8A68-66DA7519F3BD}" type="presParOf" srcId="{67FD7FFE-0E06-4D10-9250-26BA2468941C}" destId="{76B9AC1F-5F29-485C-92DA-DEB82B44D0CE}" srcOrd="7"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0A62E2B-A942-47D0-9502-EDB30DF86368}" type="doc">
      <dgm:prSet loTypeId="urn:microsoft.com/office/officeart/2005/8/layout/cycle3" loCatId="cycle" qsTypeId="urn:microsoft.com/office/officeart/2005/8/quickstyle/simple1" qsCatId="simple" csTypeId="urn:microsoft.com/office/officeart/2005/8/colors/accent2_1" csCatId="accent2" phldr="1"/>
      <dgm:spPr/>
      <dgm:t>
        <a:bodyPr/>
        <a:lstStyle/>
        <a:p>
          <a:endParaRPr lang="en-SG"/>
        </a:p>
      </dgm:t>
    </dgm:pt>
    <dgm:pt modelId="{597BC82E-21D3-4153-91D2-D159BA116E61}">
      <dgm:prSet phldrT="[Text]"/>
      <dgm:spPr>
        <a:ln w="57150"/>
      </dgm:spPr>
      <dgm:t>
        <a:bodyPr/>
        <a:lstStyle/>
        <a:p>
          <a:r>
            <a:rPr lang="en-SG" dirty="0"/>
            <a:t>Data collection</a:t>
          </a:r>
        </a:p>
      </dgm:t>
    </dgm:pt>
    <dgm:pt modelId="{261A3CBA-BE0D-49A3-B111-8C02E7D3683E}" type="parTrans" cxnId="{530982E8-E8C3-4479-B2F7-4F56C821EA8C}">
      <dgm:prSet/>
      <dgm:spPr/>
      <dgm:t>
        <a:bodyPr/>
        <a:lstStyle/>
        <a:p>
          <a:endParaRPr lang="en-SG"/>
        </a:p>
      </dgm:t>
    </dgm:pt>
    <dgm:pt modelId="{5891FF7C-0ED1-4022-8973-C21A9BB6E855}" type="sibTrans" cxnId="{530982E8-E8C3-4479-B2F7-4F56C821EA8C}">
      <dgm:prSet/>
      <dgm:spPr>
        <a:solidFill>
          <a:schemeClr val="accent1">
            <a:lumMod val="60000"/>
            <a:lumOff val="40000"/>
          </a:schemeClr>
        </a:solidFill>
      </dgm:spPr>
      <dgm:t>
        <a:bodyPr/>
        <a:lstStyle/>
        <a:p>
          <a:endParaRPr lang="en-SG"/>
        </a:p>
      </dgm:t>
    </dgm:pt>
    <dgm:pt modelId="{86527905-AEFB-4301-A694-E31E755D699B}">
      <dgm:prSet phldrT="[Text]"/>
      <dgm:spPr/>
      <dgm:t>
        <a:bodyPr/>
        <a:lstStyle/>
        <a:p>
          <a:r>
            <a:rPr lang="en-SG" dirty="0"/>
            <a:t>Data Cleaning</a:t>
          </a:r>
        </a:p>
      </dgm:t>
    </dgm:pt>
    <dgm:pt modelId="{F9DEEC00-586A-4391-8238-4FD191DA5F48}" type="parTrans" cxnId="{FA2A2D6C-6A35-40A6-AB55-51BB3AAE4A79}">
      <dgm:prSet/>
      <dgm:spPr/>
      <dgm:t>
        <a:bodyPr/>
        <a:lstStyle/>
        <a:p>
          <a:endParaRPr lang="en-SG"/>
        </a:p>
      </dgm:t>
    </dgm:pt>
    <dgm:pt modelId="{5B4EB1B4-771B-4A19-B591-A59E133EF73F}" type="sibTrans" cxnId="{FA2A2D6C-6A35-40A6-AB55-51BB3AAE4A79}">
      <dgm:prSet/>
      <dgm:spPr/>
      <dgm:t>
        <a:bodyPr/>
        <a:lstStyle/>
        <a:p>
          <a:endParaRPr lang="en-SG"/>
        </a:p>
      </dgm:t>
    </dgm:pt>
    <dgm:pt modelId="{F2D5DA4D-9BE7-450F-889E-5897F038D069}">
      <dgm:prSet phldrT="[Text]" phldr="0"/>
      <dgm:spPr/>
      <dgm:t>
        <a:bodyPr/>
        <a:lstStyle/>
        <a:p>
          <a:pPr rtl="0"/>
          <a:r>
            <a:rPr lang="en-SG" dirty="0">
              <a:latin typeface="Meiryo"/>
            </a:rPr>
            <a:t>Exploratory Data Analysis</a:t>
          </a:r>
          <a:endParaRPr lang="en-SG" dirty="0"/>
        </a:p>
      </dgm:t>
    </dgm:pt>
    <dgm:pt modelId="{B4C1305A-E38D-47BF-A045-AE9EAE3D3B88}" type="parTrans" cxnId="{9EC75F91-AA39-4093-95AC-5C6981CA97CA}">
      <dgm:prSet/>
      <dgm:spPr/>
      <dgm:t>
        <a:bodyPr/>
        <a:lstStyle/>
        <a:p>
          <a:endParaRPr lang="en-SG"/>
        </a:p>
      </dgm:t>
    </dgm:pt>
    <dgm:pt modelId="{2CEB374C-E525-4C3B-AF02-27A3BC58E601}" type="sibTrans" cxnId="{9EC75F91-AA39-4093-95AC-5C6981CA97CA}">
      <dgm:prSet/>
      <dgm:spPr/>
      <dgm:t>
        <a:bodyPr/>
        <a:lstStyle/>
        <a:p>
          <a:endParaRPr lang="en-SG"/>
        </a:p>
      </dgm:t>
    </dgm:pt>
    <dgm:pt modelId="{F7559497-4F79-4328-8E24-A8947CDCC1FD}">
      <dgm:prSet phldrT="[Text]"/>
      <dgm:spPr/>
      <dgm:t>
        <a:bodyPr/>
        <a:lstStyle/>
        <a:p>
          <a:pPr rtl="0"/>
          <a:r>
            <a:rPr lang="en-SG" dirty="0">
              <a:latin typeface="Meiryo"/>
            </a:rPr>
            <a:t>Data Transformation</a:t>
          </a:r>
          <a:endParaRPr lang="en-SG" dirty="0"/>
        </a:p>
      </dgm:t>
    </dgm:pt>
    <dgm:pt modelId="{BBD6AC72-BA14-4AA3-8043-0160375E4821}" type="parTrans" cxnId="{C23D5D9F-198B-4D37-B409-6A1EC7134FEA}">
      <dgm:prSet/>
      <dgm:spPr/>
      <dgm:t>
        <a:bodyPr/>
        <a:lstStyle/>
        <a:p>
          <a:endParaRPr lang="en-SG"/>
        </a:p>
      </dgm:t>
    </dgm:pt>
    <dgm:pt modelId="{C99A5069-A6B7-4A3E-8CAE-5D583D915D43}" type="sibTrans" cxnId="{C23D5D9F-198B-4D37-B409-6A1EC7134FEA}">
      <dgm:prSet/>
      <dgm:spPr/>
      <dgm:t>
        <a:bodyPr/>
        <a:lstStyle/>
        <a:p>
          <a:endParaRPr lang="en-SG"/>
        </a:p>
      </dgm:t>
    </dgm:pt>
    <dgm:pt modelId="{81446C1B-5035-4A69-8936-DBED41A44DA3}">
      <dgm:prSet phldrT="[Text]" custT="1">
        <dgm:style>
          <a:lnRef idx="2">
            <a:schemeClr val="accent6">
              <a:shade val="15000"/>
            </a:schemeClr>
          </a:lnRef>
          <a:fillRef idx="1">
            <a:schemeClr val="accent6"/>
          </a:fillRef>
          <a:effectRef idx="0">
            <a:schemeClr val="accent6"/>
          </a:effectRef>
          <a:fontRef idx="minor">
            <a:schemeClr val="lt1"/>
          </a:fontRef>
        </dgm:style>
      </dgm:prSet>
      <dgm:spPr/>
      <dgm:t>
        <a:bodyPr/>
        <a:lstStyle/>
        <a:p>
          <a:r>
            <a:rPr lang="en-SG" sz="1600" b="1" dirty="0">
              <a:solidFill>
                <a:schemeClr val="bg1"/>
              </a:solidFill>
            </a:rPr>
            <a:t>Data Presentation</a:t>
          </a:r>
        </a:p>
      </dgm:t>
    </dgm:pt>
    <dgm:pt modelId="{53DBC0D5-0F10-494E-8BA1-DC4CAA00D7D8}" type="parTrans" cxnId="{50400042-0AF7-4BD4-A68F-4D3286FB53D8}">
      <dgm:prSet/>
      <dgm:spPr/>
      <dgm:t>
        <a:bodyPr/>
        <a:lstStyle/>
        <a:p>
          <a:endParaRPr lang="en-SG"/>
        </a:p>
      </dgm:t>
    </dgm:pt>
    <dgm:pt modelId="{F22552C0-8849-453D-B4FB-D0653E62F24D}" type="sibTrans" cxnId="{50400042-0AF7-4BD4-A68F-4D3286FB53D8}">
      <dgm:prSet/>
      <dgm:spPr/>
      <dgm:t>
        <a:bodyPr/>
        <a:lstStyle/>
        <a:p>
          <a:endParaRPr lang="en-SG"/>
        </a:p>
      </dgm:t>
    </dgm:pt>
    <dgm:pt modelId="{F90EEA47-FC65-48DB-977D-7F01968717A5}">
      <dgm:prSet phldrT="[Text]"/>
      <dgm:spPr>
        <a:ln w="57150"/>
      </dgm:spPr>
      <dgm:t>
        <a:bodyPr/>
        <a:lstStyle/>
        <a:p>
          <a:r>
            <a:rPr lang="en-SG" dirty="0"/>
            <a:t>Formulate Key Questions</a:t>
          </a:r>
        </a:p>
      </dgm:t>
    </dgm:pt>
    <dgm:pt modelId="{0EDDC7FB-E7A2-4E6F-8030-30A7716D97D7}" type="parTrans" cxnId="{2638427F-944E-40B9-9636-6AEB91A8B426}">
      <dgm:prSet/>
      <dgm:spPr/>
      <dgm:t>
        <a:bodyPr/>
        <a:lstStyle/>
        <a:p>
          <a:endParaRPr lang="en-SG"/>
        </a:p>
      </dgm:t>
    </dgm:pt>
    <dgm:pt modelId="{7BEAC32A-8D47-4183-BBFA-771378ADBB3E}" type="sibTrans" cxnId="{2638427F-944E-40B9-9636-6AEB91A8B426}">
      <dgm:prSet/>
      <dgm:spPr/>
      <dgm:t>
        <a:bodyPr/>
        <a:lstStyle/>
        <a:p>
          <a:endParaRPr lang="en-SG"/>
        </a:p>
      </dgm:t>
    </dgm:pt>
    <dgm:pt modelId="{74B6C285-FA1C-478E-81E2-E44F8CC3D345}">
      <dgm:prSet phldrT="[Text]" custT="1"/>
      <dgm:spPr/>
      <dgm:t>
        <a:bodyPr/>
        <a:lstStyle/>
        <a:p>
          <a:pPr rtl="0"/>
          <a:r>
            <a:rPr lang="en-US" sz="2000" b="1" dirty="0"/>
            <a:t>Data Modelling</a:t>
          </a:r>
          <a:endParaRPr lang="en-SG" sz="2000" b="1" dirty="0"/>
        </a:p>
      </dgm:t>
    </dgm:pt>
    <dgm:pt modelId="{B08D53E4-0A7E-4330-8FB5-6C7D46C2C042}" type="parTrans" cxnId="{C87CE803-49B2-4A4B-B1EF-336D0935A60D}">
      <dgm:prSet/>
      <dgm:spPr/>
      <dgm:t>
        <a:bodyPr/>
        <a:lstStyle/>
        <a:p>
          <a:endParaRPr lang="en-SG"/>
        </a:p>
      </dgm:t>
    </dgm:pt>
    <dgm:pt modelId="{FEFCE824-3B4F-4054-90BF-1D0226C13C30}" type="sibTrans" cxnId="{C87CE803-49B2-4A4B-B1EF-336D0935A60D}">
      <dgm:prSet/>
      <dgm:spPr/>
      <dgm:t>
        <a:bodyPr/>
        <a:lstStyle/>
        <a:p>
          <a:endParaRPr lang="en-SG"/>
        </a:p>
      </dgm:t>
    </dgm:pt>
    <dgm:pt modelId="{E47AAE64-C038-4CDE-B3AE-634B098D8B13}" type="pres">
      <dgm:prSet presAssocID="{F0A62E2B-A942-47D0-9502-EDB30DF86368}" presName="Name0" presStyleCnt="0">
        <dgm:presLayoutVars>
          <dgm:dir/>
          <dgm:resizeHandles val="exact"/>
        </dgm:presLayoutVars>
      </dgm:prSet>
      <dgm:spPr/>
    </dgm:pt>
    <dgm:pt modelId="{67FD7FFE-0E06-4D10-9250-26BA2468941C}" type="pres">
      <dgm:prSet presAssocID="{F0A62E2B-A942-47D0-9502-EDB30DF86368}" presName="cycle" presStyleCnt="0"/>
      <dgm:spPr/>
    </dgm:pt>
    <dgm:pt modelId="{56C7ABDC-1114-479C-8351-B5C3D2873259}" type="pres">
      <dgm:prSet presAssocID="{597BC82E-21D3-4153-91D2-D159BA116E61}" presName="nodeFirstNode" presStyleLbl="node1" presStyleIdx="0" presStyleCnt="7" custScaleY="119165">
        <dgm:presLayoutVars>
          <dgm:bulletEnabled val="1"/>
        </dgm:presLayoutVars>
      </dgm:prSet>
      <dgm:spPr/>
    </dgm:pt>
    <dgm:pt modelId="{BE811A66-7852-455D-90C2-B036A395165B}" type="pres">
      <dgm:prSet presAssocID="{5891FF7C-0ED1-4022-8973-C21A9BB6E855}" presName="sibTransFirstNode" presStyleLbl="bgShp" presStyleIdx="0" presStyleCnt="1" custLinFactNeighborX="273" custLinFactNeighborY="-4185"/>
      <dgm:spPr/>
    </dgm:pt>
    <dgm:pt modelId="{3337C923-E4B3-405C-AF27-1BBB74F63993}" type="pres">
      <dgm:prSet presAssocID="{86527905-AEFB-4301-A694-E31E755D699B}" presName="nodeFollowingNodes" presStyleLbl="node1" presStyleIdx="1" presStyleCnt="7" custRadScaleRad="108349" custRadScaleInc="10798">
        <dgm:presLayoutVars>
          <dgm:bulletEnabled val="1"/>
        </dgm:presLayoutVars>
      </dgm:prSet>
      <dgm:spPr/>
    </dgm:pt>
    <dgm:pt modelId="{BD05E7D6-B568-4E5F-AD2B-9A332F083076}" type="pres">
      <dgm:prSet presAssocID="{F2D5DA4D-9BE7-450F-889E-5897F038D069}" presName="nodeFollowingNodes" presStyleLbl="node1" presStyleIdx="2" presStyleCnt="7" custRadScaleRad="91904" custRadScaleInc="-6805">
        <dgm:presLayoutVars>
          <dgm:bulletEnabled val="1"/>
        </dgm:presLayoutVars>
      </dgm:prSet>
      <dgm:spPr/>
    </dgm:pt>
    <dgm:pt modelId="{6FD1E414-FF58-48EE-A36F-F31F38EABB01}" type="pres">
      <dgm:prSet presAssocID="{F7559497-4F79-4328-8E24-A8947CDCC1FD}" presName="nodeFollowingNodes" presStyleLbl="node1" presStyleIdx="3" presStyleCnt="7" custRadScaleRad="80073" custRadScaleInc="-2336">
        <dgm:presLayoutVars>
          <dgm:bulletEnabled val="1"/>
        </dgm:presLayoutVars>
      </dgm:prSet>
      <dgm:spPr/>
    </dgm:pt>
    <dgm:pt modelId="{605C9123-2D06-4E18-8C19-BCFE8E29012D}" type="pres">
      <dgm:prSet presAssocID="{74B6C285-FA1C-478E-81E2-E44F8CC3D345}" presName="nodeFollowingNodes" presStyleLbl="node1" presStyleIdx="4" presStyleCnt="7" custRadScaleRad="103351" custRadScaleInc="54727">
        <dgm:presLayoutVars>
          <dgm:bulletEnabled val="1"/>
        </dgm:presLayoutVars>
      </dgm:prSet>
      <dgm:spPr/>
    </dgm:pt>
    <dgm:pt modelId="{A3AEB3FA-E2F7-4429-BFFB-D5FF2492197A}" type="pres">
      <dgm:prSet presAssocID="{81446C1B-5035-4A69-8936-DBED41A44DA3}" presName="nodeFollowingNodes" presStyleLbl="node1" presStyleIdx="5" presStyleCnt="7" custRadScaleRad="104015" custRadScaleInc="11839">
        <dgm:presLayoutVars>
          <dgm:bulletEnabled val="1"/>
        </dgm:presLayoutVars>
      </dgm:prSet>
      <dgm:spPr/>
    </dgm:pt>
    <dgm:pt modelId="{76B9AC1F-5F29-485C-92DA-DEB82B44D0CE}" type="pres">
      <dgm:prSet presAssocID="{F90EEA47-FC65-48DB-977D-7F01968717A5}" presName="nodeFollowingNodes" presStyleLbl="node1" presStyleIdx="6" presStyleCnt="7" custRadScaleRad="113782" custRadScaleInc="-19021">
        <dgm:presLayoutVars>
          <dgm:bulletEnabled val="1"/>
        </dgm:presLayoutVars>
      </dgm:prSet>
      <dgm:spPr/>
    </dgm:pt>
  </dgm:ptLst>
  <dgm:cxnLst>
    <dgm:cxn modelId="{C87CE803-49B2-4A4B-B1EF-336D0935A60D}" srcId="{F0A62E2B-A942-47D0-9502-EDB30DF86368}" destId="{74B6C285-FA1C-478E-81E2-E44F8CC3D345}" srcOrd="4" destOrd="0" parTransId="{B08D53E4-0A7E-4330-8FB5-6C7D46C2C042}" sibTransId="{FEFCE824-3B4F-4054-90BF-1D0226C13C30}"/>
    <dgm:cxn modelId="{E9C92716-E9A2-463A-AF54-57CBDE1547D9}" type="presOf" srcId="{74B6C285-FA1C-478E-81E2-E44F8CC3D345}" destId="{605C9123-2D06-4E18-8C19-BCFE8E29012D}" srcOrd="0" destOrd="0" presId="urn:microsoft.com/office/officeart/2005/8/layout/cycle3"/>
    <dgm:cxn modelId="{3B62EC1E-C51E-4527-986B-5D9D149490CB}" type="presOf" srcId="{F90EEA47-FC65-48DB-977D-7F01968717A5}" destId="{76B9AC1F-5F29-485C-92DA-DEB82B44D0CE}" srcOrd="0" destOrd="0" presId="urn:microsoft.com/office/officeart/2005/8/layout/cycle3"/>
    <dgm:cxn modelId="{77A28923-4F43-4DB2-A49E-DEF1A84DCA5A}" type="presOf" srcId="{86527905-AEFB-4301-A694-E31E755D699B}" destId="{3337C923-E4B3-405C-AF27-1BBB74F63993}" srcOrd="0" destOrd="0" presId="urn:microsoft.com/office/officeart/2005/8/layout/cycle3"/>
    <dgm:cxn modelId="{50400042-0AF7-4BD4-A68F-4D3286FB53D8}" srcId="{F0A62E2B-A942-47D0-9502-EDB30DF86368}" destId="{81446C1B-5035-4A69-8936-DBED41A44DA3}" srcOrd="5" destOrd="0" parTransId="{53DBC0D5-0F10-494E-8BA1-DC4CAA00D7D8}" sibTransId="{F22552C0-8849-453D-B4FB-D0653E62F24D}"/>
    <dgm:cxn modelId="{F81D1C62-8776-4D0B-86CA-51B1F05A22F2}" type="presOf" srcId="{5891FF7C-0ED1-4022-8973-C21A9BB6E855}" destId="{BE811A66-7852-455D-90C2-B036A395165B}" srcOrd="0" destOrd="0" presId="urn:microsoft.com/office/officeart/2005/8/layout/cycle3"/>
    <dgm:cxn modelId="{808C814A-15E9-4B14-96EE-B41CFBBB9CEF}" type="presOf" srcId="{81446C1B-5035-4A69-8936-DBED41A44DA3}" destId="{A3AEB3FA-E2F7-4429-BFFB-D5FF2492197A}" srcOrd="0" destOrd="0" presId="urn:microsoft.com/office/officeart/2005/8/layout/cycle3"/>
    <dgm:cxn modelId="{FA2A2D6C-6A35-40A6-AB55-51BB3AAE4A79}" srcId="{F0A62E2B-A942-47D0-9502-EDB30DF86368}" destId="{86527905-AEFB-4301-A694-E31E755D699B}" srcOrd="1" destOrd="0" parTransId="{F9DEEC00-586A-4391-8238-4FD191DA5F48}" sibTransId="{5B4EB1B4-771B-4A19-B591-A59E133EF73F}"/>
    <dgm:cxn modelId="{F98B8871-A994-42AD-BCFC-A191ABD04E5C}" type="presOf" srcId="{F2D5DA4D-9BE7-450F-889E-5897F038D069}" destId="{BD05E7D6-B568-4E5F-AD2B-9A332F083076}" srcOrd="0" destOrd="0" presId="urn:microsoft.com/office/officeart/2005/8/layout/cycle3"/>
    <dgm:cxn modelId="{2638427F-944E-40B9-9636-6AEB91A8B426}" srcId="{F0A62E2B-A942-47D0-9502-EDB30DF86368}" destId="{F90EEA47-FC65-48DB-977D-7F01968717A5}" srcOrd="6" destOrd="0" parTransId="{0EDDC7FB-E7A2-4E6F-8030-30A7716D97D7}" sibTransId="{7BEAC32A-8D47-4183-BBFA-771378ADBB3E}"/>
    <dgm:cxn modelId="{9F39718E-CB7D-48CE-86A9-37C5E5ED9107}" type="presOf" srcId="{597BC82E-21D3-4153-91D2-D159BA116E61}" destId="{56C7ABDC-1114-479C-8351-B5C3D2873259}" srcOrd="0" destOrd="0" presId="urn:microsoft.com/office/officeart/2005/8/layout/cycle3"/>
    <dgm:cxn modelId="{9EC75F91-AA39-4093-95AC-5C6981CA97CA}" srcId="{F0A62E2B-A942-47D0-9502-EDB30DF86368}" destId="{F2D5DA4D-9BE7-450F-889E-5897F038D069}" srcOrd="2" destOrd="0" parTransId="{B4C1305A-E38D-47BF-A045-AE9EAE3D3B88}" sibTransId="{2CEB374C-E525-4C3B-AF02-27A3BC58E601}"/>
    <dgm:cxn modelId="{C23D5D9F-198B-4D37-B409-6A1EC7134FEA}" srcId="{F0A62E2B-A942-47D0-9502-EDB30DF86368}" destId="{F7559497-4F79-4328-8E24-A8947CDCC1FD}" srcOrd="3" destOrd="0" parTransId="{BBD6AC72-BA14-4AA3-8043-0160375E4821}" sibTransId="{C99A5069-A6B7-4A3E-8CAE-5D583D915D43}"/>
    <dgm:cxn modelId="{B905B5AE-E2FB-45B5-B521-AA44D8A647A9}" type="presOf" srcId="{F0A62E2B-A942-47D0-9502-EDB30DF86368}" destId="{E47AAE64-C038-4CDE-B3AE-634B098D8B13}" srcOrd="0" destOrd="0" presId="urn:microsoft.com/office/officeart/2005/8/layout/cycle3"/>
    <dgm:cxn modelId="{C562ECC7-1DAC-4ECF-AB96-B9C311A5E328}" type="presOf" srcId="{F7559497-4F79-4328-8E24-A8947CDCC1FD}" destId="{6FD1E414-FF58-48EE-A36F-F31F38EABB01}" srcOrd="0" destOrd="0" presId="urn:microsoft.com/office/officeart/2005/8/layout/cycle3"/>
    <dgm:cxn modelId="{530982E8-E8C3-4479-B2F7-4F56C821EA8C}" srcId="{F0A62E2B-A942-47D0-9502-EDB30DF86368}" destId="{597BC82E-21D3-4153-91D2-D159BA116E61}" srcOrd="0" destOrd="0" parTransId="{261A3CBA-BE0D-49A3-B111-8C02E7D3683E}" sibTransId="{5891FF7C-0ED1-4022-8973-C21A9BB6E855}"/>
    <dgm:cxn modelId="{DDFEBE5E-6FE2-4EFC-AF8F-91C91AD3A908}" type="presParOf" srcId="{E47AAE64-C038-4CDE-B3AE-634B098D8B13}" destId="{67FD7FFE-0E06-4D10-9250-26BA2468941C}" srcOrd="0" destOrd="0" presId="urn:microsoft.com/office/officeart/2005/8/layout/cycle3"/>
    <dgm:cxn modelId="{A788D8D9-DF02-4257-88D1-D3FDE269C8D6}" type="presParOf" srcId="{67FD7FFE-0E06-4D10-9250-26BA2468941C}" destId="{56C7ABDC-1114-479C-8351-B5C3D2873259}" srcOrd="0" destOrd="0" presId="urn:microsoft.com/office/officeart/2005/8/layout/cycle3"/>
    <dgm:cxn modelId="{834662B3-EE83-4EAA-90F6-21D7634E436F}" type="presParOf" srcId="{67FD7FFE-0E06-4D10-9250-26BA2468941C}" destId="{BE811A66-7852-455D-90C2-B036A395165B}" srcOrd="1" destOrd="0" presId="urn:microsoft.com/office/officeart/2005/8/layout/cycle3"/>
    <dgm:cxn modelId="{3CAE0813-569F-447B-99F2-C49E630CBEBD}" type="presParOf" srcId="{67FD7FFE-0E06-4D10-9250-26BA2468941C}" destId="{3337C923-E4B3-405C-AF27-1BBB74F63993}" srcOrd="2" destOrd="0" presId="urn:microsoft.com/office/officeart/2005/8/layout/cycle3"/>
    <dgm:cxn modelId="{61E7F898-5BC8-4382-887A-FD2D9EE806A8}" type="presParOf" srcId="{67FD7FFE-0E06-4D10-9250-26BA2468941C}" destId="{BD05E7D6-B568-4E5F-AD2B-9A332F083076}" srcOrd="3" destOrd="0" presId="urn:microsoft.com/office/officeart/2005/8/layout/cycle3"/>
    <dgm:cxn modelId="{CF187FD8-212B-46A1-AEFD-09A26B549287}" type="presParOf" srcId="{67FD7FFE-0E06-4D10-9250-26BA2468941C}" destId="{6FD1E414-FF58-48EE-A36F-F31F38EABB01}" srcOrd="4" destOrd="0" presId="urn:microsoft.com/office/officeart/2005/8/layout/cycle3"/>
    <dgm:cxn modelId="{BCE36E86-4769-4247-A445-2CE50CA6267F}" type="presParOf" srcId="{67FD7FFE-0E06-4D10-9250-26BA2468941C}" destId="{605C9123-2D06-4E18-8C19-BCFE8E29012D}" srcOrd="5" destOrd="0" presId="urn:microsoft.com/office/officeart/2005/8/layout/cycle3"/>
    <dgm:cxn modelId="{CC956673-A75B-43FE-8A37-A8A88B3F8474}" type="presParOf" srcId="{67FD7FFE-0E06-4D10-9250-26BA2468941C}" destId="{A3AEB3FA-E2F7-4429-BFFB-D5FF2492197A}" srcOrd="6" destOrd="0" presId="urn:microsoft.com/office/officeart/2005/8/layout/cycle3"/>
    <dgm:cxn modelId="{800D04C9-7408-4870-8A68-66DA7519F3BD}" type="presParOf" srcId="{67FD7FFE-0E06-4D10-9250-26BA2468941C}" destId="{76B9AC1F-5F29-485C-92DA-DEB82B44D0CE}" srcOrd="7"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0A62E2B-A942-47D0-9502-EDB30DF86368}" type="doc">
      <dgm:prSet loTypeId="urn:microsoft.com/office/officeart/2005/8/layout/cycle3" loCatId="cycle" qsTypeId="urn:microsoft.com/office/officeart/2005/8/quickstyle/simple1" qsCatId="simple" csTypeId="urn:microsoft.com/office/officeart/2005/8/colors/accent2_1" csCatId="accent2" phldr="1"/>
      <dgm:spPr/>
      <dgm:t>
        <a:bodyPr/>
        <a:lstStyle/>
        <a:p>
          <a:endParaRPr lang="en-SG"/>
        </a:p>
      </dgm:t>
    </dgm:pt>
    <dgm:pt modelId="{597BC82E-21D3-4153-91D2-D159BA116E61}">
      <dgm:prSet phldrT="[Text]"/>
      <dgm:spPr>
        <a:ln w="57150"/>
      </dgm:spPr>
      <dgm:t>
        <a:bodyPr/>
        <a:lstStyle/>
        <a:p>
          <a:r>
            <a:rPr lang="en-SG" dirty="0"/>
            <a:t>Data collection</a:t>
          </a:r>
        </a:p>
      </dgm:t>
    </dgm:pt>
    <dgm:pt modelId="{261A3CBA-BE0D-49A3-B111-8C02E7D3683E}" type="parTrans" cxnId="{530982E8-E8C3-4479-B2F7-4F56C821EA8C}">
      <dgm:prSet/>
      <dgm:spPr/>
      <dgm:t>
        <a:bodyPr/>
        <a:lstStyle/>
        <a:p>
          <a:endParaRPr lang="en-SG"/>
        </a:p>
      </dgm:t>
    </dgm:pt>
    <dgm:pt modelId="{5891FF7C-0ED1-4022-8973-C21A9BB6E855}" type="sibTrans" cxnId="{530982E8-E8C3-4479-B2F7-4F56C821EA8C}">
      <dgm:prSet/>
      <dgm:spPr>
        <a:solidFill>
          <a:schemeClr val="accent1">
            <a:lumMod val="60000"/>
            <a:lumOff val="40000"/>
          </a:schemeClr>
        </a:solidFill>
      </dgm:spPr>
      <dgm:t>
        <a:bodyPr/>
        <a:lstStyle/>
        <a:p>
          <a:endParaRPr lang="en-SG"/>
        </a:p>
      </dgm:t>
    </dgm:pt>
    <dgm:pt modelId="{86527905-AEFB-4301-A694-E31E755D699B}">
      <dgm:prSet phldrT="[Text]"/>
      <dgm:spPr/>
      <dgm:t>
        <a:bodyPr/>
        <a:lstStyle/>
        <a:p>
          <a:r>
            <a:rPr lang="en-US" dirty="0"/>
            <a:t>??</a:t>
          </a:r>
          <a:endParaRPr lang="en-SG" dirty="0"/>
        </a:p>
      </dgm:t>
    </dgm:pt>
    <dgm:pt modelId="{F9DEEC00-586A-4391-8238-4FD191DA5F48}" type="parTrans" cxnId="{FA2A2D6C-6A35-40A6-AB55-51BB3AAE4A79}">
      <dgm:prSet/>
      <dgm:spPr/>
      <dgm:t>
        <a:bodyPr/>
        <a:lstStyle/>
        <a:p>
          <a:endParaRPr lang="en-SG"/>
        </a:p>
      </dgm:t>
    </dgm:pt>
    <dgm:pt modelId="{5B4EB1B4-771B-4A19-B591-A59E133EF73F}" type="sibTrans" cxnId="{FA2A2D6C-6A35-40A6-AB55-51BB3AAE4A79}">
      <dgm:prSet/>
      <dgm:spPr/>
      <dgm:t>
        <a:bodyPr/>
        <a:lstStyle/>
        <a:p>
          <a:endParaRPr lang="en-SG"/>
        </a:p>
      </dgm:t>
    </dgm:pt>
    <dgm:pt modelId="{F2D5DA4D-9BE7-450F-889E-5897F038D069}">
      <dgm:prSet phldrT="[Text]" phldr="0"/>
      <dgm:spPr/>
      <dgm:t>
        <a:bodyPr/>
        <a:lstStyle/>
        <a:p>
          <a:pPr rtl="0"/>
          <a:r>
            <a:rPr lang="en-US" dirty="0"/>
            <a:t>??</a:t>
          </a:r>
          <a:endParaRPr lang="en-SG" dirty="0"/>
        </a:p>
      </dgm:t>
    </dgm:pt>
    <dgm:pt modelId="{B4C1305A-E38D-47BF-A045-AE9EAE3D3B88}" type="parTrans" cxnId="{9EC75F91-AA39-4093-95AC-5C6981CA97CA}">
      <dgm:prSet/>
      <dgm:spPr/>
      <dgm:t>
        <a:bodyPr/>
        <a:lstStyle/>
        <a:p>
          <a:endParaRPr lang="en-SG"/>
        </a:p>
      </dgm:t>
    </dgm:pt>
    <dgm:pt modelId="{2CEB374C-E525-4C3B-AF02-27A3BC58E601}" type="sibTrans" cxnId="{9EC75F91-AA39-4093-95AC-5C6981CA97CA}">
      <dgm:prSet/>
      <dgm:spPr/>
      <dgm:t>
        <a:bodyPr/>
        <a:lstStyle/>
        <a:p>
          <a:endParaRPr lang="en-SG"/>
        </a:p>
      </dgm:t>
    </dgm:pt>
    <dgm:pt modelId="{F7559497-4F79-4328-8E24-A8947CDCC1FD}">
      <dgm:prSet phldrT="[Text]"/>
      <dgm:spPr/>
      <dgm:t>
        <a:bodyPr/>
        <a:lstStyle/>
        <a:p>
          <a:pPr rtl="0"/>
          <a:r>
            <a:rPr lang="en-SG" dirty="0">
              <a:latin typeface="Meiryo"/>
            </a:rPr>
            <a:t>Data Transformation</a:t>
          </a:r>
          <a:endParaRPr lang="en-SG" dirty="0"/>
        </a:p>
      </dgm:t>
    </dgm:pt>
    <dgm:pt modelId="{BBD6AC72-BA14-4AA3-8043-0160375E4821}" type="parTrans" cxnId="{C23D5D9F-198B-4D37-B409-6A1EC7134FEA}">
      <dgm:prSet/>
      <dgm:spPr/>
      <dgm:t>
        <a:bodyPr/>
        <a:lstStyle/>
        <a:p>
          <a:endParaRPr lang="en-SG"/>
        </a:p>
      </dgm:t>
    </dgm:pt>
    <dgm:pt modelId="{C99A5069-A6B7-4A3E-8CAE-5D583D915D43}" type="sibTrans" cxnId="{C23D5D9F-198B-4D37-B409-6A1EC7134FEA}">
      <dgm:prSet/>
      <dgm:spPr/>
      <dgm:t>
        <a:bodyPr/>
        <a:lstStyle/>
        <a:p>
          <a:endParaRPr lang="en-SG"/>
        </a:p>
      </dgm:t>
    </dgm:pt>
    <dgm:pt modelId="{81446C1B-5035-4A69-8936-DBED41A44DA3}">
      <dgm:prSet phldrT="[Text]"/>
      <dgm:spPr/>
      <dgm:t>
        <a:bodyPr/>
        <a:lstStyle/>
        <a:p>
          <a:r>
            <a:rPr lang="en-SG" dirty="0"/>
            <a:t>Data Presentation</a:t>
          </a:r>
        </a:p>
      </dgm:t>
    </dgm:pt>
    <dgm:pt modelId="{53DBC0D5-0F10-494E-8BA1-DC4CAA00D7D8}" type="parTrans" cxnId="{50400042-0AF7-4BD4-A68F-4D3286FB53D8}">
      <dgm:prSet/>
      <dgm:spPr/>
      <dgm:t>
        <a:bodyPr/>
        <a:lstStyle/>
        <a:p>
          <a:endParaRPr lang="en-SG"/>
        </a:p>
      </dgm:t>
    </dgm:pt>
    <dgm:pt modelId="{F22552C0-8849-453D-B4FB-D0653E62F24D}" type="sibTrans" cxnId="{50400042-0AF7-4BD4-A68F-4D3286FB53D8}">
      <dgm:prSet/>
      <dgm:spPr/>
      <dgm:t>
        <a:bodyPr/>
        <a:lstStyle/>
        <a:p>
          <a:endParaRPr lang="en-SG"/>
        </a:p>
      </dgm:t>
    </dgm:pt>
    <dgm:pt modelId="{F90EEA47-FC65-48DB-977D-7F01968717A5}">
      <dgm:prSet phldrT="[Text]"/>
      <dgm:spPr>
        <a:ln w="57150"/>
      </dgm:spPr>
      <dgm:t>
        <a:bodyPr/>
        <a:lstStyle/>
        <a:p>
          <a:r>
            <a:rPr lang="en-SG" dirty="0"/>
            <a:t>Formulate Key Questions</a:t>
          </a:r>
        </a:p>
      </dgm:t>
    </dgm:pt>
    <dgm:pt modelId="{0EDDC7FB-E7A2-4E6F-8030-30A7716D97D7}" type="parTrans" cxnId="{2638427F-944E-40B9-9636-6AEB91A8B426}">
      <dgm:prSet/>
      <dgm:spPr/>
      <dgm:t>
        <a:bodyPr/>
        <a:lstStyle/>
        <a:p>
          <a:endParaRPr lang="en-SG"/>
        </a:p>
      </dgm:t>
    </dgm:pt>
    <dgm:pt modelId="{7BEAC32A-8D47-4183-BBFA-771378ADBB3E}" type="sibTrans" cxnId="{2638427F-944E-40B9-9636-6AEB91A8B426}">
      <dgm:prSet/>
      <dgm:spPr/>
      <dgm:t>
        <a:bodyPr/>
        <a:lstStyle/>
        <a:p>
          <a:endParaRPr lang="en-SG"/>
        </a:p>
      </dgm:t>
    </dgm:pt>
    <dgm:pt modelId="{74B6C285-FA1C-478E-81E2-E44F8CC3D345}">
      <dgm:prSet phldrT="[Text]"/>
      <dgm:spPr/>
      <dgm:t>
        <a:bodyPr/>
        <a:lstStyle/>
        <a:p>
          <a:pPr rtl="0"/>
          <a:r>
            <a:rPr lang="en-US" dirty="0"/>
            <a:t>??</a:t>
          </a:r>
          <a:endParaRPr lang="en-SG" dirty="0"/>
        </a:p>
      </dgm:t>
    </dgm:pt>
    <dgm:pt modelId="{B08D53E4-0A7E-4330-8FB5-6C7D46C2C042}" type="parTrans" cxnId="{C87CE803-49B2-4A4B-B1EF-336D0935A60D}">
      <dgm:prSet/>
      <dgm:spPr/>
      <dgm:t>
        <a:bodyPr/>
        <a:lstStyle/>
        <a:p>
          <a:endParaRPr lang="en-SG"/>
        </a:p>
      </dgm:t>
    </dgm:pt>
    <dgm:pt modelId="{FEFCE824-3B4F-4054-90BF-1D0226C13C30}" type="sibTrans" cxnId="{C87CE803-49B2-4A4B-B1EF-336D0935A60D}">
      <dgm:prSet/>
      <dgm:spPr/>
      <dgm:t>
        <a:bodyPr/>
        <a:lstStyle/>
        <a:p>
          <a:endParaRPr lang="en-SG"/>
        </a:p>
      </dgm:t>
    </dgm:pt>
    <dgm:pt modelId="{E47AAE64-C038-4CDE-B3AE-634B098D8B13}" type="pres">
      <dgm:prSet presAssocID="{F0A62E2B-A942-47D0-9502-EDB30DF86368}" presName="Name0" presStyleCnt="0">
        <dgm:presLayoutVars>
          <dgm:dir/>
          <dgm:resizeHandles val="exact"/>
        </dgm:presLayoutVars>
      </dgm:prSet>
      <dgm:spPr/>
    </dgm:pt>
    <dgm:pt modelId="{67FD7FFE-0E06-4D10-9250-26BA2468941C}" type="pres">
      <dgm:prSet presAssocID="{F0A62E2B-A942-47D0-9502-EDB30DF86368}" presName="cycle" presStyleCnt="0"/>
      <dgm:spPr/>
    </dgm:pt>
    <dgm:pt modelId="{56C7ABDC-1114-479C-8351-B5C3D2873259}" type="pres">
      <dgm:prSet presAssocID="{597BC82E-21D3-4153-91D2-D159BA116E61}" presName="nodeFirstNode" presStyleLbl="node1" presStyleIdx="0" presStyleCnt="7" custScaleY="119165">
        <dgm:presLayoutVars>
          <dgm:bulletEnabled val="1"/>
        </dgm:presLayoutVars>
      </dgm:prSet>
      <dgm:spPr/>
    </dgm:pt>
    <dgm:pt modelId="{BE811A66-7852-455D-90C2-B036A395165B}" type="pres">
      <dgm:prSet presAssocID="{5891FF7C-0ED1-4022-8973-C21A9BB6E855}" presName="sibTransFirstNode" presStyleLbl="bgShp" presStyleIdx="0" presStyleCnt="1" custLinFactNeighborX="273" custLinFactNeighborY="-4185"/>
      <dgm:spPr/>
    </dgm:pt>
    <dgm:pt modelId="{3337C923-E4B3-405C-AF27-1BBB74F63993}" type="pres">
      <dgm:prSet presAssocID="{86527905-AEFB-4301-A694-E31E755D699B}" presName="nodeFollowingNodes" presStyleLbl="node1" presStyleIdx="1" presStyleCnt="7" custRadScaleRad="108349" custRadScaleInc="10798">
        <dgm:presLayoutVars>
          <dgm:bulletEnabled val="1"/>
        </dgm:presLayoutVars>
      </dgm:prSet>
      <dgm:spPr/>
    </dgm:pt>
    <dgm:pt modelId="{BD05E7D6-B568-4E5F-AD2B-9A332F083076}" type="pres">
      <dgm:prSet presAssocID="{F2D5DA4D-9BE7-450F-889E-5897F038D069}" presName="nodeFollowingNodes" presStyleLbl="node1" presStyleIdx="2" presStyleCnt="7" custRadScaleRad="91904" custRadScaleInc="-6805">
        <dgm:presLayoutVars>
          <dgm:bulletEnabled val="1"/>
        </dgm:presLayoutVars>
      </dgm:prSet>
      <dgm:spPr/>
    </dgm:pt>
    <dgm:pt modelId="{6FD1E414-FF58-48EE-A36F-F31F38EABB01}" type="pres">
      <dgm:prSet presAssocID="{F7559497-4F79-4328-8E24-A8947CDCC1FD}" presName="nodeFollowingNodes" presStyleLbl="node1" presStyleIdx="3" presStyleCnt="7" custRadScaleRad="80073" custRadScaleInc="-2336">
        <dgm:presLayoutVars>
          <dgm:bulletEnabled val="1"/>
        </dgm:presLayoutVars>
      </dgm:prSet>
      <dgm:spPr/>
    </dgm:pt>
    <dgm:pt modelId="{605C9123-2D06-4E18-8C19-BCFE8E29012D}" type="pres">
      <dgm:prSet presAssocID="{74B6C285-FA1C-478E-81E2-E44F8CC3D345}" presName="nodeFollowingNodes" presStyleLbl="node1" presStyleIdx="4" presStyleCnt="7" custRadScaleRad="108050" custRadScaleInc="60804">
        <dgm:presLayoutVars>
          <dgm:bulletEnabled val="1"/>
        </dgm:presLayoutVars>
      </dgm:prSet>
      <dgm:spPr/>
    </dgm:pt>
    <dgm:pt modelId="{A3AEB3FA-E2F7-4429-BFFB-D5FF2492197A}" type="pres">
      <dgm:prSet presAssocID="{81446C1B-5035-4A69-8936-DBED41A44DA3}" presName="nodeFollowingNodes" presStyleLbl="node1" presStyleIdx="5" presStyleCnt="7" custRadScaleRad="104015" custRadScaleInc="11839">
        <dgm:presLayoutVars>
          <dgm:bulletEnabled val="1"/>
        </dgm:presLayoutVars>
      </dgm:prSet>
      <dgm:spPr/>
    </dgm:pt>
    <dgm:pt modelId="{76B9AC1F-5F29-485C-92DA-DEB82B44D0CE}" type="pres">
      <dgm:prSet presAssocID="{F90EEA47-FC65-48DB-977D-7F01968717A5}" presName="nodeFollowingNodes" presStyleLbl="node1" presStyleIdx="6" presStyleCnt="7" custRadScaleRad="113782" custRadScaleInc="-19021">
        <dgm:presLayoutVars>
          <dgm:bulletEnabled val="1"/>
        </dgm:presLayoutVars>
      </dgm:prSet>
      <dgm:spPr/>
    </dgm:pt>
  </dgm:ptLst>
  <dgm:cxnLst>
    <dgm:cxn modelId="{C87CE803-49B2-4A4B-B1EF-336D0935A60D}" srcId="{F0A62E2B-A942-47D0-9502-EDB30DF86368}" destId="{74B6C285-FA1C-478E-81E2-E44F8CC3D345}" srcOrd="4" destOrd="0" parTransId="{B08D53E4-0A7E-4330-8FB5-6C7D46C2C042}" sibTransId="{FEFCE824-3B4F-4054-90BF-1D0226C13C30}"/>
    <dgm:cxn modelId="{E9C92716-E9A2-463A-AF54-57CBDE1547D9}" type="presOf" srcId="{74B6C285-FA1C-478E-81E2-E44F8CC3D345}" destId="{605C9123-2D06-4E18-8C19-BCFE8E29012D}" srcOrd="0" destOrd="0" presId="urn:microsoft.com/office/officeart/2005/8/layout/cycle3"/>
    <dgm:cxn modelId="{3B62EC1E-C51E-4527-986B-5D9D149490CB}" type="presOf" srcId="{F90EEA47-FC65-48DB-977D-7F01968717A5}" destId="{76B9AC1F-5F29-485C-92DA-DEB82B44D0CE}" srcOrd="0" destOrd="0" presId="urn:microsoft.com/office/officeart/2005/8/layout/cycle3"/>
    <dgm:cxn modelId="{77A28923-4F43-4DB2-A49E-DEF1A84DCA5A}" type="presOf" srcId="{86527905-AEFB-4301-A694-E31E755D699B}" destId="{3337C923-E4B3-405C-AF27-1BBB74F63993}" srcOrd="0" destOrd="0" presId="urn:microsoft.com/office/officeart/2005/8/layout/cycle3"/>
    <dgm:cxn modelId="{50400042-0AF7-4BD4-A68F-4D3286FB53D8}" srcId="{F0A62E2B-A942-47D0-9502-EDB30DF86368}" destId="{81446C1B-5035-4A69-8936-DBED41A44DA3}" srcOrd="5" destOrd="0" parTransId="{53DBC0D5-0F10-494E-8BA1-DC4CAA00D7D8}" sibTransId="{F22552C0-8849-453D-B4FB-D0653E62F24D}"/>
    <dgm:cxn modelId="{F81D1C62-8776-4D0B-86CA-51B1F05A22F2}" type="presOf" srcId="{5891FF7C-0ED1-4022-8973-C21A9BB6E855}" destId="{BE811A66-7852-455D-90C2-B036A395165B}" srcOrd="0" destOrd="0" presId="urn:microsoft.com/office/officeart/2005/8/layout/cycle3"/>
    <dgm:cxn modelId="{808C814A-15E9-4B14-96EE-B41CFBBB9CEF}" type="presOf" srcId="{81446C1B-5035-4A69-8936-DBED41A44DA3}" destId="{A3AEB3FA-E2F7-4429-BFFB-D5FF2492197A}" srcOrd="0" destOrd="0" presId="urn:microsoft.com/office/officeart/2005/8/layout/cycle3"/>
    <dgm:cxn modelId="{FA2A2D6C-6A35-40A6-AB55-51BB3AAE4A79}" srcId="{F0A62E2B-A942-47D0-9502-EDB30DF86368}" destId="{86527905-AEFB-4301-A694-E31E755D699B}" srcOrd="1" destOrd="0" parTransId="{F9DEEC00-586A-4391-8238-4FD191DA5F48}" sibTransId="{5B4EB1B4-771B-4A19-B591-A59E133EF73F}"/>
    <dgm:cxn modelId="{F98B8871-A994-42AD-BCFC-A191ABD04E5C}" type="presOf" srcId="{F2D5DA4D-9BE7-450F-889E-5897F038D069}" destId="{BD05E7D6-B568-4E5F-AD2B-9A332F083076}" srcOrd="0" destOrd="0" presId="urn:microsoft.com/office/officeart/2005/8/layout/cycle3"/>
    <dgm:cxn modelId="{2638427F-944E-40B9-9636-6AEB91A8B426}" srcId="{F0A62E2B-A942-47D0-9502-EDB30DF86368}" destId="{F90EEA47-FC65-48DB-977D-7F01968717A5}" srcOrd="6" destOrd="0" parTransId="{0EDDC7FB-E7A2-4E6F-8030-30A7716D97D7}" sibTransId="{7BEAC32A-8D47-4183-BBFA-771378ADBB3E}"/>
    <dgm:cxn modelId="{9F39718E-CB7D-48CE-86A9-37C5E5ED9107}" type="presOf" srcId="{597BC82E-21D3-4153-91D2-D159BA116E61}" destId="{56C7ABDC-1114-479C-8351-B5C3D2873259}" srcOrd="0" destOrd="0" presId="urn:microsoft.com/office/officeart/2005/8/layout/cycle3"/>
    <dgm:cxn modelId="{9EC75F91-AA39-4093-95AC-5C6981CA97CA}" srcId="{F0A62E2B-A942-47D0-9502-EDB30DF86368}" destId="{F2D5DA4D-9BE7-450F-889E-5897F038D069}" srcOrd="2" destOrd="0" parTransId="{B4C1305A-E38D-47BF-A045-AE9EAE3D3B88}" sibTransId="{2CEB374C-E525-4C3B-AF02-27A3BC58E601}"/>
    <dgm:cxn modelId="{C23D5D9F-198B-4D37-B409-6A1EC7134FEA}" srcId="{F0A62E2B-A942-47D0-9502-EDB30DF86368}" destId="{F7559497-4F79-4328-8E24-A8947CDCC1FD}" srcOrd="3" destOrd="0" parTransId="{BBD6AC72-BA14-4AA3-8043-0160375E4821}" sibTransId="{C99A5069-A6B7-4A3E-8CAE-5D583D915D43}"/>
    <dgm:cxn modelId="{B905B5AE-E2FB-45B5-B521-AA44D8A647A9}" type="presOf" srcId="{F0A62E2B-A942-47D0-9502-EDB30DF86368}" destId="{E47AAE64-C038-4CDE-B3AE-634B098D8B13}" srcOrd="0" destOrd="0" presId="urn:microsoft.com/office/officeart/2005/8/layout/cycle3"/>
    <dgm:cxn modelId="{C562ECC7-1DAC-4ECF-AB96-B9C311A5E328}" type="presOf" srcId="{F7559497-4F79-4328-8E24-A8947CDCC1FD}" destId="{6FD1E414-FF58-48EE-A36F-F31F38EABB01}" srcOrd="0" destOrd="0" presId="urn:microsoft.com/office/officeart/2005/8/layout/cycle3"/>
    <dgm:cxn modelId="{530982E8-E8C3-4479-B2F7-4F56C821EA8C}" srcId="{F0A62E2B-A942-47D0-9502-EDB30DF86368}" destId="{597BC82E-21D3-4153-91D2-D159BA116E61}" srcOrd="0" destOrd="0" parTransId="{261A3CBA-BE0D-49A3-B111-8C02E7D3683E}" sibTransId="{5891FF7C-0ED1-4022-8973-C21A9BB6E855}"/>
    <dgm:cxn modelId="{DDFEBE5E-6FE2-4EFC-AF8F-91C91AD3A908}" type="presParOf" srcId="{E47AAE64-C038-4CDE-B3AE-634B098D8B13}" destId="{67FD7FFE-0E06-4D10-9250-26BA2468941C}" srcOrd="0" destOrd="0" presId="urn:microsoft.com/office/officeart/2005/8/layout/cycle3"/>
    <dgm:cxn modelId="{A788D8D9-DF02-4257-88D1-D3FDE269C8D6}" type="presParOf" srcId="{67FD7FFE-0E06-4D10-9250-26BA2468941C}" destId="{56C7ABDC-1114-479C-8351-B5C3D2873259}" srcOrd="0" destOrd="0" presId="urn:microsoft.com/office/officeart/2005/8/layout/cycle3"/>
    <dgm:cxn modelId="{834662B3-EE83-4EAA-90F6-21D7634E436F}" type="presParOf" srcId="{67FD7FFE-0E06-4D10-9250-26BA2468941C}" destId="{BE811A66-7852-455D-90C2-B036A395165B}" srcOrd="1" destOrd="0" presId="urn:microsoft.com/office/officeart/2005/8/layout/cycle3"/>
    <dgm:cxn modelId="{3CAE0813-569F-447B-99F2-C49E630CBEBD}" type="presParOf" srcId="{67FD7FFE-0E06-4D10-9250-26BA2468941C}" destId="{3337C923-E4B3-405C-AF27-1BBB74F63993}" srcOrd="2" destOrd="0" presId="urn:microsoft.com/office/officeart/2005/8/layout/cycle3"/>
    <dgm:cxn modelId="{61E7F898-5BC8-4382-887A-FD2D9EE806A8}" type="presParOf" srcId="{67FD7FFE-0E06-4D10-9250-26BA2468941C}" destId="{BD05E7D6-B568-4E5F-AD2B-9A332F083076}" srcOrd="3" destOrd="0" presId="urn:microsoft.com/office/officeart/2005/8/layout/cycle3"/>
    <dgm:cxn modelId="{CF187FD8-212B-46A1-AEFD-09A26B549287}" type="presParOf" srcId="{67FD7FFE-0E06-4D10-9250-26BA2468941C}" destId="{6FD1E414-FF58-48EE-A36F-F31F38EABB01}" srcOrd="4" destOrd="0" presId="urn:microsoft.com/office/officeart/2005/8/layout/cycle3"/>
    <dgm:cxn modelId="{BCE36E86-4769-4247-A445-2CE50CA6267F}" type="presParOf" srcId="{67FD7FFE-0E06-4D10-9250-26BA2468941C}" destId="{605C9123-2D06-4E18-8C19-BCFE8E29012D}" srcOrd="5" destOrd="0" presId="urn:microsoft.com/office/officeart/2005/8/layout/cycle3"/>
    <dgm:cxn modelId="{CC956673-A75B-43FE-8A37-A8A88B3F8474}" type="presParOf" srcId="{67FD7FFE-0E06-4D10-9250-26BA2468941C}" destId="{A3AEB3FA-E2F7-4429-BFFB-D5FF2492197A}" srcOrd="6" destOrd="0" presId="urn:microsoft.com/office/officeart/2005/8/layout/cycle3"/>
    <dgm:cxn modelId="{800D04C9-7408-4870-8A68-66DA7519F3BD}" type="presParOf" srcId="{67FD7FFE-0E06-4D10-9250-26BA2468941C}" destId="{76B9AC1F-5F29-485C-92DA-DEB82B44D0CE}" srcOrd="7"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A9E8945-5CA9-411C-B5D9-8B7C126643B6}" type="doc">
      <dgm:prSet loTypeId="urn:microsoft.com/office/officeart/2018/2/layout/IconCircleList" loCatId="icon" qsTypeId="urn:microsoft.com/office/officeart/2005/8/quickstyle/simple1" qsCatId="simple" csTypeId="urn:microsoft.com/office/officeart/2018/5/colors/Iconchunking_neutralbg_accent5_2" csCatId="accent5" phldr="1"/>
      <dgm:spPr/>
      <dgm:t>
        <a:bodyPr/>
        <a:lstStyle/>
        <a:p>
          <a:endParaRPr lang="en-US"/>
        </a:p>
      </dgm:t>
    </dgm:pt>
    <dgm:pt modelId="{A6F5A69A-56C7-43FD-BB3B-1D60D139584B}">
      <dgm:prSet/>
      <dgm:spPr/>
      <dgm:t>
        <a:bodyPr/>
        <a:lstStyle/>
        <a:p>
          <a:r>
            <a:rPr lang="en-US" dirty="0"/>
            <a:t>Why data analytics?</a:t>
          </a:r>
        </a:p>
      </dgm:t>
    </dgm:pt>
    <dgm:pt modelId="{9507840B-698C-4970-950C-E40489E27CB2}" type="parTrans" cxnId="{A28F1717-A956-499D-81F9-7BD818A915A4}">
      <dgm:prSet/>
      <dgm:spPr/>
      <dgm:t>
        <a:bodyPr/>
        <a:lstStyle/>
        <a:p>
          <a:endParaRPr lang="en-US"/>
        </a:p>
      </dgm:t>
    </dgm:pt>
    <dgm:pt modelId="{C42FE8EE-443A-4160-A435-5EFCC9FB415E}" type="sibTrans" cxnId="{A28F1717-A956-499D-81F9-7BD818A915A4}">
      <dgm:prSet/>
      <dgm:spPr/>
      <dgm:t>
        <a:bodyPr/>
        <a:lstStyle/>
        <a:p>
          <a:endParaRPr lang="en-US"/>
        </a:p>
      </dgm:t>
    </dgm:pt>
    <dgm:pt modelId="{E783F816-6E7F-4C34-ACC2-C7736C299A9F}">
      <dgm:prSet/>
      <dgm:spPr/>
      <dgm:t>
        <a:bodyPr/>
        <a:lstStyle/>
        <a:p>
          <a:r>
            <a:rPr lang="en-SG" dirty="0"/>
            <a:t>Data Analytics Process</a:t>
          </a:r>
          <a:endParaRPr lang="en-US" dirty="0"/>
        </a:p>
      </dgm:t>
    </dgm:pt>
    <dgm:pt modelId="{F9E3E792-3E69-4C1A-A8CC-361E5141F9B0}" type="parTrans" cxnId="{448AD100-A478-417F-B319-3C2D9A982D6D}">
      <dgm:prSet/>
      <dgm:spPr/>
      <dgm:t>
        <a:bodyPr/>
        <a:lstStyle/>
        <a:p>
          <a:endParaRPr lang="en-US"/>
        </a:p>
      </dgm:t>
    </dgm:pt>
    <dgm:pt modelId="{C82E5569-0F2A-4CB8-BB82-4A63A2B4D7A1}" type="sibTrans" cxnId="{448AD100-A478-417F-B319-3C2D9A982D6D}">
      <dgm:prSet/>
      <dgm:spPr/>
      <dgm:t>
        <a:bodyPr/>
        <a:lstStyle/>
        <a:p>
          <a:endParaRPr lang="en-US"/>
        </a:p>
      </dgm:t>
    </dgm:pt>
    <dgm:pt modelId="{37829583-ED24-4A66-8E04-28AC120258CD}">
      <dgm:prSet/>
      <dgm:spPr/>
      <dgm:t>
        <a:bodyPr/>
        <a:lstStyle/>
        <a:p>
          <a:r>
            <a:rPr lang="en-SG" dirty="0"/>
            <a:t>The four levels of analytics</a:t>
          </a:r>
          <a:endParaRPr lang="en-US" dirty="0"/>
        </a:p>
      </dgm:t>
    </dgm:pt>
    <dgm:pt modelId="{5D354AF8-5C9D-49AE-8CEF-2414BC3CDCB2}" type="parTrans" cxnId="{3AE0B39B-6B35-4BE4-91E0-014C960A25EA}">
      <dgm:prSet/>
      <dgm:spPr/>
      <dgm:t>
        <a:bodyPr/>
        <a:lstStyle/>
        <a:p>
          <a:endParaRPr lang="en-US"/>
        </a:p>
      </dgm:t>
    </dgm:pt>
    <dgm:pt modelId="{8A094C49-56A7-4E39-B0FD-56A5B9144A5D}" type="sibTrans" cxnId="{3AE0B39B-6B35-4BE4-91E0-014C960A25EA}">
      <dgm:prSet/>
      <dgm:spPr/>
      <dgm:t>
        <a:bodyPr/>
        <a:lstStyle/>
        <a:p>
          <a:endParaRPr lang="en-US"/>
        </a:p>
      </dgm:t>
    </dgm:pt>
    <dgm:pt modelId="{67B84C90-544F-4280-AA9D-F9B2C51587EF}">
      <dgm:prSet/>
      <dgm:spPr/>
      <dgm:t>
        <a:bodyPr/>
        <a:lstStyle/>
        <a:p>
          <a:r>
            <a:rPr lang="en-US" dirty="0"/>
            <a:t>Central Tendency/Spread</a:t>
          </a:r>
        </a:p>
      </dgm:t>
    </dgm:pt>
    <dgm:pt modelId="{B85F168B-D3D0-4F2E-B216-95D66C9F901A}" type="parTrans" cxnId="{E2B90BCC-E9EB-40D5-843F-137705C4828F}">
      <dgm:prSet/>
      <dgm:spPr/>
      <dgm:t>
        <a:bodyPr/>
        <a:lstStyle/>
        <a:p>
          <a:endParaRPr lang="en-US"/>
        </a:p>
      </dgm:t>
    </dgm:pt>
    <dgm:pt modelId="{E727788A-A6FB-4FBD-9159-ABA215E7DEBC}" type="sibTrans" cxnId="{E2B90BCC-E9EB-40D5-843F-137705C4828F}">
      <dgm:prSet/>
      <dgm:spPr/>
      <dgm:t>
        <a:bodyPr/>
        <a:lstStyle/>
        <a:p>
          <a:endParaRPr lang="en-US"/>
        </a:p>
      </dgm:t>
    </dgm:pt>
    <dgm:pt modelId="{D25988FE-2F5E-4E00-85FF-FE274F86A443}" type="pres">
      <dgm:prSet presAssocID="{4A9E8945-5CA9-411C-B5D9-8B7C126643B6}" presName="root" presStyleCnt="0">
        <dgm:presLayoutVars>
          <dgm:dir/>
          <dgm:resizeHandles val="exact"/>
        </dgm:presLayoutVars>
      </dgm:prSet>
      <dgm:spPr/>
    </dgm:pt>
    <dgm:pt modelId="{C5205B85-8914-47A1-AA71-3D5A5050F059}" type="pres">
      <dgm:prSet presAssocID="{4A9E8945-5CA9-411C-B5D9-8B7C126643B6}" presName="container" presStyleCnt="0">
        <dgm:presLayoutVars>
          <dgm:dir/>
          <dgm:resizeHandles val="exact"/>
        </dgm:presLayoutVars>
      </dgm:prSet>
      <dgm:spPr/>
    </dgm:pt>
    <dgm:pt modelId="{E07A3271-D160-4370-90A5-58903EC48FF3}" type="pres">
      <dgm:prSet presAssocID="{A6F5A69A-56C7-43FD-BB3B-1D60D139584B}" presName="compNode" presStyleCnt="0"/>
      <dgm:spPr/>
    </dgm:pt>
    <dgm:pt modelId="{155D2487-B199-4A89-8942-D421274EA0AC}" type="pres">
      <dgm:prSet presAssocID="{A6F5A69A-56C7-43FD-BB3B-1D60D139584B}" presName="iconBgRect" presStyleLbl="bgShp" presStyleIdx="0" presStyleCnt="4"/>
      <dgm:spPr/>
    </dgm:pt>
    <dgm:pt modelId="{D75B5976-1751-4271-8900-0FF8CB1172C6}" type="pres">
      <dgm:prSet presAssocID="{A6F5A69A-56C7-43FD-BB3B-1D60D139584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lectrician"/>
        </a:ext>
      </dgm:extLst>
    </dgm:pt>
    <dgm:pt modelId="{B085A59A-EA82-433A-9C59-0A7212D3EADD}" type="pres">
      <dgm:prSet presAssocID="{A6F5A69A-56C7-43FD-BB3B-1D60D139584B}" presName="spaceRect" presStyleCnt="0"/>
      <dgm:spPr/>
    </dgm:pt>
    <dgm:pt modelId="{C30ABDDF-6785-4C9B-8777-53EB235CC135}" type="pres">
      <dgm:prSet presAssocID="{A6F5A69A-56C7-43FD-BB3B-1D60D139584B}" presName="textRect" presStyleLbl="revTx" presStyleIdx="0" presStyleCnt="4">
        <dgm:presLayoutVars>
          <dgm:chMax val="1"/>
          <dgm:chPref val="1"/>
        </dgm:presLayoutVars>
      </dgm:prSet>
      <dgm:spPr/>
    </dgm:pt>
    <dgm:pt modelId="{65D4B3B8-A581-449D-9D07-1DD3CD2C6666}" type="pres">
      <dgm:prSet presAssocID="{C42FE8EE-443A-4160-A435-5EFCC9FB415E}" presName="sibTrans" presStyleLbl="sibTrans2D1" presStyleIdx="0" presStyleCnt="0"/>
      <dgm:spPr/>
    </dgm:pt>
    <dgm:pt modelId="{5F091C6F-0FAD-40B2-BBBA-6120103BBBFB}" type="pres">
      <dgm:prSet presAssocID="{E783F816-6E7F-4C34-ACC2-C7736C299A9F}" presName="compNode" presStyleCnt="0"/>
      <dgm:spPr/>
    </dgm:pt>
    <dgm:pt modelId="{52F9A2A4-7730-4241-9F31-3412A00C2C70}" type="pres">
      <dgm:prSet presAssocID="{E783F816-6E7F-4C34-ACC2-C7736C299A9F}" presName="iconBgRect" presStyleLbl="bgShp" presStyleIdx="1" presStyleCnt="4"/>
      <dgm:spPr/>
    </dgm:pt>
    <dgm:pt modelId="{34F264D6-4A6C-4068-8EE3-7E3E4475E8C0}" type="pres">
      <dgm:prSet presAssocID="{E783F816-6E7F-4C34-ACC2-C7736C299A9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7501AACD-6BE4-4B27-B12C-BF51202B7BB7}" type="pres">
      <dgm:prSet presAssocID="{E783F816-6E7F-4C34-ACC2-C7736C299A9F}" presName="spaceRect" presStyleCnt="0"/>
      <dgm:spPr/>
    </dgm:pt>
    <dgm:pt modelId="{02A6AD03-11CF-4D0D-B29C-F87FFB144598}" type="pres">
      <dgm:prSet presAssocID="{E783F816-6E7F-4C34-ACC2-C7736C299A9F}" presName="textRect" presStyleLbl="revTx" presStyleIdx="1" presStyleCnt="4">
        <dgm:presLayoutVars>
          <dgm:chMax val="1"/>
          <dgm:chPref val="1"/>
        </dgm:presLayoutVars>
      </dgm:prSet>
      <dgm:spPr/>
    </dgm:pt>
    <dgm:pt modelId="{831AE3C6-FFD1-4E98-9F56-4B80E5261229}" type="pres">
      <dgm:prSet presAssocID="{C82E5569-0F2A-4CB8-BB82-4A63A2B4D7A1}" presName="sibTrans" presStyleLbl="sibTrans2D1" presStyleIdx="0" presStyleCnt="0"/>
      <dgm:spPr/>
    </dgm:pt>
    <dgm:pt modelId="{52C46D05-B99C-473E-AC93-271C9857CF79}" type="pres">
      <dgm:prSet presAssocID="{37829583-ED24-4A66-8E04-28AC120258CD}" presName="compNode" presStyleCnt="0"/>
      <dgm:spPr/>
    </dgm:pt>
    <dgm:pt modelId="{D9D7694D-187B-499D-B107-286F0A9A19AA}" type="pres">
      <dgm:prSet presAssocID="{37829583-ED24-4A66-8E04-28AC120258CD}" presName="iconBgRect" presStyleLbl="bgShp" presStyleIdx="2" presStyleCnt="4"/>
      <dgm:spPr/>
    </dgm:pt>
    <dgm:pt modelId="{9F1D342A-870E-4F29-A032-28ABDE1F2625}" type="pres">
      <dgm:prSet presAssocID="{37829583-ED24-4A66-8E04-28AC120258C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yramid with Levels"/>
        </a:ext>
      </dgm:extLst>
    </dgm:pt>
    <dgm:pt modelId="{EEA79195-C061-4BB3-A6F3-212603C2C9D0}" type="pres">
      <dgm:prSet presAssocID="{37829583-ED24-4A66-8E04-28AC120258CD}" presName="spaceRect" presStyleCnt="0"/>
      <dgm:spPr/>
    </dgm:pt>
    <dgm:pt modelId="{24D1E94C-10D6-4A8E-A6D2-7ADE41D5105B}" type="pres">
      <dgm:prSet presAssocID="{37829583-ED24-4A66-8E04-28AC120258CD}" presName="textRect" presStyleLbl="revTx" presStyleIdx="2" presStyleCnt="4" custScaleX="110310" custLinFactNeighborX="-1056" custLinFactNeighborY="2489">
        <dgm:presLayoutVars>
          <dgm:chMax val="1"/>
          <dgm:chPref val="1"/>
        </dgm:presLayoutVars>
      </dgm:prSet>
      <dgm:spPr/>
    </dgm:pt>
    <dgm:pt modelId="{A00E19B8-2ADD-4B49-9F49-56DC256F72A2}" type="pres">
      <dgm:prSet presAssocID="{8A094C49-56A7-4E39-B0FD-56A5B9144A5D}" presName="sibTrans" presStyleLbl="sibTrans2D1" presStyleIdx="0" presStyleCnt="0"/>
      <dgm:spPr/>
    </dgm:pt>
    <dgm:pt modelId="{95E3F7B8-9C6B-4434-9730-D20CF9CC5FCF}" type="pres">
      <dgm:prSet presAssocID="{67B84C90-544F-4280-AA9D-F9B2C51587EF}" presName="compNode" presStyleCnt="0"/>
      <dgm:spPr/>
    </dgm:pt>
    <dgm:pt modelId="{EDD21C9D-7D5A-467B-B52E-8B61994AD865}" type="pres">
      <dgm:prSet presAssocID="{67B84C90-544F-4280-AA9D-F9B2C51587EF}" presName="iconBgRect" presStyleLbl="bgShp" presStyleIdx="3" presStyleCnt="4"/>
      <dgm:spPr/>
    </dgm:pt>
    <dgm:pt modelId="{FBB430B9-E9F5-420D-BC02-572DB9FF51AF}" type="pres">
      <dgm:prSet presAssocID="{67B84C90-544F-4280-AA9D-F9B2C51587E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ze"/>
        </a:ext>
      </dgm:extLst>
    </dgm:pt>
    <dgm:pt modelId="{ED8A8D16-BB38-4CDF-96BD-609CD92433B7}" type="pres">
      <dgm:prSet presAssocID="{67B84C90-544F-4280-AA9D-F9B2C51587EF}" presName="spaceRect" presStyleCnt="0"/>
      <dgm:spPr/>
    </dgm:pt>
    <dgm:pt modelId="{207D6B38-B8DF-4BBE-8378-57F4E94436FE}" type="pres">
      <dgm:prSet presAssocID="{67B84C90-544F-4280-AA9D-F9B2C51587EF}" presName="textRect" presStyleLbl="revTx" presStyleIdx="3" presStyleCnt="4" custScaleX="112672">
        <dgm:presLayoutVars>
          <dgm:chMax val="1"/>
          <dgm:chPref val="1"/>
        </dgm:presLayoutVars>
      </dgm:prSet>
      <dgm:spPr/>
    </dgm:pt>
  </dgm:ptLst>
  <dgm:cxnLst>
    <dgm:cxn modelId="{448AD100-A478-417F-B319-3C2D9A982D6D}" srcId="{4A9E8945-5CA9-411C-B5D9-8B7C126643B6}" destId="{E783F816-6E7F-4C34-ACC2-C7736C299A9F}" srcOrd="1" destOrd="0" parTransId="{F9E3E792-3E69-4C1A-A8CC-361E5141F9B0}" sibTransId="{C82E5569-0F2A-4CB8-BB82-4A63A2B4D7A1}"/>
    <dgm:cxn modelId="{A28F1717-A956-499D-81F9-7BD818A915A4}" srcId="{4A9E8945-5CA9-411C-B5D9-8B7C126643B6}" destId="{A6F5A69A-56C7-43FD-BB3B-1D60D139584B}" srcOrd="0" destOrd="0" parTransId="{9507840B-698C-4970-950C-E40489E27CB2}" sibTransId="{C42FE8EE-443A-4160-A435-5EFCC9FB415E}"/>
    <dgm:cxn modelId="{C6AB212E-45BF-4678-8D15-3593C0235749}" type="presOf" srcId="{C42FE8EE-443A-4160-A435-5EFCC9FB415E}" destId="{65D4B3B8-A581-449D-9D07-1DD3CD2C6666}" srcOrd="0" destOrd="0" presId="urn:microsoft.com/office/officeart/2018/2/layout/IconCircleList"/>
    <dgm:cxn modelId="{E1C76B4D-5CDB-4800-BD59-4DCC6AD69546}" type="presOf" srcId="{E783F816-6E7F-4C34-ACC2-C7736C299A9F}" destId="{02A6AD03-11CF-4D0D-B29C-F87FFB144598}" srcOrd="0" destOrd="0" presId="urn:microsoft.com/office/officeart/2018/2/layout/IconCircleList"/>
    <dgm:cxn modelId="{6B438F78-04A2-4227-A5BF-969063AE2AE1}" type="presOf" srcId="{C82E5569-0F2A-4CB8-BB82-4A63A2B4D7A1}" destId="{831AE3C6-FFD1-4E98-9F56-4B80E5261229}" srcOrd="0" destOrd="0" presId="urn:microsoft.com/office/officeart/2018/2/layout/IconCircleList"/>
    <dgm:cxn modelId="{04823B82-FE0F-4212-A6EE-0AFBC7F6B6B3}" type="presOf" srcId="{8A094C49-56A7-4E39-B0FD-56A5B9144A5D}" destId="{A00E19B8-2ADD-4B49-9F49-56DC256F72A2}" srcOrd="0" destOrd="0" presId="urn:microsoft.com/office/officeart/2018/2/layout/IconCircleList"/>
    <dgm:cxn modelId="{544D5388-506E-4B7D-9835-98F710A2C9AC}" type="presOf" srcId="{67B84C90-544F-4280-AA9D-F9B2C51587EF}" destId="{207D6B38-B8DF-4BBE-8378-57F4E94436FE}" srcOrd="0" destOrd="0" presId="urn:microsoft.com/office/officeart/2018/2/layout/IconCircleList"/>
    <dgm:cxn modelId="{B45EC69A-3A38-4C89-9558-4DF50686BCAE}" type="presOf" srcId="{A6F5A69A-56C7-43FD-BB3B-1D60D139584B}" destId="{C30ABDDF-6785-4C9B-8777-53EB235CC135}" srcOrd="0" destOrd="0" presId="urn:microsoft.com/office/officeart/2018/2/layout/IconCircleList"/>
    <dgm:cxn modelId="{3AE0B39B-6B35-4BE4-91E0-014C960A25EA}" srcId="{4A9E8945-5CA9-411C-B5D9-8B7C126643B6}" destId="{37829583-ED24-4A66-8E04-28AC120258CD}" srcOrd="2" destOrd="0" parTransId="{5D354AF8-5C9D-49AE-8CEF-2414BC3CDCB2}" sibTransId="{8A094C49-56A7-4E39-B0FD-56A5B9144A5D}"/>
    <dgm:cxn modelId="{A0A1C6AA-C6E1-451D-A439-71F498A28D11}" type="presOf" srcId="{37829583-ED24-4A66-8E04-28AC120258CD}" destId="{24D1E94C-10D6-4A8E-A6D2-7ADE41D5105B}" srcOrd="0" destOrd="0" presId="urn:microsoft.com/office/officeart/2018/2/layout/IconCircleList"/>
    <dgm:cxn modelId="{E2B90BCC-E9EB-40D5-843F-137705C4828F}" srcId="{4A9E8945-5CA9-411C-B5D9-8B7C126643B6}" destId="{67B84C90-544F-4280-AA9D-F9B2C51587EF}" srcOrd="3" destOrd="0" parTransId="{B85F168B-D3D0-4F2E-B216-95D66C9F901A}" sibTransId="{E727788A-A6FB-4FBD-9159-ABA215E7DEBC}"/>
    <dgm:cxn modelId="{086613E0-0B56-46C6-8964-56A9ADBCE875}" type="presOf" srcId="{4A9E8945-5CA9-411C-B5D9-8B7C126643B6}" destId="{D25988FE-2F5E-4E00-85FF-FE274F86A443}" srcOrd="0" destOrd="0" presId="urn:microsoft.com/office/officeart/2018/2/layout/IconCircleList"/>
    <dgm:cxn modelId="{4084F622-6144-4CFB-B116-AA40BD7E577A}" type="presParOf" srcId="{D25988FE-2F5E-4E00-85FF-FE274F86A443}" destId="{C5205B85-8914-47A1-AA71-3D5A5050F059}" srcOrd="0" destOrd="0" presId="urn:microsoft.com/office/officeart/2018/2/layout/IconCircleList"/>
    <dgm:cxn modelId="{3B559997-6CC9-4B14-98FB-1A460D491ECB}" type="presParOf" srcId="{C5205B85-8914-47A1-AA71-3D5A5050F059}" destId="{E07A3271-D160-4370-90A5-58903EC48FF3}" srcOrd="0" destOrd="0" presId="urn:microsoft.com/office/officeart/2018/2/layout/IconCircleList"/>
    <dgm:cxn modelId="{5D1656A8-702D-4163-9C1D-7D8888CE4945}" type="presParOf" srcId="{E07A3271-D160-4370-90A5-58903EC48FF3}" destId="{155D2487-B199-4A89-8942-D421274EA0AC}" srcOrd="0" destOrd="0" presId="urn:microsoft.com/office/officeart/2018/2/layout/IconCircleList"/>
    <dgm:cxn modelId="{6FAF94B2-EC11-41EC-A1C7-A9CBA2389558}" type="presParOf" srcId="{E07A3271-D160-4370-90A5-58903EC48FF3}" destId="{D75B5976-1751-4271-8900-0FF8CB1172C6}" srcOrd="1" destOrd="0" presId="urn:microsoft.com/office/officeart/2018/2/layout/IconCircleList"/>
    <dgm:cxn modelId="{3F9DC884-3524-4A71-A97D-4E7F83604FDB}" type="presParOf" srcId="{E07A3271-D160-4370-90A5-58903EC48FF3}" destId="{B085A59A-EA82-433A-9C59-0A7212D3EADD}" srcOrd="2" destOrd="0" presId="urn:microsoft.com/office/officeart/2018/2/layout/IconCircleList"/>
    <dgm:cxn modelId="{B9E766E0-0F1D-4C84-9C88-9CB2AEA6A6A9}" type="presParOf" srcId="{E07A3271-D160-4370-90A5-58903EC48FF3}" destId="{C30ABDDF-6785-4C9B-8777-53EB235CC135}" srcOrd="3" destOrd="0" presId="urn:microsoft.com/office/officeart/2018/2/layout/IconCircleList"/>
    <dgm:cxn modelId="{5233B7BA-45E5-4114-BFA9-A8EC36912D5D}" type="presParOf" srcId="{C5205B85-8914-47A1-AA71-3D5A5050F059}" destId="{65D4B3B8-A581-449D-9D07-1DD3CD2C6666}" srcOrd="1" destOrd="0" presId="urn:microsoft.com/office/officeart/2018/2/layout/IconCircleList"/>
    <dgm:cxn modelId="{AAF95991-7374-44E9-87B3-F6A2BA565ADE}" type="presParOf" srcId="{C5205B85-8914-47A1-AA71-3D5A5050F059}" destId="{5F091C6F-0FAD-40B2-BBBA-6120103BBBFB}" srcOrd="2" destOrd="0" presId="urn:microsoft.com/office/officeart/2018/2/layout/IconCircleList"/>
    <dgm:cxn modelId="{EE23312D-1294-48FD-B5EE-290A91876B5B}" type="presParOf" srcId="{5F091C6F-0FAD-40B2-BBBA-6120103BBBFB}" destId="{52F9A2A4-7730-4241-9F31-3412A00C2C70}" srcOrd="0" destOrd="0" presId="urn:microsoft.com/office/officeart/2018/2/layout/IconCircleList"/>
    <dgm:cxn modelId="{3D1070A7-FC85-4987-B40E-918B62B75F99}" type="presParOf" srcId="{5F091C6F-0FAD-40B2-BBBA-6120103BBBFB}" destId="{34F264D6-4A6C-4068-8EE3-7E3E4475E8C0}" srcOrd="1" destOrd="0" presId="urn:microsoft.com/office/officeart/2018/2/layout/IconCircleList"/>
    <dgm:cxn modelId="{E827A214-570B-4D57-80CE-4DEAD9BA3657}" type="presParOf" srcId="{5F091C6F-0FAD-40B2-BBBA-6120103BBBFB}" destId="{7501AACD-6BE4-4B27-B12C-BF51202B7BB7}" srcOrd="2" destOrd="0" presId="urn:microsoft.com/office/officeart/2018/2/layout/IconCircleList"/>
    <dgm:cxn modelId="{3B49663F-5DD1-4549-B571-F5ABAEA74416}" type="presParOf" srcId="{5F091C6F-0FAD-40B2-BBBA-6120103BBBFB}" destId="{02A6AD03-11CF-4D0D-B29C-F87FFB144598}" srcOrd="3" destOrd="0" presId="urn:microsoft.com/office/officeart/2018/2/layout/IconCircleList"/>
    <dgm:cxn modelId="{BD75DB0F-04D4-4202-A37A-80E583D09D4E}" type="presParOf" srcId="{C5205B85-8914-47A1-AA71-3D5A5050F059}" destId="{831AE3C6-FFD1-4E98-9F56-4B80E5261229}" srcOrd="3" destOrd="0" presId="urn:microsoft.com/office/officeart/2018/2/layout/IconCircleList"/>
    <dgm:cxn modelId="{08CEC589-18EF-4BA2-9F82-284C69A4C0F4}" type="presParOf" srcId="{C5205B85-8914-47A1-AA71-3D5A5050F059}" destId="{52C46D05-B99C-473E-AC93-271C9857CF79}" srcOrd="4" destOrd="0" presId="urn:microsoft.com/office/officeart/2018/2/layout/IconCircleList"/>
    <dgm:cxn modelId="{17B12F11-1F64-4702-9792-D90015FE9582}" type="presParOf" srcId="{52C46D05-B99C-473E-AC93-271C9857CF79}" destId="{D9D7694D-187B-499D-B107-286F0A9A19AA}" srcOrd="0" destOrd="0" presId="urn:microsoft.com/office/officeart/2018/2/layout/IconCircleList"/>
    <dgm:cxn modelId="{9B67CACD-512F-4466-911F-70E4AAF04A06}" type="presParOf" srcId="{52C46D05-B99C-473E-AC93-271C9857CF79}" destId="{9F1D342A-870E-4F29-A032-28ABDE1F2625}" srcOrd="1" destOrd="0" presId="urn:microsoft.com/office/officeart/2018/2/layout/IconCircleList"/>
    <dgm:cxn modelId="{F670CF54-A39E-4125-ADB0-DE45D17B4952}" type="presParOf" srcId="{52C46D05-B99C-473E-AC93-271C9857CF79}" destId="{EEA79195-C061-4BB3-A6F3-212603C2C9D0}" srcOrd="2" destOrd="0" presId="urn:microsoft.com/office/officeart/2018/2/layout/IconCircleList"/>
    <dgm:cxn modelId="{9D4632BE-776F-429C-A5A8-5EC5FE4AE28E}" type="presParOf" srcId="{52C46D05-B99C-473E-AC93-271C9857CF79}" destId="{24D1E94C-10D6-4A8E-A6D2-7ADE41D5105B}" srcOrd="3" destOrd="0" presId="urn:microsoft.com/office/officeart/2018/2/layout/IconCircleList"/>
    <dgm:cxn modelId="{07966F23-3FC1-443A-8CEE-ED27B2ED1182}" type="presParOf" srcId="{C5205B85-8914-47A1-AA71-3D5A5050F059}" destId="{A00E19B8-2ADD-4B49-9F49-56DC256F72A2}" srcOrd="5" destOrd="0" presId="urn:microsoft.com/office/officeart/2018/2/layout/IconCircleList"/>
    <dgm:cxn modelId="{AD0A91D2-BBFB-41E6-A4F7-86D0175908C6}" type="presParOf" srcId="{C5205B85-8914-47A1-AA71-3D5A5050F059}" destId="{95E3F7B8-9C6B-4434-9730-D20CF9CC5FCF}" srcOrd="6" destOrd="0" presId="urn:microsoft.com/office/officeart/2018/2/layout/IconCircleList"/>
    <dgm:cxn modelId="{D20FDB9E-248F-4765-837C-04A950956DF3}" type="presParOf" srcId="{95E3F7B8-9C6B-4434-9730-D20CF9CC5FCF}" destId="{EDD21C9D-7D5A-467B-B52E-8B61994AD865}" srcOrd="0" destOrd="0" presId="urn:microsoft.com/office/officeart/2018/2/layout/IconCircleList"/>
    <dgm:cxn modelId="{83F27170-948C-4DEF-B0E4-C3976D341125}" type="presParOf" srcId="{95E3F7B8-9C6B-4434-9730-D20CF9CC5FCF}" destId="{FBB430B9-E9F5-420D-BC02-572DB9FF51AF}" srcOrd="1" destOrd="0" presId="urn:microsoft.com/office/officeart/2018/2/layout/IconCircleList"/>
    <dgm:cxn modelId="{D5D623E9-DCA0-4F9B-904F-6419E3398E1F}" type="presParOf" srcId="{95E3F7B8-9C6B-4434-9730-D20CF9CC5FCF}" destId="{ED8A8D16-BB38-4CDF-96BD-609CD92433B7}" srcOrd="2" destOrd="0" presId="urn:microsoft.com/office/officeart/2018/2/layout/IconCircleList"/>
    <dgm:cxn modelId="{8A0A66F6-894B-44E3-AF7C-4DAA6E76F212}" type="presParOf" srcId="{95E3F7B8-9C6B-4434-9730-D20CF9CC5FCF}" destId="{207D6B38-B8DF-4BBE-8378-57F4E94436FE}"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A33638-C58F-4146-BCE9-27656C2D8926}">
      <dsp:nvSpPr>
        <dsp:cNvPr id="0" name=""/>
        <dsp:cNvSpPr/>
      </dsp:nvSpPr>
      <dsp:spPr>
        <a:xfrm>
          <a:off x="0" y="2078"/>
          <a:ext cx="7656607" cy="10533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4A144C-F02F-400A-B73C-905F8C49F48E}">
      <dsp:nvSpPr>
        <dsp:cNvPr id="0" name=""/>
        <dsp:cNvSpPr/>
      </dsp:nvSpPr>
      <dsp:spPr>
        <a:xfrm>
          <a:off x="318624" y="239071"/>
          <a:ext cx="579317" cy="5793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6D7C2F-8671-4018-8660-FFFEC588CB51}">
      <dsp:nvSpPr>
        <dsp:cNvPr id="0" name=""/>
        <dsp:cNvSpPr/>
      </dsp:nvSpPr>
      <dsp:spPr>
        <a:xfrm>
          <a:off x="1216566" y="2078"/>
          <a:ext cx="6440040" cy="1053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475" tIns="111475" rIns="111475" bIns="111475" numCol="1" spcCol="1270" anchor="ctr" anchorCtr="0">
          <a:noAutofit/>
        </a:bodyPr>
        <a:lstStyle/>
        <a:p>
          <a:pPr marL="0" lvl="0" indent="0" algn="l" defTabSz="977900">
            <a:lnSpc>
              <a:spcPct val="100000"/>
            </a:lnSpc>
            <a:spcBef>
              <a:spcPct val="0"/>
            </a:spcBef>
            <a:spcAft>
              <a:spcPct val="35000"/>
            </a:spcAft>
            <a:buNone/>
          </a:pPr>
          <a:r>
            <a:rPr lang="en-SG" sz="2200" kern="1200"/>
            <a:t>Plan/Set Goals </a:t>
          </a:r>
        </a:p>
      </dsp:txBody>
      <dsp:txXfrm>
        <a:off x="1216566" y="2078"/>
        <a:ext cx="6440040" cy="1053304"/>
      </dsp:txXfrm>
    </dsp:sp>
    <dsp:sp modelId="{EB85DB66-44B9-4479-BBE3-9F5AF8EC80C1}">
      <dsp:nvSpPr>
        <dsp:cNvPr id="0" name=""/>
        <dsp:cNvSpPr/>
      </dsp:nvSpPr>
      <dsp:spPr>
        <a:xfrm>
          <a:off x="0" y="1318708"/>
          <a:ext cx="7656607" cy="10533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EC43D4-24AD-4D68-B98E-33C375679291}">
      <dsp:nvSpPr>
        <dsp:cNvPr id="0" name=""/>
        <dsp:cNvSpPr/>
      </dsp:nvSpPr>
      <dsp:spPr>
        <a:xfrm>
          <a:off x="318624" y="1555701"/>
          <a:ext cx="579317" cy="5793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A08506-FDC9-49FF-B1A3-E498F8C3BCFE}">
      <dsp:nvSpPr>
        <dsp:cNvPr id="0" name=""/>
        <dsp:cNvSpPr/>
      </dsp:nvSpPr>
      <dsp:spPr>
        <a:xfrm>
          <a:off x="1216566" y="1318708"/>
          <a:ext cx="6440040" cy="1053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475" tIns="111475" rIns="111475" bIns="111475" numCol="1" spcCol="1270" anchor="ctr" anchorCtr="0">
          <a:noAutofit/>
        </a:bodyPr>
        <a:lstStyle/>
        <a:p>
          <a:pPr marL="0" lvl="0" indent="0" algn="l" defTabSz="977900">
            <a:lnSpc>
              <a:spcPct val="100000"/>
            </a:lnSpc>
            <a:spcBef>
              <a:spcPct val="0"/>
            </a:spcBef>
            <a:spcAft>
              <a:spcPct val="35000"/>
            </a:spcAft>
            <a:buNone/>
          </a:pPr>
          <a:r>
            <a:rPr lang="en-SG" sz="2200" kern="1200"/>
            <a:t>Perform</a:t>
          </a:r>
        </a:p>
      </dsp:txBody>
      <dsp:txXfrm>
        <a:off x="1216566" y="1318708"/>
        <a:ext cx="6440040" cy="1053304"/>
      </dsp:txXfrm>
    </dsp:sp>
    <dsp:sp modelId="{771800CD-0D5D-4818-AE5B-A8BD30F71620}">
      <dsp:nvSpPr>
        <dsp:cNvPr id="0" name=""/>
        <dsp:cNvSpPr/>
      </dsp:nvSpPr>
      <dsp:spPr>
        <a:xfrm>
          <a:off x="0" y="2673752"/>
          <a:ext cx="7656607" cy="10533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50498C-9104-4730-A84F-C0E2C4CC8288}">
      <dsp:nvSpPr>
        <dsp:cNvPr id="0" name=""/>
        <dsp:cNvSpPr/>
      </dsp:nvSpPr>
      <dsp:spPr>
        <a:xfrm>
          <a:off x="318624" y="2872331"/>
          <a:ext cx="579317" cy="5793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65A6D4-37C7-4EA5-99C7-63454289754B}">
      <dsp:nvSpPr>
        <dsp:cNvPr id="0" name=""/>
        <dsp:cNvSpPr/>
      </dsp:nvSpPr>
      <dsp:spPr>
        <a:xfrm>
          <a:off x="1216566" y="2635338"/>
          <a:ext cx="6440040" cy="1053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475" tIns="111475" rIns="111475" bIns="111475" numCol="1" spcCol="1270" anchor="ctr" anchorCtr="0">
          <a:noAutofit/>
        </a:bodyPr>
        <a:lstStyle/>
        <a:p>
          <a:pPr marL="0" lvl="0" indent="0" algn="l" defTabSz="977900">
            <a:lnSpc>
              <a:spcPct val="100000"/>
            </a:lnSpc>
            <a:spcBef>
              <a:spcPct val="0"/>
            </a:spcBef>
            <a:spcAft>
              <a:spcPct val="35000"/>
            </a:spcAft>
            <a:buNone/>
          </a:pPr>
          <a:r>
            <a:rPr lang="en-SG" sz="2200" kern="1200"/>
            <a:t>Monitor &amp; Track</a:t>
          </a:r>
        </a:p>
      </dsp:txBody>
      <dsp:txXfrm>
        <a:off x="1216566" y="2635338"/>
        <a:ext cx="6440040" cy="1053304"/>
      </dsp:txXfrm>
    </dsp:sp>
    <dsp:sp modelId="{4B904187-6022-4BF8-BD06-6F82074F0FA3}">
      <dsp:nvSpPr>
        <dsp:cNvPr id="0" name=""/>
        <dsp:cNvSpPr/>
      </dsp:nvSpPr>
      <dsp:spPr>
        <a:xfrm>
          <a:off x="0" y="3951968"/>
          <a:ext cx="7656607" cy="10533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E8EFC7-84AC-468E-97E0-80400A97BB9F}">
      <dsp:nvSpPr>
        <dsp:cNvPr id="0" name=""/>
        <dsp:cNvSpPr/>
      </dsp:nvSpPr>
      <dsp:spPr>
        <a:xfrm>
          <a:off x="318624" y="4188962"/>
          <a:ext cx="579317" cy="57931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74ECB4-60EE-4984-801A-76050C5F48A9}">
      <dsp:nvSpPr>
        <dsp:cNvPr id="0" name=""/>
        <dsp:cNvSpPr/>
      </dsp:nvSpPr>
      <dsp:spPr>
        <a:xfrm>
          <a:off x="1216566" y="3951968"/>
          <a:ext cx="6440040" cy="1053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475" tIns="111475" rIns="111475" bIns="111475" numCol="1" spcCol="1270" anchor="ctr" anchorCtr="0">
          <a:noAutofit/>
        </a:bodyPr>
        <a:lstStyle/>
        <a:p>
          <a:pPr marL="0" lvl="0" indent="0" algn="l" defTabSz="977900">
            <a:lnSpc>
              <a:spcPct val="100000"/>
            </a:lnSpc>
            <a:spcBef>
              <a:spcPct val="0"/>
            </a:spcBef>
            <a:spcAft>
              <a:spcPct val="35000"/>
            </a:spcAft>
            <a:buNone/>
          </a:pPr>
          <a:r>
            <a:rPr lang="en-SG" sz="2200" kern="1200"/>
            <a:t>Reflect</a:t>
          </a:r>
        </a:p>
      </dsp:txBody>
      <dsp:txXfrm>
        <a:off x="1216566" y="3951968"/>
        <a:ext cx="6440040" cy="10533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18B887-5170-46A4-B17D-5A4745E81DAF}">
      <dsp:nvSpPr>
        <dsp:cNvPr id="0" name=""/>
        <dsp:cNvSpPr/>
      </dsp:nvSpPr>
      <dsp:spPr>
        <a:xfrm>
          <a:off x="1395985" y="0"/>
          <a:ext cx="5617219" cy="1071425"/>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990" tIns="158362" rIns="108990" bIns="158362" numCol="1" spcCol="1270" anchor="ctr" anchorCtr="0">
          <a:noAutofit/>
        </a:bodyPr>
        <a:lstStyle/>
        <a:p>
          <a:pPr marL="0" lvl="0" indent="0" algn="l" defTabSz="889000">
            <a:lnSpc>
              <a:spcPct val="90000"/>
            </a:lnSpc>
            <a:spcBef>
              <a:spcPct val="0"/>
            </a:spcBef>
            <a:spcAft>
              <a:spcPct val="35000"/>
            </a:spcAft>
            <a:buNone/>
          </a:pPr>
          <a:r>
            <a:rPr lang="en-US" sz="2000" kern="1200" dirty="0"/>
            <a:t>Subject Overview</a:t>
          </a:r>
        </a:p>
        <a:p>
          <a:pPr marL="0" lvl="0" indent="0" algn="l" defTabSz="889000">
            <a:lnSpc>
              <a:spcPct val="90000"/>
            </a:lnSpc>
            <a:spcBef>
              <a:spcPct val="0"/>
            </a:spcBef>
            <a:spcAft>
              <a:spcPct val="35000"/>
            </a:spcAft>
            <a:buNone/>
          </a:pPr>
          <a:r>
            <a:rPr lang="en-US" sz="2000" kern="1200" dirty="0"/>
            <a:t>Classroom Rules</a:t>
          </a:r>
        </a:p>
      </dsp:txBody>
      <dsp:txXfrm>
        <a:off x="1395985" y="0"/>
        <a:ext cx="5617219" cy="1071425"/>
      </dsp:txXfrm>
    </dsp:sp>
    <dsp:sp modelId="{C15399DA-1A1C-402F-AAAE-10610D357FFA}">
      <dsp:nvSpPr>
        <dsp:cNvPr id="0" name=""/>
        <dsp:cNvSpPr/>
      </dsp:nvSpPr>
      <dsp:spPr>
        <a:xfrm>
          <a:off x="1300" y="226591"/>
          <a:ext cx="1404304" cy="623472"/>
        </a:xfrm>
        <a:prstGeom prst="rect">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311" tIns="61585" rIns="74311" bIns="61585" numCol="1" spcCol="1270" anchor="ctr" anchorCtr="0">
          <a:noAutofit/>
        </a:bodyPr>
        <a:lstStyle/>
        <a:p>
          <a:pPr marL="0" lvl="0" indent="0" algn="ctr" defTabSz="889000">
            <a:lnSpc>
              <a:spcPct val="90000"/>
            </a:lnSpc>
            <a:spcBef>
              <a:spcPct val="0"/>
            </a:spcBef>
            <a:spcAft>
              <a:spcPct val="35000"/>
            </a:spcAft>
            <a:buNone/>
          </a:pPr>
          <a:r>
            <a:rPr lang="en-US" sz="2000" kern="1200" dirty="0"/>
            <a:t>Intro</a:t>
          </a:r>
        </a:p>
      </dsp:txBody>
      <dsp:txXfrm>
        <a:off x="1300" y="226591"/>
        <a:ext cx="1404304" cy="623472"/>
      </dsp:txXfrm>
    </dsp:sp>
    <dsp:sp modelId="{9CECE7FD-132D-493E-8375-4338C0C74A79}">
      <dsp:nvSpPr>
        <dsp:cNvPr id="0" name=""/>
        <dsp:cNvSpPr/>
      </dsp:nvSpPr>
      <dsp:spPr>
        <a:xfrm>
          <a:off x="1405604" y="1111448"/>
          <a:ext cx="5617219" cy="2155626"/>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990" tIns="158362" rIns="108990" bIns="158362" numCol="1" spcCol="1270" anchor="ctr" anchorCtr="0">
          <a:noAutofit/>
        </a:bodyPr>
        <a:lstStyle/>
        <a:p>
          <a:pPr marL="0" lvl="0" indent="0" algn="l" defTabSz="800100">
            <a:lnSpc>
              <a:spcPct val="90000"/>
            </a:lnSpc>
            <a:spcBef>
              <a:spcPct val="0"/>
            </a:spcBef>
            <a:spcAft>
              <a:spcPct val="35000"/>
            </a:spcAft>
            <a:buNone/>
          </a:pPr>
          <a:r>
            <a:rPr lang="en-US" sz="1800" kern="1200" dirty="0"/>
            <a:t>Why data analytics?</a:t>
          </a:r>
        </a:p>
        <a:p>
          <a:pPr marL="0" lvl="0" indent="0" algn="l" defTabSz="800100">
            <a:lnSpc>
              <a:spcPct val="90000"/>
            </a:lnSpc>
            <a:spcBef>
              <a:spcPct val="0"/>
            </a:spcBef>
            <a:spcAft>
              <a:spcPct val="35000"/>
            </a:spcAft>
            <a:buNone/>
          </a:pPr>
          <a:r>
            <a:rPr lang="en-US" sz="1800" kern="1200" dirty="0"/>
            <a:t>Four levels of data analytics</a:t>
          </a:r>
        </a:p>
        <a:p>
          <a:pPr marL="0" lvl="0" indent="0" algn="l" defTabSz="800100">
            <a:lnSpc>
              <a:spcPct val="90000"/>
            </a:lnSpc>
            <a:spcBef>
              <a:spcPct val="0"/>
            </a:spcBef>
            <a:spcAft>
              <a:spcPct val="35000"/>
            </a:spcAft>
            <a:buNone/>
          </a:pPr>
          <a:r>
            <a:rPr lang="en-US" sz="1800" kern="1200" dirty="0"/>
            <a:t>Data analytics Process</a:t>
          </a:r>
        </a:p>
        <a:p>
          <a:pPr marL="0" lvl="0" indent="0" algn="l" defTabSz="800100">
            <a:lnSpc>
              <a:spcPct val="90000"/>
            </a:lnSpc>
            <a:spcBef>
              <a:spcPct val="0"/>
            </a:spcBef>
            <a:spcAft>
              <a:spcPct val="35000"/>
            </a:spcAft>
            <a:buNone/>
          </a:pPr>
          <a:r>
            <a:rPr lang="en-US" sz="1800" kern="1200" dirty="0"/>
            <a:t>Central Tendency/Spread</a:t>
          </a:r>
        </a:p>
      </dsp:txBody>
      <dsp:txXfrm>
        <a:off x="1405604" y="1111448"/>
        <a:ext cx="5617219" cy="2155626"/>
      </dsp:txXfrm>
    </dsp:sp>
    <dsp:sp modelId="{7D00897C-45E1-4E27-B424-E65F06B9787B}">
      <dsp:nvSpPr>
        <dsp:cNvPr id="0" name=""/>
        <dsp:cNvSpPr/>
      </dsp:nvSpPr>
      <dsp:spPr>
        <a:xfrm>
          <a:off x="1300" y="1877831"/>
          <a:ext cx="1404304" cy="623472"/>
        </a:xfrm>
        <a:prstGeom prst="rect">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311" tIns="61585" rIns="74311" bIns="61585" numCol="1" spcCol="1270" anchor="ctr" anchorCtr="0">
          <a:noAutofit/>
        </a:bodyPr>
        <a:lstStyle/>
        <a:p>
          <a:pPr marL="0" lvl="0" indent="0" algn="ctr" defTabSz="889000">
            <a:lnSpc>
              <a:spcPct val="90000"/>
            </a:lnSpc>
            <a:spcBef>
              <a:spcPct val="0"/>
            </a:spcBef>
            <a:spcAft>
              <a:spcPct val="35000"/>
            </a:spcAft>
            <a:buNone/>
          </a:pPr>
          <a:r>
            <a:rPr lang="en-US" sz="2000" kern="1200" dirty="0"/>
            <a:t>Topics</a:t>
          </a:r>
        </a:p>
      </dsp:txBody>
      <dsp:txXfrm>
        <a:off x="1300" y="1877831"/>
        <a:ext cx="1404304" cy="623472"/>
      </dsp:txXfrm>
    </dsp:sp>
    <dsp:sp modelId="{FC4630A1-1DDF-4B25-A7BD-8BE2CAF0E4E4}">
      <dsp:nvSpPr>
        <dsp:cNvPr id="0" name=""/>
        <dsp:cNvSpPr/>
      </dsp:nvSpPr>
      <dsp:spPr>
        <a:xfrm>
          <a:off x="1405604" y="3304483"/>
          <a:ext cx="5617219" cy="1189499"/>
        </a:xfrm>
        <a:prstGeom prst="rect">
          <a:avLst/>
        </a:prstGeom>
        <a:solidFill>
          <a:schemeClr val="accent4">
            <a:lumMod val="60000"/>
            <a:lumOff val="4000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990" tIns="158362" rIns="108990" bIns="158362"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1"/>
              </a:solidFill>
            </a:rPr>
            <a:t>Self-Assessment (week 1)</a:t>
          </a:r>
        </a:p>
      </dsp:txBody>
      <dsp:txXfrm>
        <a:off x="1405604" y="3304483"/>
        <a:ext cx="5617219" cy="1189499"/>
      </dsp:txXfrm>
    </dsp:sp>
    <dsp:sp modelId="{27039C6E-4A63-416C-9FF4-8EB6379162F9}">
      <dsp:nvSpPr>
        <dsp:cNvPr id="0" name=""/>
        <dsp:cNvSpPr/>
      </dsp:nvSpPr>
      <dsp:spPr>
        <a:xfrm>
          <a:off x="1300" y="3587496"/>
          <a:ext cx="1404304" cy="623472"/>
        </a:xfrm>
        <a:prstGeom prst="rect">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311" tIns="61585" rIns="74311" bIns="61585" numCol="1" spcCol="1270" anchor="ctr" anchorCtr="0">
          <a:noAutofit/>
        </a:bodyPr>
        <a:lstStyle/>
        <a:p>
          <a:pPr marL="0" lvl="0" indent="0" algn="ctr" defTabSz="889000">
            <a:lnSpc>
              <a:spcPct val="90000"/>
            </a:lnSpc>
            <a:spcBef>
              <a:spcPct val="0"/>
            </a:spcBef>
            <a:spcAft>
              <a:spcPct val="35000"/>
            </a:spcAft>
            <a:buNone/>
          </a:pPr>
          <a:r>
            <a:rPr lang="en-US" sz="2000" kern="1200" dirty="0"/>
            <a:t>Exercise</a:t>
          </a:r>
        </a:p>
      </dsp:txBody>
      <dsp:txXfrm>
        <a:off x="1300" y="3587496"/>
        <a:ext cx="1404304" cy="623472"/>
      </dsp:txXfrm>
    </dsp:sp>
    <dsp:sp modelId="{7A0C0DFF-AF25-4C49-A9E6-DDA0DFF9239C}">
      <dsp:nvSpPr>
        <dsp:cNvPr id="0" name=""/>
        <dsp:cNvSpPr/>
      </dsp:nvSpPr>
      <dsp:spPr>
        <a:xfrm>
          <a:off x="3105913" y="4606906"/>
          <a:ext cx="3920522" cy="47244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069" tIns="158362" rIns="76069" bIns="158362"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KNIME and TABLEAU</a:t>
          </a:r>
        </a:p>
      </dsp:txBody>
      <dsp:txXfrm>
        <a:off x="3105913" y="4606906"/>
        <a:ext cx="3920522" cy="472442"/>
      </dsp:txXfrm>
    </dsp:sp>
    <dsp:sp modelId="{50D24DC4-1686-4DA9-9B47-9C1D45243714}">
      <dsp:nvSpPr>
        <dsp:cNvPr id="0" name=""/>
        <dsp:cNvSpPr/>
      </dsp:nvSpPr>
      <dsp:spPr>
        <a:xfrm>
          <a:off x="1300" y="4531391"/>
          <a:ext cx="3104612" cy="623472"/>
        </a:xfrm>
        <a:prstGeom prst="rect">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865" tIns="61585" rIns="51865" bIns="61585" numCol="1" spcCol="1270" anchor="ctr" anchorCtr="0">
          <a:noAutofit/>
        </a:bodyPr>
        <a:lstStyle/>
        <a:p>
          <a:pPr marL="0" lvl="0" indent="0" algn="ctr" defTabSz="889000">
            <a:lnSpc>
              <a:spcPct val="90000"/>
            </a:lnSpc>
            <a:spcBef>
              <a:spcPct val="0"/>
            </a:spcBef>
            <a:spcAft>
              <a:spcPct val="35000"/>
            </a:spcAft>
            <a:buNone/>
          </a:pPr>
          <a:r>
            <a:rPr lang="en-US" sz="2000" kern="1200" dirty="0"/>
            <a:t>Installation</a:t>
          </a:r>
        </a:p>
      </dsp:txBody>
      <dsp:txXfrm>
        <a:off x="1300" y="4531391"/>
        <a:ext cx="3104612" cy="623472"/>
      </dsp:txXfrm>
    </dsp:sp>
    <dsp:sp modelId="{AD4EE8B3-D4DA-4D2E-8F6F-672BE4FE8DBB}">
      <dsp:nvSpPr>
        <dsp:cNvPr id="0" name=""/>
        <dsp:cNvSpPr/>
      </dsp:nvSpPr>
      <dsp:spPr>
        <a:xfrm>
          <a:off x="2716709" y="5192272"/>
          <a:ext cx="4310378" cy="635580"/>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633" tIns="158362" rIns="83633" bIns="158362" numCol="1" spcCol="1270" anchor="ctr" anchorCtr="0">
          <a:noAutofit/>
        </a:bodyPr>
        <a:lstStyle/>
        <a:p>
          <a:pPr marL="0" lvl="0" indent="0" algn="l" defTabSz="889000">
            <a:lnSpc>
              <a:spcPct val="90000"/>
            </a:lnSpc>
            <a:spcBef>
              <a:spcPct val="0"/>
            </a:spcBef>
            <a:spcAft>
              <a:spcPct val="35000"/>
            </a:spcAft>
            <a:buNone/>
          </a:pPr>
          <a:r>
            <a:rPr lang="en-US" sz="2000" kern="1200" dirty="0"/>
            <a:t>Week 1 &gt; Learning Material</a:t>
          </a:r>
        </a:p>
      </dsp:txBody>
      <dsp:txXfrm>
        <a:off x="2716709" y="5192272"/>
        <a:ext cx="4310378" cy="635580"/>
      </dsp:txXfrm>
    </dsp:sp>
    <dsp:sp modelId="{33330615-B5C7-4954-AA71-C0854A17CC56}">
      <dsp:nvSpPr>
        <dsp:cNvPr id="0" name=""/>
        <dsp:cNvSpPr/>
      </dsp:nvSpPr>
      <dsp:spPr>
        <a:xfrm>
          <a:off x="1300" y="5198326"/>
          <a:ext cx="2715409" cy="623472"/>
        </a:xfrm>
        <a:prstGeom prst="rect">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023" tIns="61585" rIns="57023" bIns="61585" numCol="1" spcCol="1270" anchor="ctr" anchorCtr="0">
          <a:noAutofit/>
        </a:bodyPr>
        <a:lstStyle/>
        <a:p>
          <a:pPr marL="0" lvl="0" indent="0" algn="ctr" defTabSz="889000">
            <a:lnSpc>
              <a:spcPct val="90000"/>
            </a:lnSpc>
            <a:spcBef>
              <a:spcPct val="0"/>
            </a:spcBef>
            <a:spcAft>
              <a:spcPct val="35000"/>
            </a:spcAft>
            <a:buNone/>
          </a:pPr>
          <a:r>
            <a:rPr lang="en-US" sz="2000" kern="1200" dirty="0"/>
            <a:t>Self-Learning</a:t>
          </a:r>
        </a:p>
      </dsp:txBody>
      <dsp:txXfrm>
        <a:off x="1300" y="5198326"/>
        <a:ext cx="2715409" cy="6234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84704A-092F-4CCF-900D-FBEAD22C56A1}">
      <dsp:nvSpPr>
        <dsp:cNvPr id="0" name=""/>
        <dsp:cNvSpPr/>
      </dsp:nvSpPr>
      <dsp:spPr>
        <a:xfrm>
          <a:off x="0" y="431029"/>
          <a:ext cx="6790606" cy="6048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4961A3-DAAF-4C7C-AFE7-31EE4BC7A1AD}">
      <dsp:nvSpPr>
        <dsp:cNvPr id="0" name=""/>
        <dsp:cNvSpPr/>
      </dsp:nvSpPr>
      <dsp:spPr>
        <a:xfrm>
          <a:off x="339530" y="76789"/>
          <a:ext cx="4753424" cy="7084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668" tIns="0" rIns="179668" bIns="0" numCol="1" spcCol="1270" anchor="ctr" anchorCtr="0">
          <a:noAutofit/>
        </a:bodyPr>
        <a:lstStyle/>
        <a:p>
          <a:pPr marL="0" lvl="0" indent="0" algn="l" defTabSz="1066800">
            <a:lnSpc>
              <a:spcPct val="90000"/>
            </a:lnSpc>
            <a:spcBef>
              <a:spcPct val="0"/>
            </a:spcBef>
            <a:spcAft>
              <a:spcPct val="35000"/>
            </a:spcAft>
            <a:buNone/>
          </a:pPr>
          <a:r>
            <a:rPr lang="en-US" sz="2400" kern="1200" dirty="0"/>
            <a:t>Why data analytics?</a:t>
          </a:r>
        </a:p>
      </dsp:txBody>
      <dsp:txXfrm>
        <a:off x="374115" y="111374"/>
        <a:ext cx="4684254" cy="639310"/>
      </dsp:txXfrm>
    </dsp:sp>
    <dsp:sp modelId="{462A1EC4-530F-4BDD-AB7F-D0D1BD3C2BC6}">
      <dsp:nvSpPr>
        <dsp:cNvPr id="0" name=""/>
        <dsp:cNvSpPr/>
      </dsp:nvSpPr>
      <dsp:spPr>
        <a:xfrm>
          <a:off x="0" y="1519669"/>
          <a:ext cx="6790606" cy="604800"/>
        </a:xfrm>
        <a:prstGeom prst="rect">
          <a:avLst/>
        </a:prstGeom>
        <a:solidFill>
          <a:schemeClr val="lt1">
            <a:alpha val="90000"/>
            <a:hueOff val="0"/>
            <a:satOff val="0"/>
            <a:lumOff val="0"/>
            <a:alphaOff val="0"/>
          </a:schemeClr>
        </a:solidFill>
        <a:ln w="12700" cap="flat" cmpd="sng" algn="ctr">
          <a:solidFill>
            <a:schemeClr val="accent5">
              <a:hueOff val="6707396"/>
              <a:satOff val="-55"/>
              <a:lumOff val="-2353"/>
              <a:alphaOff val="0"/>
            </a:schemeClr>
          </a:solidFill>
          <a:prstDash val="solid"/>
        </a:ln>
        <a:effectLst/>
      </dsp:spPr>
      <dsp:style>
        <a:lnRef idx="2">
          <a:scrgbClr r="0" g="0" b="0"/>
        </a:lnRef>
        <a:fillRef idx="1">
          <a:scrgbClr r="0" g="0" b="0"/>
        </a:fillRef>
        <a:effectRef idx="0">
          <a:scrgbClr r="0" g="0" b="0"/>
        </a:effectRef>
        <a:fontRef idx="minor"/>
      </dsp:style>
    </dsp:sp>
    <dsp:sp modelId="{BC93E27A-365F-440E-BA68-3FC75AEC6E44}">
      <dsp:nvSpPr>
        <dsp:cNvPr id="0" name=""/>
        <dsp:cNvSpPr/>
      </dsp:nvSpPr>
      <dsp:spPr>
        <a:xfrm>
          <a:off x="339530" y="1165429"/>
          <a:ext cx="4753424" cy="708480"/>
        </a:xfrm>
        <a:prstGeom prst="roundRect">
          <a:avLst/>
        </a:prstGeom>
        <a:solidFill>
          <a:schemeClr val="accent5">
            <a:hueOff val="6707396"/>
            <a:satOff val="-55"/>
            <a:lumOff val="-235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668" tIns="0" rIns="179668" bIns="0" numCol="1" spcCol="1270" anchor="ctr" anchorCtr="0">
          <a:noAutofit/>
        </a:bodyPr>
        <a:lstStyle/>
        <a:p>
          <a:pPr marL="0" lvl="0" indent="0" algn="l" defTabSz="1066800">
            <a:lnSpc>
              <a:spcPct val="90000"/>
            </a:lnSpc>
            <a:spcBef>
              <a:spcPct val="0"/>
            </a:spcBef>
            <a:spcAft>
              <a:spcPct val="35000"/>
            </a:spcAft>
            <a:buNone/>
          </a:pPr>
          <a:r>
            <a:rPr lang="en-SG" sz="2400" kern="1200" dirty="0"/>
            <a:t>Data Analytics Process</a:t>
          </a:r>
          <a:endParaRPr lang="en-US" sz="2400" kern="1200" dirty="0"/>
        </a:p>
      </dsp:txBody>
      <dsp:txXfrm>
        <a:off x="374115" y="1200014"/>
        <a:ext cx="4684254" cy="639310"/>
      </dsp:txXfrm>
    </dsp:sp>
    <dsp:sp modelId="{DAEC883E-DE50-4392-9375-29C54A28A114}">
      <dsp:nvSpPr>
        <dsp:cNvPr id="0" name=""/>
        <dsp:cNvSpPr/>
      </dsp:nvSpPr>
      <dsp:spPr>
        <a:xfrm>
          <a:off x="0" y="2608309"/>
          <a:ext cx="6790606" cy="604800"/>
        </a:xfrm>
        <a:prstGeom prst="rect">
          <a:avLst/>
        </a:prstGeom>
        <a:solidFill>
          <a:schemeClr val="lt1">
            <a:alpha val="90000"/>
            <a:hueOff val="0"/>
            <a:satOff val="0"/>
            <a:lumOff val="0"/>
            <a:alphaOff val="0"/>
          </a:schemeClr>
        </a:solidFill>
        <a:ln w="12700" cap="flat" cmpd="sng" algn="ctr">
          <a:solidFill>
            <a:schemeClr val="accent5">
              <a:hueOff val="13414793"/>
              <a:satOff val="-109"/>
              <a:lumOff val="-4705"/>
              <a:alphaOff val="0"/>
            </a:schemeClr>
          </a:solidFill>
          <a:prstDash val="solid"/>
        </a:ln>
        <a:effectLst/>
      </dsp:spPr>
      <dsp:style>
        <a:lnRef idx="2">
          <a:scrgbClr r="0" g="0" b="0"/>
        </a:lnRef>
        <a:fillRef idx="1">
          <a:scrgbClr r="0" g="0" b="0"/>
        </a:fillRef>
        <a:effectRef idx="0">
          <a:scrgbClr r="0" g="0" b="0"/>
        </a:effectRef>
        <a:fontRef idx="minor"/>
      </dsp:style>
    </dsp:sp>
    <dsp:sp modelId="{28E897DB-B8F0-4588-8DAC-AAF56281F925}">
      <dsp:nvSpPr>
        <dsp:cNvPr id="0" name=""/>
        <dsp:cNvSpPr/>
      </dsp:nvSpPr>
      <dsp:spPr>
        <a:xfrm>
          <a:off x="339530" y="2254069"/>
          <a:ext cx="4753424" cy="708480"/>
        </a:xfrm>
        <a:prstGeom prst="roundRect">
          <a:avLst/>
        </a:prstGeom>
        <a:solidFill>
          <a:schemeClr val="accent5">
            <a:hueOff val="13414793"/>
            <a:satOff val="-109"/>
            <a:lumOff val="-470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668" tIns="0" rIns="179668" bIns="0" numCol="1" spcCol="1270" anchor="ctr" anchorCtr="0">
          <a:noAutofit/>
        </a:bodyPr>
        <a:lstStyle/>
        <a:p>
          <a:pPr marL="0" lvl="0" indent="0" algn="l" defTabSz="1066800">
            <a:lnSpc>
              <a:spcPct val="90000"/>
            </a:lnSpc>
            <a:spcBef>
              <a:spcPct val="0"/>
            </a:spcBef>
            <a:spcAft>
              <a:spcPct val="35000"/>
            </a:spcAft>
            <a:buNone/>
          </a:pPr>
          <a:r>
            <a:rPr lang="en-SG" sz="2400" kern="1200" dirty="0"/>
            <a:t>The four levels of analytics</a:t>
          </a:r>
          <a:endParaRPr lang="en-US" sz="2400" kern="1200" dirty="0"/>
        </a:p>
      </dsp:txBody>
      <dsp:txXfrm>
        <a:off x="374115" y="2288654"/>
        <a:ext cx="4684254" cy="639310"/>
      </dsp:txXfrm>
    </dsp:sp>
    <dsp:sp modelId="{85782311-5FDC-45E3-9FAF-40C0800E8770}">
      <dsp:nvSpPr>
        <dsp:cNvPr id="0" name=""/>
        <dsp:cNvSpPr/>
      </dsp:nvSpPr>
      <dsp:spPr>
        <a:xfrm>
          <a:off x="0" y="3696948"/>
          <a:ext cx="6790606" cy="604800"/>
        </a:xfrm>
        <a:prstGeom prst="rect">
          <a:avLst/>
        </a:prstGeom>
        <a:solidFill>
          <a:schemeClr val="lt1">
            <a:alpha val="90000"/>
            <a:hueOff val="0"/>
            <a:satOff val="0"/>
            <a:lumOff val="0"/>
            <a:alphaOff val="0"/>
          </a:schemeClr>
        </a:solidFill>
        <a:ln w="12700" cap="flat" cmpd="sng" algn="ctr">
          <a:solidFill>
            <a:schemeClr val="accent5">
              <a:hueOff val="20122189"/>
              <a:satOff val="-164"/>
              <a:lumOff val="-7058"/>
              <a:alphaOff val="0"/>
            </a:schemeClr>
          </a:solidFill>
          <a:prstDash val="solid"/>
        </a:ln>
        <a:effectLst/>
      </dsp:spPr>
      <dsp:style>
        <a:lnRef idx="2">
          <a:scrgbClr r="0" g="0" b="0"/>
        </a:lnRef>
        <a:fillRef idx="1">
          <a:scrgbClr r="0" g="0" b="0"/>
        </a:fillRef>
        <a:effectRef idx="0">
          <a:scrgbClr r="0" g="0" b="0"/>
        </a:effectRef>
        <a:fontRef idx="minor"/>
      </dsp:style>
    </dsp:sp>
    <dsp:sp modelId="{5C7FADC0-B5F9-4CB9-BBAA-D760C04CC6A9}">
      <dsp:nvSpPr>
        <dsp:cNvPr id="0" name=""/>
        <dsp:cNvSpPr/>
      </dsp:nvSpPr>
      <dsp:spPr>
        <a:xfrm>
          <a:off x="339530" y="3342709"/>
          <a:ext cx="4753424" cy="708480"/>
        </a:xfrm>
        <a:prstGeom prst="roundRect">
          <a:avLst/>
        </a:prstGeom>
        <a:solidFill>
          <a:schemeClr val="accent5">
            <a:hueOff val="20122189"/>
            <a:satOff val="-164"/>
            <a:lumOff val="-705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668" tIns="0" rIns="179668" bIns="0" numCol="1" spcCol="1270" anchor="ctr" anchorCtr="0">
          <a:noAutofit/>
        </a:bodyPr>
        <a:lstStyle/>
        <a:p>
          <a:pPr marL="0" lvl="0" indent="0" algn="l" defTabSz="1066800">
            <a:lnSpc>
              <a:spcPct val="90000"/>
            </a:lnSpc>
            <a:spcBef>
              <a:spcPct val="0"/>
            </a:spcBef>
            <a:spcAft>
              <a:spcPct val="35000"/>
            </a:spcAft>
            <a:buNone/>
          </a:pPr>
          <a:r>
            <a:rPr lang="en-US" sz="2400" kern="1200" dirty="0"/>
            <a:t>Central Tendency/Spread</a:t>
          </a:r>
        </a:p>
      </dsp:txBody>
      <dsp:txXfrm>
        <a:off x="374115" y="3377294"/>
        <a:ext cx="4684254" cy="639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8CDD1F-4482-4F82-A48D-828081AF64AF}">
      <dsp:nvSpPr>
        <dsp:cNvPr id="0" name=""/>
        <dsp:cNvSpPr/>
      </dsp:nvSpPr>
      <dsp:spPr>
        <a:xfrm>
          <a:off x="0" y="653"/>
          <a:ext cx="709176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D7880C-4ABD-46CE-BD37-74F5767D8FB3}">
      <dsp:nvSpPr>
        <dsp:cNvPr id="0" name=""/>
        <dsp:cNvSpPr/>
      </dsp:nvSpPr>
      <dsp:spPr>
        <a:xfrm>
          <a:off x="0" y="653"/>
          <a:ext cx="7091765" cy="76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To discover insights.</a:t>
          </a:r>
        </a:p>
      </dsp:txBody>
      <dsp:txXfrm>
        <a:off x="0" y="653"/>
        <a:ext cx="7091765" cy="764406"/>
      </dsp:txXfrm>
    </dsp:sp>
    <dsp:sp modelId="{B6D65F5B-3AB2-44A6-B417-A782C57C2E93}">
      <dsp:nvSpPr>
        <dsp:cNvPr id="0" name=""/>
        <dsp:cNvSpPr/>
      </dsp:nvSpPr>
      <dsp:spPr>
        <a:xfrm>
          <a:off x="0" y="765060"/>
          <a:ext cx="709176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C2B462-591A-424E-B93B-ECB824B248C0}">
      <dsp:nvSpPr>
        <dsp:cNvPr id="0" name=""/>
        <dsp:cNvSpPr/>
      </dsp:nvSpPr>
      <dsp:spPr>
        <a:xfrm>
          <a:off x="0" y="765060"/>
          <a:ext cx="7091765" cy="76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To make decisions.</a:t>
          </a:r>
        </a:p>
      </dsp:txBody>
      <dsp:txXfrm>
        <a:off x="0" y="765060"/>
        <a:ext cx="7091765" cy="764406"/>
      </dsp:txXfrm>
    </dsp:sp>
    <dsp:sp modelId="{862B33C2-B4A7-451E-AB74-652C09F2A187}">
      <dsp:nvSpPr>
        <dsp:cNvPr id="0" name=""/>
        <dsp:cNvSpPr/>
      </dsp:nvSpPr>
      <dsp:spPr>
        <a:xfrm>
          <a:off x="0" y="1529467"/>
          <a:ext cx="709176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0AFD18-F02B-4D7E-96D7-97E1F34B943D}">
      <dsp:nvSpPr>
        <dsp:cNvPr id="0" name=""/>
        <dsp:cNvSpPr/>
      </dsp:nvSpPr>
      <dsp:spPr>
        <a:xfrm>
          <a:off x="0" y="1529467"/>
          <a:ext cx="7091765" cy="76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To identify gaps/problems/issues</a:t>
          </a:r>
        </a:p>
      </dsp:txBody>
      <dsp:txXfrm>
        <a:off x="0" y="1529467"/>
        <a:ext cx="7091765" cy="764406"/>
      </dsp:txXfrm>
    </dsp:sp>
    <dsp:sp modelId="{205226E2-52C8-4707-9A90-54EFB074A696}">
      <dsp:nvSpPr>
        <dsp:cNvPr id="0" name=""/>
        <dsp:cNvSpPr/>
      </dsp:nvSpPr>
      <dsp:spPr>
        <a:xfrm>
          <a:off x="0" y="2293874"/>
          <a:ext cx="709176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69A6EE-7529-4D94-8663-57FC02BA85E5}">
      <dsp:nvSpPr>
        <dsp:cNvPr id="0" name=""/>
        <dsp:cNvSpPr/>
      </dsp:nvSpPr>
      <dsp:spPr>
        <a:xfrm>
          <a:off x="0" y="2293874"/>
          <a:ext cx="7091765" cy="76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To improve process</a:t>
          </a:r>
        </a:p>
      </dsp:txBody>
      <dsp:txXfrm>
        <a:off x="0" y="2293874"/>
        <a:ext cx="7091765" cy="764406"/>
      </dsp:txXfrm>
    </dsp:sp>
    <dsp:sp modelId="{E257B138-EE64-41AB-A958-27681AA36ACF}">
      <dsp:nvSpPr>
        <dsp:cNvPr id="0" name=""/>
        <dsp:cNvSpPr/>
      </dsp:nvSpPr>
      <dsp:spPr>
        <a:xfrm>
          <a:off x="0" y="3058280"/>
          <a:ext cx="709176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30B382-B8A0-450C-AD5C-43818DBDA03F}">
      <dsp:nvSpPr>
        <dsp:cNvPr id="0" name=""/>
        <dsp:cNvSpPr/>
      </dsp:nvSpPr>
      <dsp:spPr>
        <a:xfrm>
          <a:off x="0" y="3058280"/>
          <a:ext cx="7091765" cy="76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To detect growth opportunities</a:t>
          </a:r>
        </a:p>
      </dsp:txBody>
      <dsp:txXfrm>
        <a:off x="0" y="3058280"/>
        <a:ext cx="7091765" cy="764406"/>
      </dsp:txXfrm>
    </dsp:sp>
    <dsp:sp modelId="{515FA2B4-38A8-4968-B940-DE2B80D8A81A}">
      <dsp:nvSpPr>
        <dsp:cNvPr id="0" name=""/>
        <dsp:cNvSpPr/>
      </dsp:nvSpPr>
      <dsp:spPr>
        <a:xfrm>
          <a:off x="0" y="3822687"/>
          <a:ext cx="709176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069B36-8DE4-41F6-B8D9-1F3CD880B0C9}">
      <dsp:nvSpPr>
        <dsp:cNvPr id="0" name=""/>
        <dsp:cNvSpPr/>
      </dsp:nvSpPr>
      <dsp:spPr>
        <a:xfrm>
          <a:off x="0" y="3822687"/>
          <a:ext cx="7091765" cy="76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Provide evidences to support change</a:t>
          </a:r>
        </a:p>
      </dsp:txBody>
      <dsp:txXfrm>
        <a:off x="0" y="3822687"/>
        <a:ext cx="7091765" cy="764406"/>
      </dsp:txXfrm>
    </dsp:sp>
    <dsp:sp modelId="{8F3E76BC-EEA1-4D31-9C9B-E5794773027F}">
      <dsp:nvSpPr>
        <dsp:cNvPr id="0" name=""/>
        <dsp:cNvSpPr/>
      </dsp:nvSpPr>
      <dsp:spPr>
        <a:xfrm>
          <a:off x="0" y="4587094"/>
          <a:ext cx="709176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7EA45F-7ECF-4FA0-98E1-41DBF864AD98}">
      <dsp:nvSpPr>
        <dsp:cNvPr id="0" name=""/>
        <dsp:cNvSpPr/>
      </dsp:nvSpPr>
      <dsp:spPr>
        <a:xfrm>
          <a:off x="0" y="4587094"/>
          <a:ext cx="7091765" cy="76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To answer questions (related to a problem)</a:t>
          </a:r>
        </a:p>
      </dsp:txBody>
      <dsp:txXfrm>
        <a:off x="0" y="4587094"/>
        <a:ext cx="7091765" cy="7644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5D2487-B199-4A89-8942-D421274EA0AC}">
      <dsp:nvSpPr>
        <dsp:cNvPr id="0" name=""/>
        <dsp:cNvSpPr/>
      </dsp:nvSpPr>
      <dsp:spPr>
        <a:xfrm>
          <a:off x="186841" y="184185"/>
          <a:ext cx="1209213" cy="120921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B5976-1751-4271-8900-0FF8CB1172C6}">
      <dsp:nvSpPr>
        <dsp:cNvPr id="0" name=""/>
        <dsp:cNvSpPr/>
      </dsp:nvSpPr>
      <dsp:spPr>
        <a:xfrm>
          <a:off x="440776" y="438120"/>
          <a:ext cx="701343" cy="701343"/>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0ABDDF-6785-4C9B-8777-53EB235CC135}">
      <dsp:nvSpPr>
        <dsp:cNvPr id="0" name=""/>
        <dsp:cNvSpPr/>
      </dsp:nvSpPr>
      <dsp:spPr>
        <a:xfrm>
          <a:off x="1655171" y="184185"/>
          <a:ext cx="2850288" cy="1209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dirty="0"/>
            <a:t>Why data analytics?</a:t>
          </a:r>
        </a:p>
      </dsp:txBody>
      <dsp:txXfrm>
        <a:off x="1655171" y="184185"/>
        <a:ext cx="2850288" cy="1209213"/>
      </dsp:txXfrm>
    </dsp:sp>
    <dsp:sp modelId="{52F9A2A4-7730-4241-9F31-3412A00C2C70}">
      <dsp:nvSpPr>
        <dsp:cNvPr id="0" name=""/>
        <dsp:cNvSpPr/>
      </dsp:nvSpPr>
      <dsp:spPr>
        <a:xfrm>
          <a:off x="5002100" y="184185"/>
          <a:ext cx="1209213" cy="120921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F264D6-4A6C-4068-8EE3-7E3E4475E8C0}">
      <dsp:nvSpPr>
        <dsp:cNvPr id="0" name=""/>
        <dsp:cNvSpPr/>
      </dsp:nvSpPr>
      <dsp:spPr>
        <a:xfrm>
          <a:off x="5256035" y="438120"/>
          <a:ext cx="701343" cy="701343"/>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A6AD03-11CF-4D0D-B29C-F87FFB144598}">
      <dsp:nvSpPr>
        <dsp:cNvPr id="0" name=""/>
        <dsp:cNvSpPr/>
      </dsp:nvSpPr>
      <dsp:spPr>
        <a:xfrm>
          <a:off x="6470430" y="184185"/>
          <a:ext cx="2850288" cy="1209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SG" sz="2400" kern="1200" dirty="0"/>
            <a:t>Data Analytics Process</a:t>
          </a:r>
          <a:endParaRPr lang="en-US" sz="2400" kern="1200" dirty="0"/>
        </a:p>
      </dsp:txBody>
      <dsp:txXfrm>
        <a:off x="6470430" y="184185"/>
        <a:ext cx="2850288" cy="1209213"/>
      </dsp:txXfrm>
    </dsp:sp>
    <dsp:sp modelId="{D9D7694D-187B-499D-B107-286F0A9A19AA}">
      <dsp:nvSpPr>
        <dsp:cNvPr id="0" name=""/>
        <dsp:cNvSpPr/>
      </dsp:nvSpPr>
      <dsp:spPr>
        <a:xfrm>
          <a:off x="186841" y="1964188"/>
          <a:ext cx="1209213" cy="120921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D342A-870E-4F29-A032-28ABDE1F2625}">
      <dsp:nvSpPr>
        <dsp:cNvPr id="0" name=""/>
        <dsp:cNvSpPr/>
      </dsp:nvSpPr>
      <dsp:spPr>
        <a:xfrm>
          <a:off x="440776" y="2218123"/>
          <a:ext cx="701343" cy="701343"/>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D1E94C-10D6-4A8E-A6D2-7ADE41D5105B}">
      <dsp:nvSpPr>
        <dsp:cNvPr id="0" name=""/>
        <dsp:cNvSpPr/>
      </dsp:nvSpPr>
      <dsp:spPr>
        <a:xfrm>
          <a:off x="1478140" y="1994286"/>
          <a:ext cx="3144152" cy="1209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SG" sz="2400" kern="1200" dirty="0"/>
            <a:t>The four levels of analytics</a:t>
          </a:r>
          <a:endParaRPr lang="en-US" sz="2400" kern="1200" dirty="0"/>
        </a:p>
      </dsp:txBody>
      <dsp:txXfrm>
        <a:off x="1478140" y="1994286"/>
        <a:ext cx="3144152" cy="1209213"/>
      </dsp:txXfrm>
    </dsp:sp>
    <dsp:sp modelId="{EDD21C9D-7D5A-467B-B52E-8B61994AD865}">
      <dsp:nvSpPr>
        <dsp:cNvPr id="0" name=""/>
        <dsp:cNvSpPr/>
      </dsp:nvSpPr>
      <dsp:spPr>
        <a:xfrm>
          <a:off x="5149033" y="1964188"/>
          <a:ext cx="1209213" cy="120921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B430B9-E9F5-420D-BC02-572DB9FF51AF}">
      <dsp:nvSpPr>
        <dsp:cNvPr id="0" name=""/>
        <dsp:cNvSpPr/>
      </dsp:nvSpPr>
      <dsp:spPr>
        <a:xfrm>
          <a:off x="5402967" y="2218123"/>
          <a:ext cx="701343" cy="701343"/>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7D6B38-B8DF-4BBE-8378-57F4E94436FE}">
      <dsp:nvSpPr>
        <dsp:cNvPr id="0" name=""/>
        <dsp:cNvSpPr/>
      </dsp:nvSpPr>
      <dsp:spPr>
        <a:xfrm>
          <a:off x="6436769" y="1964188"/>
          <a:ext cx="3211476" cy="1209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dirty="0"/>
            <a:t>Central Tendency/Spread</a:t>
          </a:r>
        </a:p>
      </dsp:txBody>
      <dsp:txXfrm>
        <a:off x="6436769" y="1964188"/>
        <a:ext cx="3211476" cy="120921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64E19E-2106-46E2-9CE2-7F80694BC7FB}">
      <dsp:nvSpPr>
        <dsp:cNvPr id="0" name=""/>
        <dsp:cNvSpPr/>
      </dsp:nvSpPr>
      <dsp:spPr>
        <a:xfrm>
          <a:off x="230677" y="0"/>
          <a:ext cx="8284888" cy="5178055"/>
        </a:xfrm>
        <a:prstGeom prst="swooshArrow">
          <a:avLst>
            <a:gd name="adj1" fmla="val 25000"/>
            <a:gd name="adj2" fmla="val 25000"/>
          </a:avLst>
        </a:prstGeom>
        <a:solidFill>
          <a:schemeClr val="accent1">
            <a:lumMod val="75000"/>
          </a:schemeClr>
        </a:solidFill>
        <a:ln>
          <a:noFill/>
        </a:ln>
        <a:effectLst/>
      </dsp:spPr>
      <dsp:style>
        <a:lnRef idx="0">
          <a:scrgbClr r="0" g="0" b="0"/>
        </a:lnRef>
        <a:fillRef idx="1">
          <a:scrgbClr r="0" g="0" b="0"/>
        </a:fillRef>
        <a:effectRef idx="0">
          <a:scrgbClr r="0" g="0" b="0"/>
        </a:effectRef>
        <a:fontRef idx="minor"/>
      </dsp:style>
    </dsp:sp>
    <dsp:sp modelId="{975127BA-79E6-4EF2-95C8-1247F5CAE279}">
      <dsp:nvSpPr>
        <dsp:cNvPr id="0" name=""/>
        <dsp:cNvSpPr/>
      </dsp:nvSpPr>
      <dsp:spPr>
        <a:xfrm>
          <a:off x="1046738" y="3850401"/>
          <a:ext cx="190552" cy="19055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7D79CD-9FE7-4574-BAF7-36E3CA90B938}">
      <dsp:nvSpPr>
        <dsp:cNvPr id="0" name=""/>
        <dsp:cNvSpPr/>
      </dsp:nvSpPr>
      <dsp:spPr>
        <a:xfrm>
          <a:off x="1362682" y="3846607"/>
          <a:ext cx="1774493" cy="1232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70" tIns="0" rIns="0" bIns="0" numCol="1" spcCol="1270" anchor="t"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Descriptive</a:t>
          </a:r>
        </a:p>
      </dsp:txBody>
      <dsp:txXfrm>
        <a:off x="1362682" y="3846607"/>
        <a:ext cx="1774493" cy="1232377"/>
      </dsp:txXfrm>
    </dsp:sp>
    <dsp:sp modelId="{732FAFED-29A9-469C-AFFA-D16202193F79}">
      <dsp:nvSpPr>
        <dsp:cNvPr id="0" name=""/>
        <dsp:cNvSpPr/>
      </dsp:nvSpPr>
      <dsp:spPr>
        <a:xfrm>
          <a:off x="2393032" y="2645986"/>
          <a:ext cx="331395" cy="33139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0912BD-D62C-4777-A34F-2D3F9C9A7838}">
      <dsp:nvSpPr>
        <dsp:cNvPr id="0" name=""/>
        <dsp:cNvSpPr/>
      </dsp:nvSpPr>
      <dsp:spPr>
        <a:xfrm>
          <a:off x="2552954" y="3098488"/>
          <a:ext cx="1739826" cy="1464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600" tIns="0" rIns="0" bIns="0" numCol="1" spcCol="1270" anchor="t" anchorCtr="0">
          <a:noAutofit/>
        </a:bodyPr>
        <a:lstStyle/>
        <a:p>
          <a:pPr marL="0" lvl="0" indent="0" algn="l" defTabSz="889000">
            <a:lnSpc>
              <a:spcPct val="90000"/>
            </a:lnSpc>
            <a:spcBef>
              <a:spcPct val="0"/>
            </a:spcBef>
            <a:spcAft>
              <a:spcPct val="35000"/>
            </a:spcAft>
            <a:buNone/>
          </a:pPr>
          <a:r>
            <a:rPr lang="en-US" sz="2000" b="1" kern="1200" dirty="0"/>
            <a:t>Diagnostic</a:t>
          </a:r>
        </a:p>
      </dsp:txBody>
      <dsp:txXfrm>
        <a:off x="2552954" y="3098488"/>
        <a:ext cx="1739826" cy="1464641"/>
      </dsp:txXfrm>
    </dsp:sp>
    <dsp:sp modelId="{EA8B4519-231C-4C32-BCE1-C61610DE9383}">
      <dsp:nvSpPr>
        <dsp:cNvPr id="0" name=""/>
        <dsp:cNvSpPr/>
      </dsp:nvSpPr>
      <dsp:spPr>
        <a:xfrm>
          <a:off x="4112147" y="1758467"/>
          <a:ext cx="439099" cy="43909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9AADD6-338B-4256-B91F-8DD8099ACC9B}">
      <dsp:nvSpPr>
        <dsp:cNvPr id="0" name=""/>
        <dsp:cNvSpPr/>
      </dsp:nvSpPr>
      <dsp:spPr>
        <a:xfrm>
          <a:off x="4367537" y="2673081"/>
          <a:ext cx="1739826" cy="1178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669" tIns="0" rIns="0" bIns="0" numCol="1" spcCol="1270" anchor="t" anchorCtr="0">
          <a:noAutofit/>
        </a:bodyPr>
        <a:lstStyle/>
        <a:p>
          <a:pPr marL="0" lvl="0" indent="0" algn="l" defTabSz="889000">
            <a:lnSpc>
              <a:spcPct val="90000"/>
            </a:lnSpc>
            <a:spcBef>
              <a:spcPct val="0"/>
            </a:spcBef>
            <a:spcAft>
              <a:spcPct val="35000"/>
            </a:spcAft>
            <a:buNone/>
          </a:pPr>
          <a:r>
            <a:rPr lang="en-US" sz="2000" b="1" kern="1200" dirty="0"/>
            <a:t>Predictive</a:t>
          </a:r>
        </a:p>
      </dsp:txBody>
      <dsp:txXfrm>
        <a:off x="4367537" y="2673081"/>
        <a:ext cx="1739826" cy="1178925"/>
      </dsp:txXfrm>
    </dsp:sp>
    <dsp:sp modelId="{C454F2A3-3800-4D86-862D-601B2F51BC9C}">
      <dsp:nvSpPr>
        <dsp:cNvPr id="0" name=""/>
        <dsp:cNvSpPr/>
      </dsp:nvSpPr>
      <dsp:spPr>
        <a:xfrm>
          <a:off x="5984531" y="1171276"/>
          <a:ext cx="588227" cy="58822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476B1B-D917-474A-81E6-DC96B4DF98E9}">
      <dsp:nvSpPr>
        <dsp:cNvPr id="0" name=""/>
        <dsp:cNvSpPr/>
      </dsp:nvSpPr>
      <dsp:spPr>
        <a:xfrm>
          <a:off x="5375936" y="2206938"/>
          <a:ext cx="3275432" cy="1512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1689" tIns="0" rIns="0" bIns="0" numCol="1" spcCol="1270" anchor="t" anchorCtr="0">
          <a:noAutofit/>
        </a:bodyPr>
        <a:lstStyle/>
        <a:p>
          <a:pPr marL="0" lvl="0" indent="0" algn="l" defTabSz="889000">
            <a:lnSpc>
              <a:spcPct val="90000"/>
            </a:lnSpc>
            <a:spcBef>
              <a:spcPct val="0"/>
            </a:spcBef>
            <a:spcAft>
              <a:spcPct val="35000"/>
            </a:spcAft>
            <a:buNone/>
          </a:pPr>
          <a:r>
            <a:rPr lang="en-US" sz="2000" b="1" i="0" kern="1200" dirty="0">
              <a:solidFill>
                <a:schemeClr val="tx1"/>
              </a:solidFill>
            </a:rPr>
            <a:t>Prescriptive</a:t>
          </a:r>
        </a:p>
      </dsp:txBody>
      <dsp:txXfrm>
        <a:off x="5375936" y="2206938"/>
        <a:ext cx="3275432" cy="151272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5D2487-B199-4A89-8942-D421274EA0AC}">
      <dsp:nvSpPr>
        <dsp:cNvPr id="0" name=""/>
        <dsp:cNvSpPr/>
      </dsp:nvSpPr>
      <dsp:spPr>
        <a:xfrm>
          <a:off x="186637" y="190904"/>
          <a:ext cx="1209129" cy="120912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B5976-1751-4271-8900-0FF8CB1172C6}">
      <dsp:nvSpPr>
        <dsp:cNvPr id="0" name=""/>
        <dsp:cNvSpPr/>
      </dsp:nvSpPr>
      <dsp:spPr>
        <a:xfrm>
          <a:off x="440555" y="444821"/>
          <a:ext cx="701295" cy="701295"/>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0ABDDF-6785-4C9B-8777-53EB235CC135}">
      <dsp:nvSpPr>
        <dsp:cNvPr id="0" name=""/>
        <dsp:cNvSpPr/>
      </dsp:nvSpPr>
      <dsp:spPr>
        <a:xfrm>
          <a:off x="1654866" y="190904"/>
          <a:ext cx="2850091" cy="120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dirty="0"/>
            <a:t>Why data analytics?</a:t>
          </a:r>
        </a:p>
      </dsp:txBody>
      <dsp:txXfrm>
        <a:off x="1654866" y="190904"/>
        <a:ext cx="2850091" cy="1209129"/>
      </dsp:txXfrm>
    </dsp:sp>
    <dsp:sp modelId="{52F9A2A4-7730-4241-9F31-3412A00C2C70}">
      <dsp:nvSpPr>
        <dsp:cNvPr id="0" name=""/>
        <dsp:cNvSpPr/>
      </dsp:nvSpPr>
      <dsp:spPr>
        <a:xfrm>
          <a:off x="5001564" y="190904"/>
          <a:ext cx="1209129" cy="120912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F264D6-4A6C-4068-8EE3-7E3E4475E8C0}">
      <dsp:nvSpPr>
        <dsp:cNvPr id="0" name=""/>
        <dsp:cNvSpPr/>
      </dsp:nvSpPr>
      <dsp:spPr>
        <a:xfrm>
          <a:off x="5255481" y="444821"/>
          <a:ext cx="701295" cy="701295"/>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A6AD03-11CF-4D0D-B29C-F87FFB144598}">
      <dsp:nvSpPr>
        <dsp:cNvPr id="0" name=""/>
        <dsp:cNvSpPr/>
      </dsp:nvSpPr>
      <dsp:spPr>
        <a:xfrm>
          <a:off x="6469793" y="190904"/>
          <a:ext cx="2850091" cy="120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SG" sz="2400" kern="1200" dirty="0"/>
            <a:t>Data Analytics Process</a:t>
          </a:r>
          <a:endParaRPr lang="en-US" sz="2400" kern="1200" dirty="0"/>
        </a:p>
      </dsp:txBody>
      <dsp:txXfrm>
        <a:off x="6469793" y="190904"/>
        <a:ext cx="2850091" cy="1209129"/>
      </dsp:txXfrm>
    </dsp:sp>
    <dsp:sp modelId="{D9D7694D-187B-499D-B107-286F0A9A19AA}">
      <dsp:nvSpPr>
        <dsp:cNvPr id="0" name=""/>
        <dsp:cNvSpPr/>
      </dsp:nvSpPr>
      <dsp:spPr>
        <a:xfrm>
          <a:off x="186637" y="1973541"/>
          <a:ext cx="1209129" cy="120912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D342A-870E-4F29-A032-28ABDE1F2625}">
      <dsp:nvSpPr>
        <dsp:cNvPr id="0" name=""/>
        <dsp:cNvSpPr/>
      </dsp:nvSpPr>
      <dsp:spPr>
        <a:xfrm>
          <a:off x="440555" y="2227459"/>
          <a:ext cx="701295" cy="701295"/>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D1E94C-10D6-4A8E-A6D2-7ADE41D5105B}">
      <dsp:nvSpPr>
        <dsp:cNvPr id="0" name=""/>
        <dsp:cNvSpPr/>
      </dsp:nvSpPr>
      <dsp:spPr>
        <a:xfrm>
          <a:off x="1477847" y="2003637"/>
          <a:ext cx="3143935" cy="120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SG" sz="2400" kern="1200" dirty="0"/>
            <a:t>The four levels of analytics</a:t>
          </a:r>
          <a:endParaRPr lang="en-US" sz="2400" kern="1200" dirty="0"/>
        </a:p>
      </dsp:txBody>
      <dsp:txXfrm>
        <a:off x="1477847" y="2003637"/>
        <a:ext cx="3143935" cy="1209129"/>
      </dsp:txXfrm>
    </dsp:sp>
    <dsp:sp modelId="{EDD21C9D-7D5A-467B-B52E-8B61994AD865}">
      <dsp:nvSpPr>
        <dsp:cNvPr id="0" name=""/>
        <dsp:cNvSpPr/>
      </dsp:nvSpPr>
      <dsp:spPr>
        <a:xfrm>
          <a:off x="5148486" y="1973541"/>
          <a:ext cx="1209129" cy="120912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B430B9-E9F5-420D-BC02-572DB9FF51AF}">
      <dsp:nvSpPr>
        <dsp:cNvPr id="0" name=""/>
        <dsp:cNvSpPr/>
      </dsp:nvSpPr>
      <dsp:spPr>
        <a:xfrm>
          <a:off x="5402403" y="2227459"/>
          <a:ext cx="701295" cy="701295"/>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7D6B38-B8DF-4BBE-8378-57F4E94436FE}">
      <dsp:nvSpPr>
        <dsp:cNvPr id="0" name=""/>
        <dsp:cNvSpPr/>
      </dsp:nvSpPr>
      <dsp:spPr>
        <a:xfrm>
          <a:off x="6436133" y="1973541"/>
          <a:ext cx="3211254" cy="120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dirty="0"/>
            <a:t>Central Tendency/Spread</a:t>
          </a:r>
        </a:p>
      </dsp:txBody>
      <dsp:txXfrm>
        <a:off x="6436133" y="1973541"/>
        <a:ext cx="3211254" cy="120912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11A66-7852-455D-90C2-B036A395165B}">
      <dsp:nvSpPr>
        <dsp:cNvPr id="0" name=""/>
        <dsp:cNvSpPr/>
      </dsp:nvSpPr>
      <dsp:spPr>
        <a:xfrm>
          <a:off x="1422543" y="-221412"/>
          <a:ext cx="5438857" cy="5438857"/>
        </a:xfrm>
        <a:prstGeom prst="circularArrow">
          <a:avLst>
            <a:gd name="adj1" fmla="val 5544"/>
            <a:gd name="adj2" fmla="val 330680"/>
            <a:gd name="adj3" fmla="val 14502769"/>
            <a:gd name="adj4" fmla="val 16957674"/>
            <a:gd name="adj5" fmla="val 5757"/>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sp>
    <dsp:sp modelId="{56C7ABDC-1114-479C-8351-B5C3D2873259}">
      <dsp:nvSpPr>
        <dsp:cNvPr id="0" name=""/>
        <dsp:cNvSpPr/>
      </dsp:nvSpPr>
      <dsp:spPr>
        <a:xfrm>
          <a:off x="3272680" y="-39177"/>
          <a:ext cx="1708887" cy="1018197"/>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collection</a:t>
          </a:r>
        </a:p>
      </dsp:txBody>
      <dsp:txXfrm>
        <a:off x="3322384" y="10527"/>
        <a:ext cx="1609479" cy="918789"/>
      </dsp:txXfrm>
    </dsp:sp>
    <dsp:sp modelId="{3337C923-E4B3-405C-AF27-1BBB74F63993}">
      <dsp:nvSpPr>
        <dsp:cNvPr id="0" name=""/>
        <dsp:cNvSpPr/>
      </dsp:nvSpPr>
      <dsp:spPr>
        <a:xfrm>
          <a:off x="5363068" y="96727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Cleaning</a:t>
          </a:r>
        </a:p>
      </dsp:txBody>
      <dsp:txXfrm>
        <a:off x="5404778" y="1008987"/>
        <a:ext cx="1625467" cy="771023"/>
      </dsp:txXfrm>
    </dsp:sp>
    <dsp:sp modelId="{BD05E7D6-B568-4E5F-AD2B-9A332F083076}">
      <dsp:nvSpPr>
        <dsp:cNvPr id="0" name=""/>
        <dsp:cNvSpPr/>
      </dsp:nvSpPr>
      <dsp:spPr>
        <a:xfrm>
          <a:off x="5373177" y="2724668"/>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Exploratory Data Analysis</a:t>
          </a:r>
          <a:endParaRPr lang="en-SG" sz="1400" kern="1200" dirty="0"/>
        </a:p>
      </dsp:txBody>
      <dsp:txXfrm>
        <a:off x="5414887" y="2766378"/>
        <a:ext cx="1625467" cy="771023"/>
      </dsp:txXfrm>
    </dsp:sp>
    <dsp:sp modelId="{6FD1E414-FF58-48EE-A36F-F31F38EABB01}">
      <dsp:nvSpPr>
        <dsp:cNvPr id="0" name=""/>
        <dsp:cNvSpPr/>
      </dsp:nvSpPr>
      <dsp:spPr>
        <a:xfrm>
          <a:off x="4109036" y="402022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Data Transformation</a:t>
          </a:r>
          <a:endParaRPr lang="en-SG" sz="1400" kern="1200" dirty="0"/>
        </a:p>
      </dsp:txBody>
      <dsp:txXfrm>
        <a:off x="4150746" y="4061937"/>
        <a:ext cx="1625467" cy="771023"/>
      </dsp:txXfrm>
    </dsp:sp>
    <dsp:sp modelId="{605C9123-2D06-4E18-8C19-BCFE8E29012D}">
      <dsp:nvSpPr>
        <dsp:cNvPr id="0" name=""/>
        <dsp:cNvSpPr/>
      </dsp:nvSpPr>
      <dsp:spPr>
        <a:xfrm>
          <a:off x="1427274" y="3891875"/>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Data Modelling</a:t>
          </a:r>
          <a:endParaRPr lang="en-SG" sz="1800" kern="1200" dirty="0"/>
        </a:p>
      </dsp:txBody>
      <dsp:txXfrm>
        <a:off x="1468984" y="3933585"/>
        <a:ext cx="1625467" cy="771023"/>
      </dsp:txXfrm>
    </dsp:sp>
    <dsp:sp modelId="{A3AEB3FA-E2F7-4429-BFFB-D5FF2492197A}">
      <dsp:nvSpPr>
        <dsp:cNvPr id="0" name=""/>
        <dsp:cNvSpPr/>
      </dsp:nvSpPr>
      <dsp:spPr>
        <a:xfrm>
          <a:off x="881018" y="267816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Presentation</a:t>
          </a:r>
        </a:p>
      </dsp:txBody>
      <dsp:txXfrm>
        <a:off x="922728" y="2719877"/>
        <a:ext cx="1625467" cy="771023"/>
      </dsp:txXfrm>
    </dsp:sp>
    <dsp:sp modelId="{76B9AC1F-5F29-485C-92DA-DEB82B44D0CE}">
      <dsp:nvSpPr>
        <dsp:cNvPr id="0" name=""/>
        <dsp:cNvSpPr/>
      </dsp:nvSpPr>
      <dsp:spPr>
        <a:xfrm>
          <a:off x="987520" y="1042067"/>
          <a:ext cx="1708887" cy="854443"/>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Formulate Key Questions</a:t>
          </a:r>
        </a:p>
      </dsp:txBody>
      <dsp:txXfrm>
        <a:off x="1029230" y="1083777"/>
        <a:ext cx="1625467" cy="7710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11A66-7852-455D-90C2-B036A395165B}">
      <dsp:nvSpPr>
        <dsp:cNvPr id="0" name=""/>
        <dsp:cNvSpPr/>
      </dsp:nvSpPr>
      <dsp:spPr>
        <a:xfrm>
          <a:off x="1422543" y="-221412"/>
          <a:ext cx="5438857" cy="5438857"/>
        </a:xfrm>
        <a:prstGeom prst="circularArrow">
          <a:avLst>
            <a:gd name="adj1" fmla="val 5544"/>
            <a:gd name="adj2" fmla="val 330680"/>
            <a:gd name="adj3" fmla="val 14502769"/>
            <a:gd name="adj4" fmla="val 16957674"/>
            <a:gd name="adj5" fmla="val 5757"/>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sp>
    <dsp:sp modelId="{56C7ABDC-1114-479C-8351-B5C3D2873259}">
      <dsp:nvSpPr>
        <dsp:cNvPr id="0" name=""/>
        <dsp:cNvSpPr/>
      </dsp:nvSpPr>
      <dsp:spPr>
        <a:xfrm>
          <a:off x="3272680" y="-39177"/>
          <a:ext cx="1708887" cy="1018197"/>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collection</a:t>
          </a:r>
        </a:p>
      </dsp:txBody>
      <dsp:txXfrm>
        <a:off x="3322384" y="10527"/>
        <a:ext cx="1609479" cy="918789"/>
      </dsp:txXfrm>
    </dsp:sp>
    <dsp:sp modelId="{3337C923-E4B3-405C-AF27-1BBB74F63993}">
      <dsp:nvSpPr>
        <dsp:cNvPr id="0" name=""/>
        <dsp:cNvSpPr/>
      </dsp:nvSpPr>
      <dsp:spPr>
        <a:xfrm>
          <a:off x="5363068" y="96727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Cleaning</a:t>
          </a:r>
        </a:p>
      </dsp:txBody>
      <dsp:txXfrm>
        <a:off x="5404778" y="1008987"/>
        <a:ext cx="1625467" cy="771023"/>
      </dsp:txXfrm>
    </dsp:sp>
    <dsp:sp modelId="{BD05E7D6-B568-4E5F-AD2B-9A332F083076}">
      <dsp:nvSpPr>
        <dsp:cNvPr id="0" name=""/>
        <dsp:cNvSpPr/>
      </dsp:nvSpPr>
      <dsp:spPr>
        <a:xfrm>
          <a:off x="5373177" y="2724668"/>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Exploratory Data Analysis</a:t>
          </a:r>
          <a:endParaRPr lang="en-SG" sz="1400" kern="1200" dirty="0"/>
        </a:p>
      </dsp:txBody>
      <dsp:txXfrm>
        <a:off x="5414887" y="2766378"/>
        <a:ext cx="1625467" cy="771023"/>
      </dsp:txXfrm>
    </dsp:sp>
    <dsp:sp modelId="{6FD1E414-FF58-48EE-A36F-F31F38EABB01}">
      <dsp:nvSpPr>
        <dsp:cNvPr id="0" name=""/>
        <dsp:cNvSpPr/>
      </dsp:nvSpPr>
      <dsp:spPr>
        <a:xfrm>
          <a:off x="4109036" y="402022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Data Transformation</a:t>
          </a:r>
          <a:endParaRPr lang="en-SG" sz="1400" kern="1200" dirty="0"/>
        </a:p>
      </dsp:txBody>
      <dsp:txXfrm>
        <a:off x="4150746" y="4061937"/>
        <a:ext cx="1625467" cy="771023"/>
      </dsp:txXfrm>
    </dsp:sp>
    <dsp:sp modelId="{605C9123-2D06-4E18-8C19-BCFE8E29012D}">
      <dsp:nvSpPr>
        <dsp:cNvPr id="0" name=""/>
        <dsp:cNvSpPr/>
      </dsp:nvSpPr>
      <dsp:spPr>
        <a:xfrm>
          <a:off x="1427274" y="3891875"/>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Data Modelling</a:t>
          </a:r>
          <a:endParaRPr lang="en-SG" sz="1800" kern="1200" dirty="0"/>
        </a:p>
      </dsp:txBody>
      <dsp:txXfrm>
        <a:off x="1468984" y="3933585"/>
        <a:ext cx="1625467" cy="771023"/>
      </dsp:txXfrm>
    </dsp:sp>
    <dsp:sp modelId="{A3AEB3FA-E2F7-4429-BFFB-D5FF2492197A}">
      <dsp:nvSpPr>
        <dsp:cNvPr id="0" name=""/>
        <dsp:cNvSpPr/>
      </dsp:nvSpPr>
      <dsp:spPr>
        <a:xfrm>
          <a:off x="881018" y="267816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Presentation</a:t>
          </a:r>
        </a:p>
      </dsp:txBody>
      <dsp:txXfrm>
        <a:off x="922728" y="2719877"/>
        <a:ext cx="1625467" cy="771023"/>
      </dsp:txXfrm>
    </dsp:sp>
    <dsp:sp modelId="{76B9AC1F-5F29-485C-92DA-DEB82B44D0CE}">
      <dsp:nvSpPr>
        <dsp:cNvPr id="0" name=""/>
        <dsp:cNvSpPr/>
      </dsp:nvSpPr>
      <dsp:spPr>
        <a:xfrm>
          <a:off x="987520" y="1042067"/>
          <a:ext cx="1708887" cy="854443"/>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Formulate Key Questions</a:t>
          </a:r>
        </a:p>
      </dsp:txBody>
      <dsp:txXfrm>
        <a:off x="1029230" y="1083777"/>
        <a:ext cx="1625467" cy="77102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11A66-7852-455D-90C2-B036A395165B}">
      <dsp:nvSpPr>
        <dsp:cNvPr id="0" name=""/>
        <dsp:cNvSpPr/>
      </dsp:nvSpPr>
      <dsp:spPr>
        <a:xfrm>
          <a:off x="1422543" y="-221412"/>
          <a:ext cx="5438857" cy="5438857"/>
        </a:xfrm>
        <a:prstGeom prst="circularArrow">
          <a:avLst>
            <a:gd name="adj1" fmla="val 5544"/>
            <a:gd name="adj2" fmla="val 330680"/>
            <a:gd name="adj3" fmla="val 14502769"/>
            <a:gd name="adj4" fmla="val 16957674"/>
            <a:gd name="adj5" fmla="val 5757"/>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sp>
    <dsp:sp modelId="{56C7ABDC-1114-479C-8351-B5C3D2873259}">
      <dsp:nvSpPr>
        <dsp:cNvPr id="0" name=""/>
        <dsp:cNvSpPr/>
      </dsp:nvSpPr>
      <dsp:spPr>
        <a:xfrm>
          <a:off x="3272680" y="-39177"/>
          <a:ext cx="1708887" cy="1018197"/>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collection</a:t>
          </a:r>
        </a:p>
      </dsp:txBody>
      <dsp:txXfrm>
        <a:off x="3322384" y="10527"/>
        <a:ext cx="1609479" cy="918789"/>
      </dsp:txXfrm>
    </dsp:sp>
    <dsp:sp modelId="{3337C923-E4B3-405C-AF27-1BBB74F63993}">
      <dsp:nvSpPr>
        <dsp:cNvPr id="0" name=""/>
        <dsp:cNvSpPr/>
      </dsp:nvSpPr>
      <dsp:spPr>
        <a:xfrm>
          <a:off x="5363068" y="96727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Cleaning</a:t>
          </a:r>
        </a:p>
      </dsp:txBody>
      <dsp:txXfrm>
        <a:off x="5404778" y="1008987"/>
        <a:ext cx="1625467" cy="771023"/>
      </dsp:txXfrm>
    </dsp:sp>
    <dsp:sp modelId="{BD05E7D6-B568-4E5F-AD2B-9A332F083076}">
      <dsp:nvSpPr>
        <dsp:cNvPr id="0" name=""/>
        <dsp:cNvSpPr/>
      </dsp:nvSpPr>
      <dsp:spPr>
        <a:xfrm>
          <a:off x="5373177" y="2724668"/>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Exploratory Data Analysis</a:t>
          </a:r>
          <a:endParaRPr lang="en-SG" sz="1400" kern="1200" dirty="0"/>
        </a:p>
      </dsp:txBody>
      <dsp:txXfrm>
        <a:off x="5414887" y="2766378"/>
        <a:ext cx="1625467" cy="771023"/>
      </dsp:txXfrm>
    </dsp:sp>
    <dsp:sp modelId="{6FD1E414-FF58-48EE-A36F-F31F38EABB01}">
      <dsp:nvSpPr>
        <dsp:cNvPr id="0" name=""/>
        <dsp:cNvSpPr/>
      </dsp:nvSpPr>
      <dsp:spPr>
        <a:xfrm>
          <a:off x="4109036" y="402022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Data Transformation</a:t>
          </a:r>
          <a:endParaRPr lang="en-SG" sz="1400" kern="1200" dirty="0"/>
        </a:p>
      </dsp:txBody>
      <dsp:txXfrm>
        <a:off x="4150746" y="4061937"/>
        <a:ext cx="1625467" cy="771023"/>
      </dsp:txXfrm>
    </dsp:sp>
    <dsp:sp modelId="{605C9123-2D06-4E18-8C19-BCFE8E29012D}">
      <dsp:nvSpPr>
        <dsp:cNvPr id="0" name=""/>
        <dsp:cNvSpPr/>
      </dsp:nvSpPr>
      <dsp:spPr>
        <a:xfrm>
          <a:off x="1427274" y="3891875"/>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Data Modelling</a:t>
          </a:r>
          <a:endParaRPr lang="en-SG" sz="1800" kern="1200" dirty="0"/>
        </a:p>
      </dsp:txBody>
      <dsp:txXfrm>
        <a:off x="1468984" y="3933585"/>
        <a:ext cx="1625467" cy="771023"/>
      </dsp:txXfrm>
    </dsp:sp>
    <dsp:sp modelId="{A3AEB3FA-E2F7-4429-BFFB-D5FF2492197A}">
      <dsp:nvSpPr>
        <dsp:cNvPr id="0" name=""/>
        <dsp:cNvSpPr/>
      </dsp:nvSpPr>
      <dsp:spPr>
        <a:xfrm>
          <a:off x="881018" y="267816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Presentation</a:t>
          </a:r>
        </a:p>
      </dsp:txBody>
      <dsp:txXfrm>
        <a:off x="922728" y="2719877"/>
        <a:ext cx="1625467" cy="771023"/>
      </dsp:txXfrm>
    </dsp:sp>
    <dsp:sp modelId="{76B9AC1F-5F29-485C-92DA-DEB82B44D0CE}">
      <dsp:nvSpPr>
        <dsp:cNvPr id="0" name=""/>
        <dsp:cNvSpPr/>
      </dsp:nvSpPr>
      <dsp:spPr>
        <a:xfrm>
          <a:off x="987520" y="1042067"/>
          <a:ext cx="1708887" cy="854443"/>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Formulate Key Questions</a:t>
          </a:r>
        </a:p>
      </dsp:txBody>
      <dsp:txXfrm>
        <a:off x="1029230" y="1083777"/>
        <a:ext cx="1625467" cy="77102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11A66-7852-455D-90C2-B036A395165B}">
      <dsp:nvSpPr>
        <dsp:cNvPr id="0" name=""/>
        <dsp:cNvSpPr/>
      </dsp:nvSpPr>
      <dsp:spPr>
        <a:xfrm>
          <a:off x="1422543" y="-221412"/>
          <a:ext cx="5438857" cy="5438857"/>
        </a:xfrm>
        <a:prstGeom prst="circularArrow">
          <a:avLst>
            <a:gd name="adj1" fmla="val 5544"/>
            <a:gd name="adj2" fmla="val 330680"/>
            <a:gd name="adj3" fmla="val 14502769"/>
            <a:gd name="adj4" fmla="val 16957674"/>
            <a:gd name="adj5" fmla="val 5757"/>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sp>
    <dsp:sp modelId="{56C7ABDC-1114-479C-8351-B5C3D2873259}">
      <dsp:nvSpPr>
        <dsp:cNvPr id="0" name=""/>
        <dsp:cNvSpPr/>
      </dsp:nvSpPr>
      <dsp:spPr>
        <a:xfrm>
          <a:off x="3272680" y="-39177"/>
          <a:ext cx="1708887" cy="1018197"/>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collection</a:t>
          </a:r>
        </a:p>
      </dsp:txBody>
      <dsp:txXfrm>
        <a:off x="3322384" y="10527"/>
        <a:ext cx="1609479" cy="918789"/>
      </dsp:txXfrm>
    </dsp:sp>
    <dsp:sp modelId="{3337C923-E4B3-405C-AF27-1BBB74F63993}">
      <dsp:nvSpPr>
        <dsp:cNvPr id="0" name=""/>
        <dsp:cNvSpPr/>
      </dsp:nvSpPr>
      <dsp:spPr>
        <a:xfrm>
          <a:off x="5363068" y="96727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Cleaning</a:t>
          </a:r>
        </a:p>
      </dsp:txBody>
      <dsp:txXfrm>
        <a:off x="5404778" y="1008987"/>
        <a:ext cx="1625467" cy="771023"/>
      </dsp:txXfrm>
    </dsp:sp>
    <dsp:sp modelId="{BD05E7D6-B568-4E5F-AD2B-9A332F083076}">
      <dsp:nvSpPr>
        <dsp:cNvPr id="0" name=""/>
        <dsp:cNvSpPr/>
      </dsp:nvSpPr>
      <dsp:spPr>
        <a:xfrm>
          <a:off x="5373177" y="2724668"/>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Exploratory Data Analysis</a:t>
          </a:r>
          <a:endParaRPr lang="en-SG" sz="1400" kern="1200" dirty="0"/>
        </a:p>
      </dsp:txBody>
      <dsp:txXfrm>
        <a:off x="5414887" y="2766378"/>
        <a:ext cx="1625467" cy="771023"/>
      </dsp:txXfrm>
    </dsp:sp>
    <dsp:sp modelId="{6FD1E414-FF58-48EE-A36F-F31F38EABB01}">
      <dsp:nvSpPr>
        <dsp:cNvPr id="0" name=""/>
        <dsp:cNvSpPr/>
      </dsp:nvSpPr>
      <dsp:spPr>
        <a:xfrm>
          <a:off x="4109036" y="402022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Data Transformation</a:t>
          </a:r>
          <a:endParaRPr lang="en-SG" sz="1400" kern="1200" dirty="0"/>
        </a:p>
      </dsp:txBody>
      <dsp:txXfrm>
        <a:off x="4150746" y="4061937"/>
        <a:ext cx="1625467" cy="771023"/>
      </dsp:txXfrm>
    </dsp:sp>
    <dsp:sp modelId="{605C9123-2D06-4E18-8C19-BCFE8E29012D}">
      <dsp:nvSpPr>
        <dsp:cNvPr id="0" name=""/>
        <dsp:cNvSpPr/>
      </dsp:nvSpPr>
      <dsp:spPr>
        <a:xfrm>
          <a:off x="1491242" y="3886565"/>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100000"/>
            </a:lnSpc>
            <a:spcBef>
              <a:spcPct val="0"/>
            </a:spcBef>
            <a:spcAft>
              <a:spcPct val="35000"/>
            </a:spcAft>
            <a:buNone/>
          </a:pPr>
          <a:r>
            <a:rPr lang="en-US" sz="1800" kern="1200" dirty="0"/>
            <a:t>Data Modelling</a:t>
          </a:r>
          <a:endParaRPr lang="en-SG" sz="1800" kern="1200" dirty="0"/>
        </a:p>
      </dsp:txBody>
      <dsp:txXfrm>
        <a:off x="1532952" y="3928275"/>
        <a:ext cx="1625467" cy="771023"/>
      </dsp:txXfrm>
    </dsp:sp>
    <dsp:sp modelId="{A3AEB3FA-E2F7-4429-BFFB-D5FF2492197A}">
      <dsp:nvSpPr>
        <dsp:cNvPr id="0" name=""/>
        <dsp:cNvSpPr/>
      </dsp:nvSpPr>
      <dsp:spPr>
        <a:xfrm>
          <a:off x="881018" y="267816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Presentation</a:t>
          </a:r>
        </a:p>
      </dsp:txBody>
      <dsp:txXfrm>
        <a:off x="922728" y="2719877"/>
        <a:ext cx="1625467" cy="771023"/>
      </dsp:txXfrm>
    </dsp:sp>
    <dsp:sp modelId="{76B9AC1F-5F29-485C-92DA-DEB82B44D0CE}">
      <dsp:nvSpPr>
        <dsp:cNvPr id="0" name=""/>
        <dsp:cNvSpPr/>
      </dsp:nvSpPr>
      <dsp:spPr>
        <a:xfrm>
          <a:off x="987520" y="1042067"/>
          <a:ext cx="1708887" cy="854443"/>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Formulate Key Questions</a:t>
          </a:r>
        </a:p>
      </dsp:txBody>
      <dsp:txXfrm>
        <a:off x="1029230" y="1083777"/>
        <a:ext cx="1625467" cy="77102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11A66-7852-455D-90C2-B036A395165B}">
      <dsp:nvSpPr>
        <dsp:cNvPr id="0" name=""/>
        <dsp:cNvSpPr/>
      </dsp:nvSpPr>
      <dsp:spPr>
        <a:xfrm>
          <a:off x="1422543" y="-221412"/>
          <a:ext cx="5438857" cy="5438857"/>
        </a:xfrm>
        <a:prstGeom prst="circularArrow">
          <a:avLst>
            <a:gd name="adj1" fmla="val 5544"/>
            <a:gd name="adj2" fmla="val 330680"/>
            <a:gd name="adj3" fmla="val 14502769"/>
            <a:gd name="adj4" fmla="val 16957674"/>
            <a:gd name="adj5" fmla="val 5757"/>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sp>
    <dsp:sp modelId="{56C7ABDC-1114-479C-8351-B5C3D2873259}">
      <dsp:nvSpPr>
        <dsp:cNvPr id="0" name=""/>
        <dsp:cNvSpPr/>
      </dsp:nvSpPr>
      <dsp:spPr>
        <a:xfrm>
          <a:off x="3272680" y="-39177"/>
          <a:ext cx="1708887" cy="1018197"/>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collection</a:t>
          </a:r>
        </a:p>
      </dsp:txBody>
      <dsp:txXfrm>
        <a:off x="3322384" y="10527"/>
        <a:ext cx="1609479" cy="918789"/>
      </dsp:txXfrm>
    </dsp:sp>
    <dsp:sp modelId="{3337C923-E4B3-405C-AF27-1BBB74F63993}">
      <dsp:nvSpPr>
        <dsp:cNvPr id="0" name=""/>
        <dsp:cNvSpPr/>
      </dsp:nvSpPr>
      <dsp:spPr>
        <a:xfrm>
          <a:off x="5363068" y="96727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Cleaning</a:t>
          </a:r>
        </a:p>
      </dsp:txBody>
      <dsp:txXfrm>
        <a:off x="5404778" y="1008987"/>
        <a:ext cx="1625467" cy="771023"/>
      </dsp:txXfrm>
    </dsp:sp>
    <dsp:sp modelId="{BD05E7D6-B568-4E5F-AD2B-9A332F083076}">
      <dsp:nvSpPr>
        <dsp:cNvPr id="0" name=""/>
        <dsp:cNvSpPr/>
      </dsp:nvSpPr>
      <dsp:spPr>
        <a:xfrm>
          <a:off x="5373177" y="2724668"/>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Exploratory Data Analysis</a:t>
          </a:r>
          <a:endParaRPr lang="en-SG" sz="1400" kern="1200" dirty="0"/>
        </a:p>
      </dsp:txBody>
      <dsp:txXfrm>
        <a:off x="5414887" y="2766378"/>
        <a:ext cx="1625467" cy="771023"/>
      </dsp:txXfrm>
    </dsp:sp>
    <dsp:sp modelId="{6FD1E414-FF58-48EE-A36F-F31F38EABB01}">
      <dsp:nvSpPr>
        <dsp:cNvPr id="0" name=""/>
        <dsp:cNvSpPr/>
      </dsp:nvSpPr>
      <dsp:spPr>
        <a:xfrm>
          <a:off x="4109036" y="402022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Data Transformation</a:t>
          </a:r>
          <a:endParaRPr lang="en-SG" sz="1400" kern="1200" dirty="0"/>
        </a:p>
      </dsp:txBody>
      <dsp:txXfrm>
        <a:off x="4150746" y="4061937"/>
        <a:ext cx="1625467" cy="771023"/>
      </dsp:txXfrm>
    </dsp:sp>
    <dsp:sp modelId="{02B24F4D-0454-4699-9B8D-303200802EAE}">
      <dsp:nvSpPr>
        <dsp:cNvPr id="0" name=""/>
        <dsp:cNvSpPr/>
      </dsp:nvSpPr>
      <dsp:spPr>
        <a:xfrm>
          <a:off x="1613205" y="4118920"/>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Data Modelling</a:t>
          </a:r>
          <a:endParaRPr lang="en-SG" sz="1600" kern="1200" dirty="0"/>
        </a:p>
      </dsp:txBody>
      <dsp:txXfrm>
        <a:off x="1654915" y="4160630"/>
        <a:ext cx="1625467" cy="771023"/>
      </dsp:txXfrm>
    </dsp:sp>
    <dsp:sp modelId="{A3AEB3FA-E2F7-4429-BFFB-D5FF2492197A}">
      <dsp:nvSpPr>
        <dsp:cNvPr id="0" name=""/>
        <dsp:cNvSpPr/>
      </dsp:nvSpPr>
      <dsp:spPr>
        <a:xfrm>
          <a:off x="881018" y="267816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Presentation</a:t>
          </a:r>
        </a:p>
      </dsp:txBody>
      <dsp:txXfrm>
        <a:off x="922728" y="2719877"/>
        <a:ext cx="1625467" cy="771023"/>
      </dsp:txXfrm>
    </dsp:sp>
    <dsp:sp modelId="{76B9AC1F-5F29-485C-92DA-DEB82B44D0CE}">
      <dsp:nvSpPr>
        <dsp:cNvPr id="0" name=""/>
        <dsp:cNvSpPr/>
      </dsp:nvSpPr>
      <dsp:spPr>
        <a:xfrm>
          <a:off x="987520" y="1042067"/>
          <a:ext cx="1708887" cy="854443"/>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Formulate Key Questions</a:t>
          </a:r>
        </a:p>
      </dsp:txBody>
      <dsp:txXfrm>
        <a:off x="1029230" y="1083777"/>
        <a:ext cx="1625467" cy="77102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11A66-7852-455D-90C2-B036A395165B}">
      <dsp:nvSpPr>
        <dsp:cNvPr id="0" name=""/>
        <dsp:cNvSpPr/>
      </dsp:nvSpPr>
      <dsp:spPr>
        <a:xfrm>
          <a:off x="1422543" y="-221412"/>
          <a:ext cx="5438857" cy="5438857"/>
        </a:xfrm>
        <a:prstGeom prst="circularArrow">
          <a:avLst>
            <a:gd name="adj1" fmla="val 5544"/>
            <a:gd name="adj2" fmla="val 330680"/>
            <a:gd name="adj3" fmla="val 14502769"/>
            <a:gd name="adj4" fmla="val 16957674"/>
            <a:gd name="adj5" fmla="val 5757"/>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sp>
    <dsp:sp modelId="{56C7ABDC-1114-479C-8351-B5C3D2873259}">
      <dsp:nvSpPr>
        <dsp:cNvPr id="0" name=""/>
        <dsp:cNvSpPr/>
      </dsp:nvSpPr>
      <dsp:spPr>
        <a:xfrm>
          <a:off x="3272680" y="-39177"/>
          <a:ext cx="1708887" cy="1018197"/>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collection</a:t>
          </a:r>
        </a:p>
      </dsp:txBody>
      <dsp:txXfrm>
        <a:off x="3322384" y="10527"/>
        <a:ext cx="1609479" cy="918789"/>
      </dsp:txXfrm>
    </dsp:sp>
    <dsp:sp modelId="{3337C923-E4B3-405C-AF27-1BBB74F63993}">
      <dsp:nvSpPr>
        <dsp:cNvPr id="0" name=""/>
        <dsp:cNvSpPr/>
      </dsp:nvSpPr>
      <dsp:spPr>
        <a:xfrm>
          <a:off x="5363068" y="96727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Cleaning</a:t>
          </a:r>
        </a:p>
      </dsp:txBody>
      <dsp:txXfrm>
        <a:off x="5404778" y="1008987"/>
        <a:ext cx="1625467" cy="771023"/>
      </dsp:txXfrm>
    </dsp:sp>
    <dsp:sp modelId="{BD05E7D6-B568-4E5F-AD2B-9A332F083076}">
      <dsp:nvSpPr>
        <dsp:cNvPr id="0" name=""/>
        <dsp:cNvSpPr/>
      </dsp:nvSpPr>
      <dsp:spPr>
        <a:xfrm>
          <a:off x="5373177" y="2724668"/>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Exploratory Data Analysis</a:t>
          </a:r>
          <a:endParaRPr lang="en-SG" sz="1400" kern="1200" dirty="0"/>
        </a:p>
      </dsp:txBody>
      <dsp:txXfrm>
        <a:off x="5414887" y="2766378"/>
        <a:ext cx="1625467" cy="771023"/>
      </dsp:txXfrm>
    </dsp:sp>
    <dsp:sp modelId="{6FD1E414-FF58-48EE-A36F-F31F38EABB01}">
      <dsp:nvSpPr>
        <dsp:cNvPr id="0" name=""/>
        <dsp:cNvSpPr/>
      </dsp:nvSpPr>
      <dsp:spPr>
        <a:xfrm>
          <a:off x="4109036" y="402022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Data Transformation</a:t>
          </a:r>
          <a:endParaRPr lang="en-SG" sz="1400" kern="1200" dirty="0"/>
        </a:p>
      </dsp:txBody>
      <dsp:txXfrm>
        <a:off x="4150746" y="4061937"/>
        <a:ext cx="1625467" cy="771023"/>
      </dsp:txXfrm>
    </dsp:sp>
    <dsp:sp modelId="{605C9123-2D06-4E18-8C19-BCFE8E29012D}">
      <dsp:nvSpPr>
        <dsp:cNvPr id="0" name=""/>
        <dsp:cNvSpPr/>
      </dsp:nvSpPr>
      <dsp:spPr>
        <a:xfrm>
          <a:off x="1427274" y="3891875"/>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b="1" kern="1200" dirty="0"/>
            <a:t>Data Modelling</a:t>
          </a:r>
          <a:endParaRPr lang="en-SG" sz="2000" b="1" kern="1200" dirty="0"/>
        </a:p>
      </dsp:txBody>
      <dsp:txXfrm>
        <a:off x="1468984" y="3933585"/>
        <a:ext cx="1625467" cy="771023"/>
      </dsp:txXfrm>
    </dsp:sp>
    <dsp:sp modelId="{A3AEB3FA-E2F7-4429-BFFB-D5FF2492197A}">
      <dsp:nvSpPr>
        <dsp:cNvPr id="0" name=""/>
        <dsp:cNvSpPr/>
      </dsp:nvSpPr>
      <dsp:spPr>
        <a:xfrm>
          <a:off x="881018" y="2678167"/>
          <a:ext cx="1708887" cy="854443"/>
        </a:xfrm>
        <a:prstGeom prst="roundRect">
          <a:avLst/>
        </a:prstGeom>
        <a:solidFill>
          <a:schemeClr val="accent6"/>
        </a:solidFill>
        <a:ln w="12700" cap="flat" cmpd="sng" algn="ctr">
          <a:solidFill>
            <a:schemeClr val="accent6">
              <a:shade val="15000"/>
            </a:schemeClr>
          </a:solidFill>
          <a:prstDash val="solid"/>
        </a:ln>
        <a:effectLst/>
      </dsp:spPr>
      <dsp:style>
        <a:lnRef idx="2">
          <a:schemeClr val="accent6">
            <a:shade val="15000"/>
          </a:schemeClr>
        </a:lnRef>
        <a:fillRef idx="1">
          <a:schemeClr val="accent6"/>
        </a:fillRef>
        <a:effectRef idx="0">
          <a:schemeClr val="accent6"/>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SG" sz="1600" b="1" kern="1200" dirty="0">
              <a:solidFill>
                <a:schemeClr val="bg1"/>
              </a:solidFill>
            </a:rPr>
            <a:t>Data Presentation</a:t>
          </a:r>
        </a:p>
      </dsp:txBody>
      <dsp:txXfrm>
        <a:off x="922728" y="2719877"/>
        <a:ext cx="1625467" cy="771023"/>
      </dsp:txXfrm>
    </dsp:sp>
    <dsp:sp modelId="{76B9AC1F-5F29-485C-92DA-DEB82B44D0CE}">
      <dsp:nvSpPr>
        <dsp:cNvPr id="0" name=""/>
        <dsp:cNvSpPr/>
      </dsp:nvSpPr>
      <dsp:spPr>
        <a:xfrm>
          <a:off x="987520" y="1042067"/>
          <a:ext cx="1708887" cy="854443"/>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Formulate Key Questions</a:t>
          </a:r>
        </a:p>
      </dsp:txBody>
      <dsp:txXfrm>
        <a:off x="1029230" y="1083777"/>
        <a:ext cx="1625467" cy="77102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11A66-7852-455D-90C2-B036A395165B}">
      <dsp:nvSpPr>
        <dsp:cNvPr id="0" name=""/>
        <dsp:cNvSpPr/>
      </dsp:nvSpPr>
      <dsp:spPr>
        <a:xfrm>
          <a:off x="1422543" y="-221412"/>
          <a:ext cx="5438857" cy="5438857"/>
        </a:xfrm>
        <a:prstGeom prst="circularArrow">
          <a:avLst>
            <a:gd name="adj1" fmla="val 5544"/>
            <a:gd name="adj2" fmla="val 330680"/>
            <a:gd name="adj3" fmla="val 14502769"/>
            <a:gd name="adj4" fmla="val 16957674"/>
            <a:gd name="adj5" fmla="val 5757"/>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sp>
    <dsp:sp modelId="{56C7ABDC-1114-479C-8351-B5C3D2873259}">
      <dsp:nvSpPr>
        <dsp:cNvPr id="0" name=""/>
        <dsp:cNvSpPr/>
      </dsp:nvSpPr>
      <dsp:spPr>
        <a:xfrm>
          <a:off x="3272680" y="-39177"/>
          <a:ext cx="1708887" cy="1018197"/>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collection</a:t>
          </a:r>
        </a:p>
      </dsp:txBody>
      <dsp:txXfrm>
        <a:off x="3322384" y="10527"/>
        <a:ext cx="1609479" cy="918789"/>
      </dsp:txXfrm>
    </dsp:sp>
    <dsp:sp modelId="{3337C923-E4B3-405C-AF27-1BBB74F63993}">
      <dsp:nvSpPr>
        <dsp:cNvPr id="0" name=""/>
        <dsp:cNvSpPr/>
      </dsp:nvSpPr>
      <dsp:spPr>
        <a:xfrm>
          <a:off x="5363068" y="96727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t>
          </a:r>
          <a:endParaRPr lang="en-SG" sz="1400" kern="1200" dirty="0"/>
        </a:p>
      </dsp:txBody>
      <dsp:txXfrm>
        <a:off x="5404778" y="1008987"/>
        <a:ext cx="1625467" cy="771023"/>
      </dsp:txXfrm>
    </dsp:sp>
    <dsp:sp modelId="{BD05E7D6-B568-4E5F-AD2B-9A332F083076}">
      <dsp:nvSpPr>
        <dsp:cNvPr id="0" name=""/>
        <dsp:cNvSpPr/>
      </dsp:nvSpPr>
      <dsp:spPr>
        <a:xfrm>
          <a:off x="5373177" y="2724668"/>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a:t>
          </a:r>
          <a:endParaRPr lang="en-SG" sz="1400" kern="1200" dirty="0"/>
        </a:p>
      </dsp:txBody>
      <dsp:txXfrm>
        <a:off x="5414887" y="2766378"/>
        <a:ext cx="1625467" cy="771023"/>
      </dsp:txXfrm>
    </dsp:sp>
    <dsp:sp modelId="{6FD1E414-FF58-48EE-A36F-F31F38EABB01}">
      <dsp:nvSpPr>
        <dsp:cNvPr id="0" name=""/>
        <dsp:cNvSpPr/>
      </dsp:nvSpPr>
      <dsp:spPr>
        <a:xfrm>
          <a:off x="4109036" y="402022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SG" sz="1400" kern="1200" dirty="0">
              <a:latin typeface="Meiryo"/>
            </a:rPr>
            <a:t>Data Transformation</a:t>
          </a:r>
          <a:endParaRPr lang="en-SG" sz="1400" kern="1200" dirty="0"/>
        </a:p>
      </dsp:txBody>
      <dsp:txXfrm>
        <a:off x="4150746" y="4061937"/>
        <a:ext cx="1625467" cy="771023"/>
      </dsp:txXfrm>
    </dsp:sp>
    <dsp:sp modelId="{605C9123-2D06-4E18-8C19-BCFE8E29012D}">
      <dsp:nvSpPr>
        <dsp:cNvPr id="0" name=""/>
        <dsp:cNvSpPr/>
      </dsp:nvSpPr>
      <dsp:spPr>
        <a:xfrm>
          <a:off x="1269259" y="3867561"/>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a:t>
          </a:r>
          <a:endParaRPr lang="en-SG" sz="1400" kern="1200" dirty="0"/>
        </a:p>
      </dsp:txBody>
      <dsp:txXfrm>
        <a:off x="1310969" y="3909271"/>
        <a:ext cx="1625467" cy="771023"/>
      </dsp:txXfrm>
    </dsp:sp>
    <dsp:sp modelId="{A3AEB3FA-E2F7-4429-BFFB-D5FF2492197A}">
      <dsp:nvSpPr>
        <dsp:cNvPr id="0" name=""/>
        <dsp:cNvSpPr/>
      </dsp:nvSpPr>
      <dsp:spPr>
        <a:xfrm>
          <a:off x="881018" y="2678167"/>
          <a:ext cx="1708887" cy="85444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Data Presentation</a:t>
          </a:r>
        </a:p>
      </dsp:txBody>
      <dsp:txXfrm>
        <a:off x="922728" y="2719877"/>
        <a:ext cx="1625467" cy="771023"/>
      </dsp:txXfrm>
    </dsp:sp>
    <dsp:sp modelId="{76B9AC1F-5F29-485C-92DA-DEB82B44D0CE}">
      <dsp:nvSpPr>
        <dsp:cNvPr id="0" name=""/>
        <dsp:cNvSpPr/>
      </dsp:nvSpPr>
      <dsp:spPr>
        <a:xfrm>
          <a:off x="987520" y="1042067"/>
          <a:ext cx="1708887" cy="854443"/>
        </a:xfrm>
        <a:prstGeom prst="roundRect">
          <a:avLst/>
        </a:prstGeom>
        <a:solidFill>
          <a:schemeClr val="lt1">
            <a:hueOff val="0"/>
            <a:satOff val="0"/>
            <a:lumOff val="0"/>
            <a:alphaOff val="0"/>
          </a:schemeClr>
        </a:solidFill>
        <a:ln w="571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kern="1200" dirty="0"/>
            <a:t>Formulate Key Questions</a:t>
          </a:r>
        </a:p>
      </dsp:txBody>
      <dsp:txXfrm>
        <a:off x="1029230" y="1083777"/>
        <a:ext cx="1625467" cy="77102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5D2487-B199-4A89-8942-D421274EA0AC}">
      <dsp:nvSpPr>
        <dsp:cNvPr id="0" name=""/>
        <dsp:cNvSpPr/>
      </dsp:nvSpPr>
      <dsp:spPr>
        <a:xfrm>
          <a:off x="186637" y="190904"/>
          <a:ext cx="1209129" cy="120912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B5976-1751-4271-8900-0FF8CB1172C6}">
      <dsp:nvSpPr>
        <dsp:cNvPr id="0" name=""/>
        <dsp:cNvSpPr/>
      </dsp:nvSpPr>
      <dsp:spPr>
        <a:xfrm>
          <a:off x="440555" y="444821"/>
          <a:ext cx="701295" cy="701295"/>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0ABDDF-6785-4C9B-8777-53EB235CC135}">
      <dsp:nvSpPr>
        <dsp:cNvPr id="0" name=""/>
        <dsp:cNvSpPr/>
      </dsp:nvSpPr>
      <dsp:spPr>
        <a:xfrm>
          <a:off x="1654866" y="190904"/>
          <a:ext cx="2850091" cy="120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dirty="0"/>
            <a:t>Why data analytics?</a:t>
          </a:r>
        </a:p>
      </dsp:txBody>
      <dsp:txXfrm>
        <a:off x="1654866" y="190904"/>
        <a:ext cx="2850091" cy="1209129"/>
      </dsp:txXfrm>
    </dsp:sp>
    <dsp:sp modelId="{52F9A2A4-7730-4241-9F31-3412A00C2C70}">
      <dsp:nvSpPr>
        <dsp:cNvPr id="0" name=""/>
        <dsp:cNvSpPr/>
      </dsp:nvSpPr>
      <dsp:spPr>
        <a:xfrm>
          <a:off x="5001564" y="190904"/>
          <a:ext cx="1209129" cy="120912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F264D6-4A6C-4068-8EE3-7E3E4475E8C0}">
      <dsp:nvSpPr>
        <dsp:cNvPr id="0" name=""/>
        <dsp:cNvSpPr/>
      </dsp:nvSpPr>
      <dsp:spPr>
        <a:xfrm>
          <a:off x="5255481" y="444821"/>
          <a:ext cx="701295" cy="701295"/>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A6AD03-11CF-4D0D-B29C-F87FFB144598}">
      <dsp:nvSpPr>
        <dsp:cNvPr id="0" name=""/>
        <dsp:cNvSpPr/>
      </dsp:nvSpPr>
      <dsp:spPr>
        <a:xfrm>
          <a:off x="6469793" y="190904"/>
          <a:ext cx="2850091" cy="120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SG" sz="2400" kern="1200" dirty="0"/>
            <a:t>Data Analytics Process</a:t>
          </a:r>
          <a:endParaRPr lang="en-US" sz="2400" kern="1200" dirty="0"/>
        </a:p>
      </dsp:txBody>
      <dsp:txXfrm>
        <a:off x="6469793" y="190904"/>
        <a:ext cx="2850091" cy="1209129"/>
      </dsp:txXfrm>
    </dsp:sp>
    <dsp:sp modelId="{D9D7694D-187B-499D-B107-286F0A9A19AA}">
      <dsp:nvSpPr>
        <dsp:cNvPr id="0" name=""/>
        <dsp:cNvSpPr/>
      </dsp:nvSpPr>
      <dsp:spPr>
        <a:xfrm>
          <a:off x="186637" y="1973541"/>
          <a:ext cx="1209129" cy="120912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D342A-870E-4F29-A032-28ABDE1F2625}">
      <dsp:nvSpPr>
        <dsp:cNvPr id="0" name=""/>
        <dsp:cNvSpPr/>
      </dsp:nvSpPr>
      <dsp:spPr>
        <a:xfrm>
          <a:off x="440555" y="2227459"/>
          <a:ext cx="701295" cy="701295"/>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D1E94C-10D6-4A8E-A6D2-7ADE41D5105B}">
      <dsp:nvSpPr>
        <dsp:cNvPr id="0" name=""/>
        <dsp:cNvSpPr/>
      </dsp:nvSpPr>
      <dsp:spPr>
        <a:xfrm>
          <a:off x="1477847" y="2003637"/>
          <a:ext cx="3143935" cy="120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SG" sz="2400" kern="1200" dirty="0"/>
            <a:t>The four levels of analytics</a:t>
          </a:r>
          <a:endParaRPr lang="en-US" sz="2400" kern="1200" dirty="0"/>
        </a:p>
      </dsp:txBody>
      <dsp:txXfrm>
        <a:off x="1477847" y="2003637"/>
        <a:ext cx="3143935" cy="1209129"/>
      </dsp:txXfrm>
    </dsp:sp>
    <dsp:sp modelId="{EDD21C9D-7D5A-467B-B52E-8B61994AD865}">
      <dsp:nvSpPr>
        <dsp:cNvPr id="0" name=""/>
        <dsp:cNvSpPr/>
      </dsp:nvSpPr>
      <dsp:spPr>
        <a:xfrm>
          <a:off x="5148486" y="1973541"/>
          <a:ext cx="1209129" cy="120912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B430B9-E9F5-420D-BC02-572DB9FF51AF}">
      <dsp:nvSpPr>
        <dsp:cNvPr id="0" name=""/>
        <dsp:cNvSpPr/>
      </dsp:nvSpPr>
      <dsp:spPr>
        <a:xfrm>
          <a:off x="5402403" y="2227459"/>
          <a:ext cx="701295" cy="701295"/>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7D6B38-B8DF-4BBE-8378-57F4E94436FE}">
      <dsp:nvSpPr>
        <dsp:cNvPr id="0" name=""/>
        <dsp:cNvSpPr/>
      </dsp:nvSpPr>
      <dsp:spPr>
        <a:xfrm>
          <a:off x="6436133" y="1973541"/>
          <a:ext cx="3211254" cy="120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dirty="0"/>
            <a:t>Central Tendency/Spread</a:t>
          </a:r>
        </a:p>
      </dsp:txBody>
      <dsp:txXfrm>
        <a:off x="6436133" y="1973541"/>
        <a:ext cx="3211254" cy="120912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3965D-A5D6-4CDC-BB70-2615CADA9A21}" type="datetimeFigureOut">
              <a:rPr lang="en-SG" smtClean="0"/>
              <a:t>24/4/2025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6C809-6529-4177-9FE8-9B266A549EEB}" type="slidenum">
              <a:rPr lang="en-SG" smtClean="0"/>
              <a:t>‹#›</a:t>
            </a:fld>
            <a:endParaRPr lang="en-SG"/>
          </a:p>
        </p:txBody>
      </p:sp>
    </p:spTree>
    <p:extLst>
      <p:ext uri="{BB962C8B-B14F-4D97-AF65-F5344CB8AC3E}">
        <p14:creationId xmlns:p14="http://schemas.microsoft.com/office/powerpoint/2010/main" val="184095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straitstimes.com/singapore/fires-involving-amds-up-again-in-2024-with-21-8-rise-in-cases-more-people-died-in-fires"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www.straitstimes.com/singapore/help-to-prevent-vegetation-fires-by-not-smoking-or-littering-at-green-spaces-nparks"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496C809-6529-4177-9FE8-9B266A549EEB}" type="slidenum">
              <a:rPr lang="en-SG" smtClean="0"/>
              <a:t>1</a:t>
            </a:fld>
            <a:endParaRPr lang="en-SG"/>
          </a:p>
        </p:txBody>
      </p:sp>
    </p:spTree>
    <p:extLst>
      <p:ext uri="{BB962C8B-B14F-4D97-AF65-F5344CB8AC3E}">
        <p14:creationId xmlns:p14="http://schemas.microsoft.com/office/powerpoint/2010/main" val="413454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441325" y="723900"/>
            <a:ext cx="6432550" cy="3619500"/>
          </a:xfrm>
          <a:ln/>
        </p:spPr>
      </p:sp>
      <p:sp>
        <p:nvSpPr>
          <p:cNvPr id="6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pPr eaLnBrk="1" hangingPunct="1">
              <a:spcBef>
                <a:spcPct val="0"/>
              </a:spcBef>
            </a:pPr>
            <a:endParaRPr lang="en-US" altLang="en-US" dirty="0"/>
          </a:p>
        </p:txBody>
      </p:sp>
      <p:sp>
        <p:nvSpPr>
          <p:cNvPr id="614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58A676EE-8CDE-4095-9A49-5FD08B950E86}"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Arial" panose="020B0604020202020204" pitchFamily="34" charset="0"/>
              </a:rPr>
              <a:pPr marL="0" marR="0" lvl="0" indent="0" algn="r" defTabSz="930275"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242754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Get students to access LMS to familiarise where to get information.</a:t>
            </a:r>
          </a:p>
          <a:p>
            <a:endParaRPr lang="en-SG" dirty="0"/>
          </a:p>
          <a:p>
            <a:r>
              <a:rPr lang="en-SG" dirty="0"/>
              <a:t>About the subject</a:t>
            </a:r>
          </a:p>
          <a:p>
            <a:pPr marL="171450" indent="-171450">
              <a:buFontTx/>
              <a:buChar char="-"/>
            </a:pPr>
            <a:r>
              <a:rPr lang="en-SG" dirty="0"/>
              <a:t>[</a:t>
            </a:r>
            <a:r>
              <a:rPr lang="en-SG" b="1" dirty="0"/>
              <a:t>Project-based Learning]</a:t>
            </a:r>
          </a:p>
          <a:p>
            <a:pPr marL="171450" indent="-171450">
              <a:buFontTx/>
              <a:buChar char="-"/>
            </a:pPr>
            <a:r>
              <a:rPr lang="en-SG" dirty="0"/>
              <a:t>Teaching and learning pedagogy is applying project-based learning</a:t>
            </a:r>
          </a:p>
          <a:p>
            <a:pPr marL="171450" indent="-171450">
              <a:buFontTx/>
              <a:buChar char="-"/>
            </a:pPr>
            <a:r>
              <a:rPr lang="en-SG" dirty="0"/>
              <a:t>The project will require you to apply what you learn, and also source for additional information and technique to achieve better result.</a:t>
            </a:r>
          </a:p>
          <a:p>
            <a:pPr marL="171450" indent="-171450">
              <a:buFontTx/>
              <a:buChar char="-"/>
            </a:pPr>
            <a:r>
              <a:rPr lang="en-SG" dirty="0"/>
              <a:t>Hence, when doing the project, you will have a lot of unknown and questions. </a:t>
            </a:r>
          </a:p>
          <a:p>
            <a:pPr marL="171450" indent="-171450">
              <a:buFontTx/>
              <a:buChar char="-"/>
            </a:pPr>
            <a:r>
              <a:rPr lang="en-SG" dirty="0"/>
              <a:t>Do expect many learnings will happen when you start working on your project. (it is not just applying what we tell you to do)</a:t>
            </a:r>
          </a:p>
          <a:p>
            <a:pPr marL="171450" indent="-171450">
              <a:buFontTx/>
              <a:buChar char="-"/>
            </a:pPr>
            <a:r>
              <a:rPr lang="en-SG" dirty="0"/>
              <a:t>Is this easy or difficult?  It is challenging because there is no right or wrong answer.  </a:t>
            </a:r>
          </a:p>
          <a:p>
            <a:pPr marL="171450" indent="-171450">
              <a:buFontTx/>
              <a:buChar char="-"/>
            </a:pPr>
            <a:r>
              <a:rPr lang="en-SG" dirty="0"/>
              <a:t>More will be discussed when we distribute the project question.  Individual project.</a:t>
            </a:r>
          </a:p>
          <a:p>
            <a:pPr marL="0" indent="0">
              <a:buFontTx/>
              <a:buNone/>
            </a:pPr>
            <a:endParaRPr lang="en-SG" dirty="0"/>
          </a:p>
          <a:p>
            <a:pPr marL="171450" indent="-171450">
              <a:buFontTx/>
              <a:buChar char="-"/>
            </a:pPr>
            <a:r>
              <a:rPr lang="en-SG" b="1" dirty="0"/>
              <a:t>[Intended Learning Outcomes] </a:t>
            </a:r>
            <a:r>
              <a:rPr lang="en-SG" dirty="0"/>
              <a:t>– this section indicate the scope of this subject.  From Descriptive Analytics to Predictive Analytics(last topic).</a:t>
            </a:r>
          </a:p>
          <a:p>
            <a:pPr marL="171450" indent="-171450">
              <a:buFontTx/>
              <a:buChar char="-"/>
            </a:pPr>
            <a:r>
              <a:rPr lang="en-SG" dirty="0"/>
              <a:t>Most of the time, you will learn the various ways to describe insights from data.  The last topic, is the first step to machine learning covering only one model.  We are giving the concept of machine learning.  If you are interested in machine learning, you can go further study to AI and ML.</a:t>
            </a:r>
          </a:p>
          <a:p>
            <a:pPr marL="171450" indent="-171450">
              <a:buFontTx/>
              <a:buChar char="-"/>
            </a:pPr>
            <a:r>
              <a:rPr lang="en-SG" b="1" dirty="0"/>
              <a:t>[Learning Resources in Print]: </a:t>
            </a:r>
            <a:r>
              <a:rPr lang="en-SG" dirty="0"/>
              <a:t>This is the PDF copy of the </a:t>
            </a:r>
            <a:r>
              <a:rPr lang="en-SG" dirty="0" err="1"/>
              <a:t>labwork</a:t>
            </a:r>
            <a:r>
              <a:rPr lang="en-SG" dirty="0"/>
              <a:t> and slides ( in Student Guides).  If you prefer to have a hard-copy of the lab workbook, you may print them.  It is not compulsory to have a hard-copy.  TP supports sustainability practice.</a:t>
            </a:r>
          </a:p>
          <a:p>
            <a:pPr marL="171450" indent="-171450">
              <a:buFontTx/>
              <a:buChar char="-"/>
            </a:pPr>
            <a:r>
              <a:rPr lang="en-SG" dirty="0"/>
              <a:t>[</a:t>
            </a:r>
            <a:r>
              <a:rPr lang="en-SG" b="1" dirty="0"/>
              <a:t>Teaching Schedule] </a:t>
            </a:r>
            <a:r>
              <a:rPr lang="en-SG" dirty="0"/>
              <a:t>: Important to take note of the assessment dates and submission due dates.</a:t>
            </a:r>
          </a:p>
          <a:p>
            <a:pPr marL="171450" indent="-171450">
              <a:buFontTx/>
              <a:buChar char="-"/>
            </a:pPr>
            <a:r>
              <a:rPr lang="en-SG" dirty="0"/>
              <a:t>Emphasize FLEX weeks has self-learning materials that students need to complete.  Students should not plan holidays during FLEX Week.</a:t>
            </a:r>
          </a:p>
          <a:p>
            <a:pPr marL="171450" indent="-171450">
              <a:buFontTx/>
              <a:buChar char="-"/>
            </a:pPr>
            <a:r>
              <a:rPr lang="en-SG" dirty="0"/>
              <a:t>Get students to enter important dates in their handphone.</a:t>
            </a:r>
          </a:p>
          <a:p>
            <a:pPr marL="171450" indent="-171450">
              <a:buFontTx/>
              <a:buChar char="-"/>
            </a:pPr>
            <a:r>
              <a:rPr lang="en-SG" dirty="0"/>
              <a:t>[</a:t>
            </a:r>
            <a:r>
              <a:rPr lang="en-SG" b="1" dirty="0"/>
              <a:t>Assessment Schemes]: </a:t>
            </a:r>
            <a:r>
              <a:rPr lang="en-SG" dirty="0"/>
              <a:t>Take note of the assessment dates and weightage.  Heavy 50% weightage on Project.  Take note of how CP marks is given.  It is not default 10 marks.  Student need to participate to earn this 10 marks.</a:t>
            </a:r>
          </a:p>
          <a:p>
            <a:pPr marL="171450" indent="-171450">
              <a:buFontTx/>
              <a:buChar char="-"/>
            </a:pPr>
            <a:r>
              <a:rPr lang="en-SG" dirty="0"/>
              <a:t>How can a student participate? – submit </a:t>
            </a:r>
            <a:r>
              <a:rPr lang="en-SG" dirty="0" err="1"/>
              <a:t>labwork</a:t>
            </a:r>
            <a:r>
              <a:rPr lang="en-SG" dirty="0"/>
              <a:t> </a:t>
            </a:r>
            <a:r>
              <a:rPr lang="en-SG" dirty="0" err="1"/>
              <a:t>ontime</a:t>
            </a:r>
            <a:r>
              <a:rPr lang="en-SG" dirty="0"/>
              <a:t>, demonstrate work </a:t>
            </a:r>
            <a:r>
              <a:rPr lang="en-SG" dirty="0" err="1"/>
              <a:t>doen</a:t>
            </a:r>
            <a:r>
              <a:rPr lang="en-SG" dirty="0"/>
              <a:t> in class, complete </a:t>
            </a:r>
            <a:r>
              <a:rPr lang="en-SG" dirty="0" err="1"/>
              <a:t>eLearniing</a:t>
            </a:r>
            <a:r>
              <a:rPr lang="en-SG" dirty="0"/>
              <a:t> materials, achieve 80 marks for Personalised Learning module, answer questions in class.  So, there are many ways for student to earn CP marks.</a:t>
            </a:r>
          </a:p>
          <a:p>
            <a:pPr marL="171450" indent="-171450">
              <a:buFontTx/>
              <a:buChar char="-"/>
            </a:pPr>
            <a:r>
              <a:rPr lang="en-SG" dirty="0"/>
              <a:t>[Class Attendance &amp; Participation] – Student should keep track of their own attendance.  If student are late for class, need approach tutor, otherwise, his/her attendance may marked as “absent”.  Student will be marked as “late”.  Late attendance is consider absent when computing the attendance percentage.</a:t>
            </a:r>
          </a:p>
          <a:p>
            <a:pPr marL="171450" indent="-171450">
              <a:buFontTx/>
              <a:buChar char="-"/>
            </a:pPr>
            <a:r>
              <a:rPr lang="en-SG" dirty="0" err="1"/>
              <a:t>Wanred</a:t>
            </a:r>
            <a:r>
              <a:rPr lang="en-SG" dirty="0"/>
              <a:t> student to keep track of their attendance, and should not absent for lessons with or without MC. Absent 5 times, with or without MC, will result in CP marks deduction.</a:t>
            </a:r>
          </a:p>
          <a:p>
            <a:pPr marL="171450" indent="-171450">
              <a:buFontTx/>
              <a:buChar char="-"/>
            </a:pPr>
            <a:r>
              <a:rPr lang="en-SG" b="1" dirty="0"/>
              <a:t>[Install KNIME] </a:t>
            </a:r>
            <a:r>
              <a:rPr lang="en-SG" dirty="0"/>
              <a:t>– Any issues installing?</a:t>
            </a:r>
          </a:p>
          <a:p>
            <a:pPr marL="171450" indent="-171450">
              <a:buFontTx/>
              <a:buChar char="-"/>
            </a:pPr>
            <a:r>
              <a:rPr lang="en-SG" b="1" dirty="0"/>
              <a:t>[Install Tableau] </a:t>
            </a:r>
            <a:r>
              <a:rPr lang="en-SG" dirty="0"/>
              <a:t>– Any issues installing?</a:t>
            </a:r>
          </a:p>
          <a:p>
            <a:pPr marL="171450" indent="-171450">
              <a:buFontTx/>
              <a:buChar char="-"/>
            </a:pPr>
            <a:r>
              <a:rPr lang="en-SG" dirty="0"/>
              <a:t>[</a:t>
            </a:r>
            <a:r>
              <a:rPr lang="en-SG" b="1" dirty="0"/>
              <a:t>LMS FAQ] </a:t>
            </a:r>
            <a:r>
              <a:rPr lang="en-SG" dirty="0"/>
              <a:t>– this is referring to the LMS feature that students may need to use</a:t>
            </a:r>
          </a:p>
          <a:p>
            <a:pPr marL="171450" indent="-171450">
              <a:buFontTx/>
              <a:buChar char="-"/>
            </a:pPr>
            <a:r>
              <a:rPr lang="en-SG" dirty="0"/>
              <a:t>[</a:t>
            </a:r>
            <a:r>
              <a:rPr lang="en-SG" b="1" dirty="0"/>
              <a:t>Setup Microsoft Teams ..]- </a:t>
            </a:r>
            <a:r>
              <a:rPr lang="en-SG" dirty="0"/>
              <a:t>Lesson will be conducted online during Campus Shutdown ( for any unforeseen situations)</a:t>
            </a:r>
          </a:p>
          <a:p>
            <a:pPr marL="171450" indent="-171450">
              <a:buFontTx/>
              <a:buChar char="-"/>
            </a:pPr>
            <a:r>
              <a:rPr lang="en-SG" dirty="0"/>
              <a:t>[</a:t>
            </a:r>
            <a:r>
              <a:rPr lang="en-SG" b="1" dirty="0"/>
              <a:t>Teaching Team] </a:t>
            </a:r>
            <a:r>
              <a:rPr lang="en-SG" dirty="0"/>
              <a:t>– Get your tutor contact email. Student should check their email and MS Teams, and use these as main communication channel with your tutors.  Student should make use of class time to clarify.  If a student need help from tutor, he/she can make appointment via email or post your questions in MS Chat.  Tutor may not reply immediately as he/she may be in a meeting or conducting lessons.</a:t>
            </a:r>
          </a:p>
          <a:p>
            <a:pPr marL="171450" indent="-171450">
              <a:buFontTx/>
              <a:buChar char="-"/>
            </a:pPr>
            <a:endParaRPr lang="en-SG" dirty="0"/>
          </a:p>
          <a:p>
            <a:pPr marL="171450" indent="-171450">
              <a:buFontTx/>
              <a:buChar char="-"/>
            </a:pPr>
            <a:endParaRPr lang="en-SG" b="1" dirty="0">
              <a:solidFill>
                <a:srgbClr val="0070C0"/>
              </a:solidFill>
              <a:highlight>
                <a:srgbClr val="FFFF00"/>
              </a:highlight>
            </a:endParaRPr>
          </a:p>
          <a:p>
            <a:pPr marL="0" indent="0">
              <a:buFontTx/>
              <a:buNone/>
            </a:pPr>
            <a:r>
              <a:rPr lang="en-SG" b="1" dirty="0">
                <a:solidFill>
                  <a:srgbClr val="0070C0"/>
                </a:solidFill>
              </a:rPr>
              <a:t>[Learning Materials] </a:t>
            </a:r>
            <a:r>
              <a:rPr lang="en-SG" dirty="0"/>
              <a:t>– Weekly lesson that students should at least go through the materials once, before or after the lesson.  There are useful materials that will not be covered in class, but is good for students to read through to help “remembering” and enhance understanding.</a:t>
            </a:r>
          </a:p>
          <a:p>
            <a:pPr marL="0" indent="0">
              <a:buFontTx/>
              <a:buNone/>
            </a:pPr>
            <a:endParaRPr lang="en-SG" dirty="0"/>
          </a:p>
          <a:p>
            <a:pPr marL="0" indent="0">
              <a:buFontTx/>
              <a:buNone/>
            </a:pPr>
            <a:r>
              <a:rPr lang="en-SG" dirty="0"/>
              <a:t>[</a:t>
            </a:r>
            <a:r>
              <a:rPr lang="en-SG" b="1" dirty="0"/>
              <a:t>Personalised Learning]</a:t>
            </a:r>
          </a:p>
          <a:p>
            <a:pPr marL="0" indent="0">
              <a:buFontTx/>
              <a:buNone/>
            </a:pPr>
            <a:r>
              <a:rPr lang="en-SG" dirty="0"/>
              <a:t>Self-Learning checking of your understanding in using KNIME and TABLEAU.</a:t>
            </a:r>
          </a:p>
          <a:p>
            <a:pPr marL="0" indent="0">
              <a:buFontTx/>
              <a:buNone/>
            </a:pPr>
            <a:r>
              <a:rPr lang="en-SG" dirty="0"/>
              <a:t>You should do one diagnostic test and continue to do “test” until you achieve 50% passing marks.</a:t>
            </a:r>
          </a:p>
          <a:p>
            <a:pPr marL="0" indent="0">
              <a:buFontTx/>
              <a:buNone/>
            </a:pPr>
            <a:r>
              <a:rPr lang="en-SG" dirty="0"/>
              <a:t>Two weeks before practical test, we will check on their progress to determine if they are ready to take the test.</a:t>
            </a:r>
          </a:p>
          <a:p>
            <a:pPr marL="0" indent="0">
              <a:buFontTx/>
              <a:buNone/>
            </a:pPr>
            <a:r>
              <a:rPr lang="en-SG" dirty="0"/>
              <a:t>**To tutor only: Those who did not do, or did not pass, please make effort to talk to them and find out the problem.</a:t>
            </a:r>
          </a:p>
          <a:p>
            <a:pPr marL="0" indent="0">
              <a:buFontTx/>
              <a:buNone/>
            </a:pPr>
            <a:endParaRPr lang="en-SG" dirty="0"/>
          </a:p>
          <a:p>
            <a:pPr marL="0" indent="0">
              <a:buFontTx/>
              <a:buNone/>
            </a:pPr>
            <a:r>
              <a:rPr lang="en-SG" b="1" dirty="0"/>
              <a:t>[About Project] </a:t>
            </a:r>
          </a:p>
          <a:p>
            <a:pPr marL="0" indent="0">
              <a:buFontTx/>
              <a:buNone/>
            </a:pPr>
            <a:r>
              <a:rPr lang="en-SG" dirty="0"/>
              <a:t>We will distribute the project in Week 5.</a:t>
            </a:r>
          </a:p>
          <a:p>
            <a:pPr marL="171450" indent="-171450">
              <a:buFontTx/>
              <a:buChar char="-"/>
            </a:pPr>
            <a:endParaRPr lang="en-SG" dirty="0"/>
          </a:p>
          <a:p>
            <a:pPr marL="171450" indent="-171450">
              <a:buFontTx/>
              <a:buChar char="-"/>
            </a:pP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4</a:t>
            </a:fld>
            <a:endParaRPr lang="en-SG"/>
          </a:p>
        </p:txBody>
      </p:sp>
    </p:spTree>
    <p:extLst>
      <p:ext uri="{BB962C8B-B14F-4D97-AF65-F5344CB8AC3E}">
        <p14:creationId xmlns:p14="http://schemas.microsoft.com/office/powerpoint/2010/main" val="1893902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Re-emphasize to the students that they cannot just follow steps and passed the subject.</a:t>
            </a:r>
          </a:p>
          <a:p>
            <a:endParaRPr lang="en-SG" dirty="0"/>
          </a:p>
          <a:p>
            <a:r>
              <a:rPr lang="en-SG" dirty="0"/>
              <a:t>The subject is about “Analysis”.  Hence, student need to train to think critically.  The way is to really “think” and not “take”.</a:t>
            </a:r>
          </a:p>
          <a:p>
            <a:endParaRPr lang="en-SG" dirty="0"/>
          </a:p>
          <a:p>
            <a:r>
              <a:rPr lang="en-SG" dirty="0"/>
              <a:t>There are self-learning materials that students need to view on their own, which will not be covered in F2F session.</a:t>
            </a:r>
          </a:p>
          <a:p>
            <a:r>
              <a:rPr lang="en-SG" dirty="0"/>
              <a:t>There eLearning materials are also tested.</a:t>
            </a:r>
          </a:p>
          <a:p>
            <a:r>
              <a:rPr lang="en-SG" dirty="0"/>
              <a:t>The self-assessment is a very important tools to test yourself.  All students must attempt.</a:t>
            </a:r>
          </a:p>
          <a:p>
            <a:endParaRPr lang="en-SG" dirty="0"/>
          </a:p>
          <a:p>
            <a:r>
              <a:rPr lang="en-SG" dirty="0"/>
              <a:t>Asking question is very important in class to clarify doubts.  This is also an important skill sets in future career.</a:t>
            </a:r>
          </a:p>
          <a:p>
            <a:r>
              <a:rPr lang="en-SG" dirty="0"/>
              <a:t>Be clear of what you need to do, and don’t assume.</a:t>
            </a:r>
          </a:p>
          <a:p>
            <a:r>
              <a:rPr lang="en-SG" dirty="0"/>
              <a:t>Complete all lab exercises.  You may repeat the exercise to familiar with the steps.</a:t>
            </a:r>
          </a:p>
          <a:p>
            <a:r>
              <a:rPr lang="en-SG" dirty="0"/>
              <a:t>Not to be afraid of making mistake, just redo, is very fast.  Practice make perfect.</a:t>
            </a:r>
          </a:p>
          <a:p>
            <a:endParaRPr lang="en-SG" dirty="0"/>
          </a:p>
          <a:p>
            <a:r>
              <a:rPr lang="en-SG" dirty="0"/>
              <a:t>Plan in time to revise for at least 30 min every week, if you really don’t have time.</a:t>
            </a:r>
          </a:p>
          <a:p>
            <a:r>
              <a:rPr lang="en-SG" dirty="0"/>
              <a:t>Planning will be crucial for project.  Space out your tasks.  You may have project deadline from other subjects.  Better start early.</a:t>
            </a:r>
          </a:p>
          <a:p>
            <a:r>
              <a:rPr lang="en-SG" dirty="0"/>
              <a:t>Following your plan to avoid procrastination. (human bad habit).</a:t>
            </a:r>
          </a:p>
          <a:p>
            <a:endParaRPr lang="en-SG" dirty="0"/>
          </a:p>
          <a:p>
            <a:r>
              <a:rPr lang="en-SG" dirty="0"/>
              <a:t>No need to spent too much time on this slide. Don’t want to sound too “windy”.</a:t>
            </a:r>
          </a:p>
          <a:p>
            <a:r>
              <a:rPr lang="en-SG" dirty="0"/>
              <a:t>Pause for Q&amp;A.</a:t>
            </a:r>
          </a:p>
          <a:p>
            <a:endParaRPr lang="en-SG" dirty="0"/>
          </a:p>
          <a:p>
            <a:r>
              <a:rPr lang="en-SG" dirty="0"/>
              <a:t>Can give 3 minutes break.  After the break, do the Check 1.</a:t>
            </a:r>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5</a:t>
            </a:fld>
            <a:endParaRPr lang="en-SG"/>
          </a:p>
        </p:txBody>
      </p:sp>
    </p:spTree>
    <p:extLst>
      <p:ext uri="{BB962C8B-B14F-4D97-AF65-F5344CB8AC3E}">
        <p14:creationId xmlns:p14="http://schemas.microsoft.com/office/powerpoint/2010/main" val="416771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LSP.</a:t>
            </a:r>
          </a:p>
          <a:p>
            <a:r>
              <a:rPr lang="en-US" dirty="0"/>
              <a:t>You may find the subject very easy, after first 2 weeks of lesson.</a:t>
            </a:r>
          </a:p>
          <a:p>
            <a:r>
              <a:rPr lang="en-US" dirty="0"/>
              <a:t>But you will find it challenging when we start creating charts, and especially the project.</a:t>
            </a:r>
          </a:p>
          <a:p>
            <a:r>
              <a:rPr lang="en-US" dirty="0"/>
              <a:t>It is challenging because the project require critical thinking, to hone your analytics skill.</a:t>
            </a:r>
          </a:p>
          <a:p>
            <a:endParaRPr lang="en-US" dirty="0"/>
          </a:p>
          <a:p>
            <a:r>
              <a:rPr lang="en-US" dirty="0"/>
              <a:t>There are failures in this subject.  LSP is specially scheduled.  Refer to LMS announcement for the schedule for LSP.</a:t>
            </a:r>
          </a:p>
          <a:p>
            <a:r>
              <a:rPr lang="en-US" dirty="0"/>
              <a:t>LSP will start from Week 2, Wednesday afternoon, 2pm.  It is conducted by lecturer.</a:t>
            </a:r>
          </a:p>
          <a:p>
            <a:endParaRPr lang="en-US" dirty="0"/>
          </a:p>
          <a:p>
            <a:r>
              <a:rPr lang="en-US" dirty="0"/>
              <a:t>Or, Check point 1</a:t>
            </a:r>
          </a:p>
          <a:p>
            <a:r>
              <a:rPr lang="en-US" dirty="0"/>
              <a:t>Get them to navigate the LMS on their own.</a:t>
            </a:r>
          </a:p>
          <a:p>
            <a:r>
              <a:rPr lang="en-US" dirty="0"/>
              <a:t>3 min break</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6</a:t>
            </a:fld>
            <a:endParaRPr lang="en-SG"/>
          </a:p>
        </p:txBody>
      </p:sp>
    </p:spTree>
    <p:extLst>
      <p:ext uri="{BB962C8B-B14F-4D97-AF65-F5344CB8AC3E}">
        <p14:creationId xmlns:p14="http://schemas.microsoft.com/office/powerpoint/2010/main" val="3716489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Give an overview of how lesson will be conducted.</a:t>
            </a:r>
          </a:p>
          <a:p>
            <a:r>
              <a:rPr lang="en-SG" dirty="0"/>
              <a:t>Give 15 minutes break after 1-hour.</a:t>
            </a:r>
          </a:p>
          <a:p>
            <a:r>
              <a:rPr lang="en-SG" dirty="0"/>
              <a:t>Give 5 minutes after 2</a:t>
            </a:r>
            <a:r>
              <a:rPr lang="en-SG" baseline="30000" dirty="0"/>
              <a:t>nd</a:t>
            </a:r>
            <a:r>
              <a:rPr lang="en-SG" dirty="0"/>
              <a:t> hour.</a:t>
            </a:r>
          </a:p>
          <a:p>
            <a:endParaRPr lang="en-SG" dirty="0"/>
          </a:p>
          <a:p>
            <a:r>
              <a:rPr lang="en-SG" dirty="0"/>
              <a:t>(5 min)</a:t>
            </a:r>
          </a:p>
          <a:p>
            <a:endParaRPr lang="en-SG" dirty="0"/>
          </a:p>
          <a:p>
            <a:r>
              <a:rPr lang="en-SG" dirty="0"/>
              <a:t>This will help students to stay focus, looking forward to a break.</a:t>
            </a:r>
          </a:p>
        </p:txBody>
      </p:sp>
      <p:sp>
        <p:nvSpPr>
          <p:cNvPr id="4" name="Slide Number Placeholder 3"/>
          <p:cNvSpPr>
            <a:spLocks noGrp="1"/>
          </p:cNvSpPr>
          <p:nvPr>
            <p:ph type="sldNum" sz="quarter" idx="5"/>
          </p:nvPr>
        </p:nvSpPr>
        <p:spPr/>
        <p:txBody>
          <a:bodyPr/>
          <a:lstStyle/>
          <a:p>
            <a:fld id="{A96FD3E9-49D3-4849-9302-40B34687582F}" type="slidenum">
              <a:rPr lang="en-SG" smtClean="0"/>
              <a:t>7</a:t>
            </a:fld>
            <a:endParaRPr lang="en-SG"/>
          </a:p>
        </p:txBody>
      </p:sp>
    </p:spTree>
    <p:extLst>
      <p:ext uri="{BB962C8B-B14F-4D97-AF65-F5344CB8AC3E}">
        <p14:creationId xmlns:p14="http://schemas.microsoft.com/office/powerpoint/2010/main" val="4079768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r>
              <a:rPr lang="en-US" dirty="0"/>
              <a:t>An overview of the topic to cover.</a:t>
            </a:r>
          </a:p>
          <a:p>
            <a:r>
              <a:rPr lang="en-US" dirty="0"/>
              <a:t>First 3 topics are theory.</a:t>
            </a:r>
          </a:p>
          <a:p>
            <a:r>
              <a:rPr lang="en-US" dirty="0"/>
              <a:t>Last topic, is the first insights we can gather from data.  Central Tendency, a way to </a:t>
            </a:r>
            <a:r>
              <a:rPr lang="en-US" dirty="0" err="1"/>
              <a:t>summarise</a:t>
            </a:r>
            <a:r>
              <a:rPr lang="en-US" dirty="0"/>
              <a:t> the data collected over a period of time, or a number of responses.</a:t>
            </a:r>
            <a:endParaRPr lang="en-SG" dirty="0"/>
          </a:p>
        </p:txBody>
      </p:sp>
    </p:spTree>
    <p:extLst>
      <p:ext uri="{BB962C8B-B14F-4D97-AF65-F5344CB8AC3E}">
        <p14:creationId xmlns:p14="http://schemas.microsoft.com/office/powerpoint/2010/main" val="1111047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Bus arrival time.  </a:t>
            </a:r>
          </a:p>
          <a:p>
            <a:pPr marL="228600" indent="-228600">
              <a:buAutoNum type="arabicPeriod"/>
            </a:pPr>
            <a:r>
              <a:rPr lang="en-US" dirty="0"/>
              <a:t>Bus arrival time is one kind of a data.  Imagine a world without data.  I was not able to know when the bus will come.  The bus stop will always have many people waiting, without knowing when the bus will arrive.  In this digital world, we can track the location of the bus in real-time.</a:t>
            </a:r>
          </a:p>
          <a:p>
            <a:pPr marL="228600" indent="-228600">
              <a:buAutoNum type="arabicPeriod"/>
            </a:pPr>
            <a:r>
              <a:rPr lang="en-US" dirty="0"/>
              <a:t>Fitness tracker – track the number of </a:t>
            </a:r>
            <a:r>
              <a:rPr lang="en-US" dirty="0" err="1"/>
              <a:t>setps</a:t>
            </a:r>
            <a:r>
              <a:rPr lang="en-US" dirty="0"/>
              <a:t>, heartbeat rate</a:t>
            </a:r>
          </a:p>
          <a:p>
            <a:pPr marL="228600" indent="-228600">
              <a:buAutoNum type="arabicPeriod"/>
            </a:pPr>
            <a:r>
              <a:rPr lang="en-US" dirty="0"/>
              <a:t>These data are useful.  Bus arrival time help us to plan our journey.  We make decision ( to leave now or later) base on the bus arrival time.</a:t>
            </a:r>
          </a:p>
          <a:p>
            <a:pPr marL="228600" indent="-228600">
              <a:buAutoNum type="arabicPeriod"/>
            </a:pPr>
            <a:r>
              <a:rPr lang="en-US" dirty="0"/>
              <a:t>Health tracker help to monitor our activities to keep track of our fitness.  We take necessary action ( data-driven decision) when the data is showing abnormally.</a:t>
            </a:r>
          </a:p>
          <a:p>
            <a:pPr marL="228600" indent="-228600">
              <a:buAutoNum type="arabicPeriod"/>
            </a:pPr>
            <a:r>
              <a:rPr lang="en-US" dirty="0"/>
              <a:t>We are tracking and receiving more and more data in this digital economy.</a:t>
            </a:r>
          </a:p>
          <a:p>
            <a:pPr marL="228600" indent="-228600">
              <a:buAutoNum type="arabicPeriod"/>
            </a:pPr>
            <a:r>
              <a:rPr lang="en-US" dirty="0"/>
              <a:t>We use data in many ways.  To predict, to find trends, to make decision.</a:t>
            </a:r>
          </a:p>
          <a:p>
            <a:pPr marL="228600" indent="-228600">
              <a:buAutoNum type="arabicPeriod"/>
            </a:pPr>
            <a:r>
              <a:rPr lang="en-US" dirty="0"/>
              <a:t>Data tells the truth.  A website that attracts many hits means that there are potential customer or buyer.</a:t>
            </a:r>
          </a:p>
          <a:p>
            <a:pPr marL="228600" indent="-228600">
              <a:buAutoNum type="arabicPeriod"/>
            </a:pPr>
            <a:r>
              <a:rPr lang="en-US" dirty="0"/>
              <a:t>Data validate hypothesis.  </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9</a:t>
            </a:fld>
            <a:endParaRPr lang="en-SG"/>
          </a:p>
        </p:txBody>
      </p:sp>
    </p:spTree>
    <p:extLst>
      <p:ext uri="{BB962C8B-B14F-4D97-AF65-F5344CB8AC3E}">
        <p14:creationId xmlns:p14="http://schemas.microsoft.com/office/powerpoint/2010/main" val="3627196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Data Analytics is possible now because of BIG Data.  The 3 V’s.</a:t>
            </a:r>
          </a:p>
          <a:p>
            <a:endParaRPr lang="en-SG" dirty="0"/>
          </a:p>
          <a:p>
            <a:r>
              <a:rPr lang="en-SG" dirty="0"/>
              <a:t>Our smart phone is the main source for all the data.  There were so many different Apps, in our phone that track our usage, and companies analyse these data to get to know our behaviour pattern, our interest, and our location.</a:t>
            </a:r>
          </a:p>
          <a:p>
            <a:endParaRPr lang="en-SG" dirty="0"/>
          </a:p>
          <a:p>
            <a:r>
              <a:rPr lang="en-SG" dirty="0"/>
              <a:t>You will hear this Term, BIG Data.</a:t>
            </a:r>
          </a:p>
          <a:p>
            <a:r>
              <a:rPr lang="en-SG" dirty="0"/>
              <a:t>Characteristics of Big data is 3 Vs, Velocity, Volume and Variety.</a:t>
            </a:r>
          </a:p>
          <a:p>
            <a:r>
              <a:rPr lang="en-SG" dirty="0"/>
              <a:t>Velocity – data is streaming in real-time</a:t>
            </a:r>
          </a:p>
          <a:p>
            <a:r>
              <a:rPr lang="en-SG" dirty="0"/>
              <a:t>Volume – data is collected from any sources</a:t>
            </a:r>
          </a:p>
          <a:p>
            <a:endParaRPr lang="en-SG" dirty="0"/>
          </a:p>
          <a:p>
            <a:r>
              <a:rPr lang="en-SG" dirty="0"/>
              <a:t>What other devices or program is also gathering data?</a:t>
            </a:r>
          </a:p>
          <a:p>
            <a:r>
              <a:rPr lang="en-SG" dirty="0"/>
              <a:t>(pause for discussion)</a:t>
            </a:r>
          </a:p>
          <a:p>
            <a:pPr marL="171450" indent="-171450">
              <a:buFontTx/>
              <a:buChar char="-"/>
            </a:pPr>
            <a:r>
              <a:rPr lang="en-SG" dirty="0"/>
              <a:t>Social media</a:t>
            </a:r>
          </a:p>
          <a:p>
            <a:pPr marL="171450" indent="-171450">
              <a:buFontTx/>
              <a:buChar char="-"/>
            </a:pPr>
            <a:r>
              <a:rPr lang="en-SG" dirty="0"/>
              <a:t>Web browser</a:t>
            </a:r>
          </a:p>
          <a:p>
            <a:pPr marL="171450" indent="-171450">
              <a:buFontTx/>
              <a:buChar char="-"/>
            </a:pPr>
            <a:r>
              <a:rPr lang="en-SG" dirty="0"/>
              <a:t>CCTV</a:t>
            </a:r>
          </a:p>
          <a:p>
            <a:pPr marL="171450" indent="-171450">
              <a:buFontTx/>
              <a:buChar char="-"/>
            </a:pPr>
            <a:r>
              <a:rPr lang="en-SG" dirty="0"/>
              <a:t>Card Access system</a:t>
            </a:r>
          </a:p>
          <a:p>
            <a:pPr marL="171450" indent="-171450">
              <a:buFontTx/>
              <a:buChar char="-"/>
            </a:pPr>
            <a:r>
              <a:rPr lang="en-SG" dirty="0"/>
              <a:t>Credit Card</a:t>
            </a:r>
          </a:p>
          <a:p>
            <a:pPr marL="171450" indent="-171450">
              <a:buFontTx/>
              <a:buChar char="-"/>
            </a:pPr>
            <a:r>
              <a:rPr lang="en-SG" dirty="0"/>
              <a:t>Sensors (Weather report get data from temperature sensors, Wind </a:t>
            </a:r>
            <a:r>
              <a:rPr lang="en-SG" dirty="0" err="1"/>
              <a:t>Speed,etc</a:t>
            </a:r>
            <a:r>
              <a:rPr lang="en-SG" dirty="0"/>
              <a:t>)</a:t>
            </a:r>
          </a:p>
          <a:p>
            <a:pPr marL="171450" indent="-171450">
              <a:buFontTx/>
              <a:buChar char="-"/>
            </a:pPr>
            <a:r>
              <a:rPr lang="en-SG" dirty="0"/>
              <a:t>Smart Lamp-post (this will lead to our next slide)</a:t>
            </a:r>
          </a:p>
          <a:p>
            <a:pPr marL="0" indent="0">
              <a:buFontTx/>
              <a:buNone/>
            </a:pPr>
            <a:endParaRPr lang="en-SG" dirty="0"/>
          </a:p>
          <a:p>
            <a:r>
              <a:rPr lang="en-SG" dirty="0"/>
              <a:t>Variety – data is collected in many forms. </a:t>
            </a:r>
          </a:p>
          <a:p>
            <a:r>
              <a:rPr lang="en-SG" dirty="0"/>
              <a:t>What are the different form of data?</a:t>
            </a:r>
          </a:p>
          <a:p>
            <a:pPr marL="0" indent="0">
              <a:buFontTx/>
              <a:buNone/>
            </a:pPr>
            <a:r>
              <a:rPr lang="en-SG" dirty="0"/>
              <a:t>(answer) Numbers, times, images, videos</a:t>
            </a:r>
          </a:p>
          <a:p>
            <a:endParaRPr lang="en-SG" dirty="0"/>
          </a:p>
          <a:p>
            <a:endParaRPr lang="en-SG" dirty="0"/>
          </a:p>
          <a:p>
            <a:endParaRPr lang="en-SG" dirty="0"/>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10</a:t>
            </a:fld>
            <a:endParaRPr lang="en-SG"/>
          </a:p>
        </p:txBody>
      </p:sp>
    </p:spTree>
    <p:extLst>
      <p:ext uri="{BB962C8B-B14F-4D97-AF65-F5344CB8AC3E}">
        <p14:creationId xmlns:p14="http://schemas.microsoft.com/office/powerpoint/2010/main" val="3442714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big data, the world is now a Smart City.</a:t>
            </a:r>
          </a:p>
          <a:p>
            <a:r>
              <a:rPr lang="en-US" dirty="0"/>
              <a:t>A Smart Cit</a:t>
            </a:r>
          </a:p>
          <a:p>
            <a:r>
              <a:rPr lang="en-US" dirty="0"/>
              <a:t>https://youtu.be/x8HxxVbSvS8?si=up357IGvm1v973Yyy that started from a Smart Lamp-post. </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11</a:t>
            </a:fld>
            <a:endParaRPr lang="en-SG"/>
          </a:p>
        </p:txBody>
      </p:sp>
    </p:spTree>
    <p:extLst>
      <p:ext uri="{BB962C8B-B14F-4D97-AF65-F5344CB8AC3E}">
        <p14:creationId xmlns:p14="http://schemas.microsoft.com/office/powerpoint/2010/main" val="491330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9496C809-6529-4177-9FE8-9B266A549EEB}" type="slidenum">
              <a:rPr lang="en-SG" smtClean="0"/>
              <a:t>12</a:t>
            </a:fld>
            <a:endParaRPr lang="en-SG"/>
          </a:p>
        </p:txBody>
      </p:sp>
    </p:spTree>
    <p:extLst>
      <p:ext uri="{BB962C8B-B14F-4D97-AF65-F5344CB8AC3E}">
        <p14:creationId xmlns:p14="http://schemas.microsoft.com/office/powerpoint/2010/main" val="83812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Scientist perform data analysis by doing experiments, to gather data.</a:t>
            </a:r>
          </a:p>
          <a:p>
            <a:r>
              <a:rPr lang="en-US" dirty="0"/>
              <a:t>Economist perform data analysis by tracking stock markets.</a:t>
            </a:r>
          </a:p>
          <a:p>
            <a:endParaRPr lang="en-US" dirty="0"/>
          </a:p>
          <a:p>
            <a:r>
              <a:rPr lang="en-US" dirty="0"/>
              <a:t>Now, we have Big Data due to smart sensors and high computing processor, and Cloud computing.</a:t>
            </a:r>
          </a:p>
          <a:p>
            <a:endParaRPr lang="en-US" dirty="0"/>
          </a:p>
          <a:p>
            <a:r>
              <a:rPr lang="en-US" dirty="0"/>
              <a:t>Business and even individual, can perform data analysis as data can be collected easily now.</a:t>
            </a:r>
          </a:p>
          <a:p>
            <a:r>
              <a:rPr lang="en-US" dirty="0"/>
              <a:t>Now, high computing processor can process data faster.  No need to wait too long to find the average, highest, lowest or sort ….</a:t>
            </a:r>
            <a:r>
              <a:rPr lang="en-US" dirty="0" err="1"/>
              <a:t>etc</a:t>
            </a:r>
            <a:endParaRPr lang="en-US" dirty="0"/>
          </a:p>
          <a:p>
            <a:r>
              <a:rPr lang="en-US" dirty="0"/>
              <a:t>Smart Sensors can collect data and shared via cloud computing.  Cloud serves as data storage point.</a:t>
            </a:r>
          </a:p>
          <a:p>
            <a:r>
              <a:rPr lang="en-US" dirty="0"/>
              <a:t>These technologies are making data analytics possible for everyone, every industry.</a:t>
            </a:r>
          </a:p>
          <a:p>
            <a:endParaRPr lang="en-US" dirty="0"/>
          </a:p>
          <a:p>
            <a:endParaRPr lang="en-US" dirty="0"/>
          </a:p>
        </p:txBody>
      </p:sp>
      <p:sp>
        <p:nvSpPr>
          <p:cNvPr id="4" name="Slide Number Placeholder 3"/>
          <p:cNvSpPr>
            <a:spLocks noGrp="1"/>
          </p:cNvSpPr>
          <p:nvPr>
            <p:ph type="sldNum" sz="quarter" idx="5"/>
          </p:nvPr>
        </p:nvSpPr>
        <p:spPr/>
        <p:txBody>
          <a:bodyPr/>
          <a:lstStyle/>
          <a:p>
            <a:fld id="{9496C809-6529-4177-9FE8-9B266A549EEB}" type="slidenum">
              <a:rPr lang="en-SG" smtClean="0"/>
              <a:t>13</a:t>
            </a:fld>
            <a:endParaRPr lang="en-SG"/>
          </a:p>
        </p:txBody>
      </p:sp>
    </p:spTree>
    <p:extLst>
      <p:ext uri="{BB962C8B-B14F-4D97-AF65-F5344CB8AC3E}">
        <p14:creationId xmlns:p14="http://schemas.microsoft.com/office/powerpoint/2010/main" val="275606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literacy is about ability to interpret from data.</a:t>
            </a:r>
          </a:p>
          <a:p>
            <a:r>
              <a:rPr lang="en-US" dirty="0"/>
              <a:t>Ability to use data to present (communicating with data)</a:t>
            </a:r>
          </a:p>
          <a:p>
            <a:r>
              <a:rPr lang="en-US" dirty="0"/>
              <a:t>Ability to work with data ( data driven decision)</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14</a:t>
            </a:fld>
            <a:endParaRPr lang="en-SG"/>
          </a:p>
        </p:txBody>
      </p:sp>
    </p:spTree>
    <p:extLst>
      <p:ext uri="{BB962C8B-B14F-4D97-AF65-F5344CB8AC3E}">
        <p14:creationId xmlns:p14="http://schemas.microsoft.com/office/powerpoint/2010/main" val="207739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data analytics? By definition.</a:t>
            </a:r>
          </a:p>
          <a:p>
            <a:endParaRPr lang="en-US" dirty="0"/>
          </a:p>
          <a:p>
            <a:r>
              <a:rPr lang="en-US" dirty="0"/>
              <a:t>Difference between analytic and analysis, is the use of software tool to help the analysis.</a:t>
            </a:r>
          </a:p>
          <a:p>
            <a:r>
              <a:rPr lang="en-US" dirty="0"/>
              <a:t>The term data mining is another word to mean gathering insights.  It is a process to “see” the “story” underneath the data.</a:t>
            </a:r>
          </a:p>
          <a:p>
            <a:r>
              <a:rPr lang="en-US" dirty="0"/>
              <a:t>Data analytics is not just looking at data, but summarizing, transforming for useful insights.</a:t>
            </a:r>
          </a:p>
          <a:p>
            <a:r>
              <a:rPr lang="en-US" dirty="0"/>
              <a:t>We need software tools to help us to handle large data sets.</a:t>
            </a:r>
          </a:p>
          <a:p>
            <a:r>
              <a:rPr lang="en-US" dirty="0"/>
              <a:t>We will manage small number of data to understand how we process, then you will understand how the software help us in a faster way.</a:t>
            </a:r>
          </a:p>
          <a:p>
            <a:r>
              <a:rPr lang="en-US" dirty="0"/>
              <a:t>Statistic is a way to describe the data.</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15</a:t>
            </a:fld>
            <a:endParaRPr lang="en-SG"/>
          </a:p>
        </p:txBody>
      </p:sp>
    </p:spTree>
    <p:extLst>
      <p:ext uri="{BB962C8B-B14F-4D97-AF65-F5344CB8AC3E}">
        <p14:creationId xmlns:p14="http://schemas.microsoft.com/office/powerpoint/2010/main" val="4009816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to reiterate what we can learn from the data and how the insights can help in business and process efficiency.</a:t>
            </a:r>
          </a:p>
          <a:p>
            <a:r>
              <a:rPr lang="en-US" dirty="0"/>
              <a:t>Just another way to look at data.</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16</a:t>
            </a:fld>
            <a:endParaRPr lang="en-SG"/>
          </a:p>
        </p:txBody>
      </p:sp>
    </p:spTree>
    <p:extLst>
      <p:ext uri="{BB962C8B-B14F-4D97-AF65-F5344CB8AC3E}">
        <p14:creationId xmlns:p14="http://schemas.microsoft.com/office/powerpoint/2010/main" val="1265864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insights can we gather?</a:t>
            </a:r>
          </a:p>
          <a:p>
            <a:r>
              <a:rPr lang="en-US" dirty="0"/>
              <a:t>This example explain how “insights” are gathered from data.</a:t>
            </a:r>
          </a:p>
          <a:p>
            <a:r>
              <a:rPr lang="en-US" dirty="0"/>
              <a:t>Here, we also see how we present data ( in the form of bar charts).</a:t>
            </a:r>
          </a:p>
          <a:p>
            <a:r>
              <a:rPr lang="en-US" dirty="0"/>
              <a:t>What does the axes presenting?</a:t>
            </a:r>
          </a:p>
          <a:p>
            <a:r>
              <a:rPr lang="en-US" dirty="0"/>
              <a:t>This is to give students a preview and also what they will do for the project.</a:t>
            </a:r>
          </a:p>
          <a:p>
            <a:r>
              <a:rPr lang="en-US" dirty="0"/>
              <a:t>From data to charts, to insights.</a:t>
            </a:r>
          </a:p>
          <a:p>
            <a:r>
              <a:rPr lang="en-US" dirty="0"/>
              <a:t>Notice the use of questions to decide how we can plot the chart to answer our questions and validate our insights.</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17</a:t>
            </a:fld>
            <a:endParaRPr lang="en-SG"/>
          </a:p>
        </p:txBody>
      </p:sp>
    </p:spTree>
    <p:extLst>
      <p:ext uri="{BB962C8B-B14F-4D97-AF65-F5344CB8AC3E}">
        <p14:creationId xmlns:p14="http://schemas.microsoft.com/office/powerpoint/2010/main" val="3860804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a:t>
            </a:r>
          </a:p>
          <a:p>
            <a:r>
              <a:rPr lang="en-US" dirty="0">
                <a:hlinkClick r:id="rId3"/>
              </a:rPr>
              <a:t>Fires involving AMDs up again in 2024 with 21.8% rise in cases; more people died in fires | The Straits Times</a:t>
            </a:r>
            <a:endParaRPr lang="en-US" dirty="0"/>
          </a:p>
          <a:p>
            <a:endParaRPr lang="en-US" dirty="0"/>
          </a:p>
          <a:p>
            <a:r>
              <a:rPr lang="en-US" dirty="0"/>
              <a:t>Some measure to take to reduce vegetation fire:</a:t>
            </a:r>
          </a:p>
          <a:p>
            <a:r>
              <a:rPr lang="en-US" dirty="0">
                <a:hlinkClick r:id="rId4"/>
              </a:rPr>
              <a:t>Help prevent vegetation fires by not smoking or littering in green spaces: </a:t>
            </a:r>
            <a:r>
              <a:rPr lang="en-US" dirty="0" err="1">
                <a:hlinkClick r:id="rId4"/>
              </a:rPr>
              <a:t>NParks</a:t>
            </a:r>
            <a:r>
              <a:rPr lang="en-US" dirty="0">
                <a:hlinkClick r:id="rId4"/>
              </a:rPr>
              <a:t> | The Straits Times</a:t>
            </a:r>
            <a:endParaRPr lang="en-US" dirty="0"/>
          </a:p>
          <a:p>
            <a:r>
              <a:rPr lang="en-US" dirty="0"/>
              <a:t>Wildfire Task Force was setup to look into fire safety measure in national parks.</a:t>
            </a:r>
          </a:p>
          <a:p>
            <a:endParaRPr lang="en-US" dirty="0"/>
          </a:p>
          <a:p>
            <a:r>
              <a:rPr lang="en-US" dirty="0"/>
              <a:t>Students can make any conclusion or insights from this chart.</a:t>
            </a:r>
          </a:p>
          <a:p>
            <a:endParaRPr lang="en-US" dirty="0"/>
          </a:p>
          <a:p>
            <a:r>
              <a:rPr lang="en-US" dirty="0"/>
              <a:t>This slide can be skipped if time is not enough.</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18</a:t>
            </a:fld>
            <a:endParaRPr lang="en-SG"/>
          </a:p>
        </p:txBody>
      </p:sp>
    </p:spTree>
    <p:extLst>
      <p:ext uri="{BB962C8B-B14F-4D97-AF65-F5344CB8AC3E}">
        <p14:creationId xmlns:p14="http://schemas.microsoft.com/office/powerpoint/2010/main" val="4276405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There are many analytics programs available.  Some free one, some customised one, and some open source, that you can program your analysis.</a:t>
            </a:r>
          </a:p>
          <a:p>
            <a:endParaRPr lang="en-SG" dirty="0"/>
          </a:p>
          <a:p>
            <a:r>
              <a:rPr lang="en-SG" dirty="0"/>
              <a:t>We use 2 common tools;</a:t>
            </a:r>
          </a:p>
          <a:p>
            <a:r>
              <a:rPr lang="en-SG" dirty="0"/>
              <a:t>KNIME, a free and open source program</a:t>
            </a:r>
          </a:p>
          <a:p>
            <a:r>
              <a:rPr lang="en-SG" dirty="0"/>
              <a:t>TABLEAU, not free but available for public use (meaning no uploading of confidential data).</a:t>
            </a:r>
          </a:p>
          <a:p>
            <a:r>
              <a:rPr lang="en-SG" dirty="0"/>
              <a:t>But, for education, they are giving free license during the period of study.</a:t>
            </a:r>
          </a:p>
          <a:p>
            <a:r>
              <a:rPr lang="en-SG" dirty="0"/>
              <a:t>A very good visualisation tool.</a:t>
            </a:r>
          </a:p>
          <a:p>
            <a:endParaRPr lang="en-SG" dirty="0"/>
          </a:p>
          <a:p>
            <a:r>
              <a:rPr lang="en-SG" dirty="0"/>
              <a:t>At the end of the course, you should demonstrate your ability to use KNIME and TABLEAU to present insights.</a:t>
            </a:r>
          </a:p>
          <a:p>
            <a:r>
              <a:rPr lang="en-SG" dirty="0"/>
              <a:t>Insights are summary statistics, and data visualisation.</a:t>
            </a:r>
          </a:p>
          <a:p>
            <a:r>
              <a:rPr lang="en-SG" dirty="0"/>
              <a:t>The challenge is to produce meaningful and easy to understand data visualisation that provide </a:t>
            </a:r>
            <a:r>
              <a:rPr lang="en-SG" b="1" dirty="0"/>
              <a:t>valuable </a:t>
            </a:r>
            <a:r>
              <a:rPr lang="en-SG" dirty="0"/>
              <a:t>insights.</a:t>
            </a:r>
          </a:p>
          <a:p>
            <a:r>
              <a:rPr lang="en-SG" dirty="0"/>
              <a:t>Creating an interactive and </a:t>
            </a:r>
            <a:r>
              <a:rPr lang="en-SG" b="1" dirty="0">
                <a:solidFill>
                  <a:srgbClr val="FF0000"/>
                </a:solidFill>
              </a:rPr>
              <a:t>meaningful</a:t>
            </a:r>
            <a:r>
              <a:rPr lang="en-SG" dirty="0"/>
              <a:t> dashboard will be a bonus.  (not just pack a few worksheets into one dashboard)</a:t>
            </a:r>
          </a:p>
          <a:p>
            <a:r>
              <a:rPr lang="en-SG" dirty="0"/>
              <a:t>(This learning outcomes need to be clear to all students)</a:t>
            </a:r>
          </a:p>
          <a:p>
            <a:endParaRPr lang="en-SG" dirty="0"/>
          </a:p>
          <a:p>
            <a:r>
              <a:rPr lang="en-SG" dirty="0"/>
              <a:t>A quick intro will do.  Let students know that there are many tools in the market.</a:t>
            </a:r>
          </a:p>
        </p:txBody>
      </p:sp>
      <p:sp>
        <p:nvSpPr>
          <p:cNvPr id="4" name="Slide Number Placeholder 3"/>
          <p:cNvSpPr>
            <a:spLocks noGrp="1"/>
          </p:cNvSpPr>
          <p:nvPr>
            <p:ph type="sldNum" sz="quarter" idx="5"/>
          </p:nvPr>
        </p:nvSpPr>
        <p:spPr/>
        <p:txBody>
          <a:bodyPr/>
          <a:lstStyle/>
          <a:p>
            <a:fld id="{9496C809-6529-4177-9FE8-9B266A549EEB}" type="slidenum">
              <a:rPr lang="en-SG" smtClean="0"/>
              <a:t>19</a:t>
            </a:fld>
            <a:endParaRPr lang="en-SG"/>
          </a:p>
        </p:txBody>
      </p:sp>
    </p:spTree>
    <p:extLst>
      <p:ext uri="{BB962C8B-B14F-4D97-AF65-F5344CB8AC3E}">
        <p14:creationId xmlns:p14="http://schemas.microsoft.com/office/powerpoint/2010/main" val="1179756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some examples where data is used.</a:t>
            </a:r>
          </a:p>
          <a:p>
            <a:r>
              <a:rPr lang="en-US" dirty="0"/>
              <a:t>No need to spend too much time on this slide.</a:t>
            </a:r>
          </a:p>
          <a:p>
            <a:r>
              <a:rPr lang="en-US" dirty="0"/>
              <a:t>This is to get students from diploma to understand why they are learning this subject.</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20</a:t>
            </a:fld>
            <a:endParaRPr lang="en-SG"/>
          </a:p>
        </p:txBody>
      </p:sp>
    </p:spTree>
    <p:extLst>
      <p:ext uri="{BB962C8B-B14F-4D97-AF65-F5344CB8AC3E}">
        <p14:creationId xmlns:p14="http://schemas.microsoft.com/office/powerpoint/2010/main" val="1755880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conclusion on What is data analytics.</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21</a:t>
            </a:fld>
            <a:endParaRPr lang="en-SG"/>
          </a:p>
        </p:txBody>
      </p:sp>
    </p:spTree>
    <p:extLst>
      <p:ext uri="{BB962C8B-B14F-4D97-AF65-F5344CB8AC3E}">
        <p14:creationId xmlns:p14="http://schemas.microsoft.com/office/powerpoint/2010/main" val="1354203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r>
              <a:rPr lang="en-US" dirty="0"/>
              <a:t>Next, Level of analysis.</a:t>
            </a:r>
          </a:p>
          <a:p>
            <a:r>
              <a:rPr lang="en-US" dirty="0"/>
              <a:t>4 levels.</a:t>
            </a:r>
          </a:p>
        </p:txBody>
      </p:sp>
    </p:spTree>
    <p:extLst>
      <p:ext uri="{BB962C8B-B14F-4D97-AF65-F5344CB8AC3E}">
        <p14:creationId xmlns:p14="http://schemas.microsoft.com/office/powerpoint/2010/main" val="22562054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four levels are Descriptive, Diagnostic, Predictive and Prescriptive.</a:t>
            </a:r>
          </a:p>
          <a:p>
            <a:endParaRPr lang="en-SG" dirty="0"/>
          </a:p>
          <a:p>
            <a:r>
              <a:rPr lang="en-SG" dirty="0"/>
              <a:t>Data is described using the Statistics and visualisation.</a:t>
            </a:r>
          </a:p>
          <a:p>
            <a:endParaRPr lang="en-SG" dirty="0"/>
          </a:p>
          <a:p>
            <a:r>
              <a:rPr lang="en-SG" dirty="0"/>
              <a:t>Second level of analytics look into the correlation, or other data like GDP growth or weather information to explain the result.</a:t>
            </a:r>
          </a:p>
          <a:p>
            <a:endParaRPr lang="en-SG" dirty="0"/>
          </a:p>
          <a:p>
            <a:r>
              <a:rPr lang="en-SG" dirty="0"/>
              <a:t>Third level of analytics use the data to predict, and that is machine learning.</a:t>
            </a:r>
          </a:p>
          <a:p>
            <a:endParaRPr lang="en-SG" dirty="0"/>
          </a:p>
          <a:p>
            <a:r>
              <a:rPr lang="en-SG" dirty="0"/>
              <a:t>The fourth level of analytics is to prescribe, just like doctor prescribing medicine.  This is Artificial Intelligence.</a:t>
            </a:r>
          </a:p>
          <a:p>
            <a:endParaRPr lang="en-SG"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(click) show doctor examine patient image – describe and diagnose, predict that the fever will last for few days, prescribe a medicine</a:t>
            </a:r>
          </a:p>
          <a:p>
            <a:endParaRPr lang="en-SG" dirty="0"/>
          </a:p>
          <a:p>
            <a:r>
              <a:rPr lang="en-SG" dirty="0"/>
              <a:t>The X-axis shows the increasing demand of computer processor for prescriptive analytics.</a:t>
            </a:r>
          </a:p>
          <a:p>
            <a:r>
              <a:rPr lang="en-SG" dirty="0"/>
              <a:t>The Y-axis shows the demand of large volume of data for prescriptive analytics.</a:t>
            </a:r>
          </a:p>
          <a:p>
            <a:endParaRPr lang="en-SG" dirty="0"/>
          </a:p>
          <a:p>
            <a:r>
              <a:rPr lang="en-SG" dirty="0"/>
              <a:t>The Y-axis shows the increase volume of data needed to perform higher level of analytics.</a:t>
            </a:r>
          </a:p>
          <a:p>
            <a:r>
              <a:rPr lang="en-SG" dirty="0"/>
              <a:t>The X-axis shows the increase power of computing process to perform higher level of analytics.</a:t>
            </a:r>
          </a:p>
          <a:p>
            <a:endParaRPr lang="en-SG" dirty="0"/>
          </a:p>
          <a:p>
            <a:r>
              <a:rPr lang="en-SG" dirty="0"/>
              <a:t>Higher level of analytics is possible now as there are now bigger data storage space and faster computing power.</a:t>
            </a:r>
          </a:p>
          <a:p>
            <a:endParaRPr lang="en-SG" dirty="0"/>
          </a:p>
          <a:p>
            <a:endParaRPr lang="en-SG" dirty="0"/>
          </a:p>
        </p:txBody>
      </p:sp>
    </p:spTree>
    <p:extLst>
      <p:ext uri="{BB962C8B-B14F-4D97-AF65-F5344CB8AC3E}">
        <p14:creationId xmlns:p14="http://schemas.microsoft.com/office/powerpoint/2010/main" val="3293729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90488" y="744538"/>
            <a:ext cx="6616700" cy="3722687"/>
          </a:xfrm>
          <a:ln/>
        </p:spPr>
      </p:sp>
      <p:sp>
        <p:nvSpPr>
          <p:cNvPr id="6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pPr eaLnBrk="1" hangingPunct="1">
              <a:spcBef>
                <a:spcPct val="0"/>
              </a:spcBef>
            </a:pPr>
            <a:r>
              <a:rPr lang="en-US" altLang="en-US" dirty="0"/>
              <a:t>In this subject, we will focus more on descriptive analytics (“Tell a story”) and a small portion on prescriptive analytics. </a:t>
            </a:r>
          </a:p>
          <a:p>
            <a:pPr eaLnBrk="1" hangingPunct="1">
              <a:spcBef>
                <a:spcPct val="0"/>
              </a:spcBef>
            </a:pPr>
            <a:r>
              <a:rPr lang="en-US" altLang="en-US" dirty="0"/>
              <a:t>Good to provide an example for each type of analytics. </a:t>
            </a:r>
          </a:p>
        </p:txBody>
      </p:sp>
      <p:sp>
        <p:nvSpPr>
          <p:cNvPr id="614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58A676EE-8CDE-4095-9A49-5FD08B950E86}"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Arial" panose="020B0604020202020204" pitchFamily="34" charset="0"/>
              </a:rPr>
              <a:pPr marL="0" marR="0" lvl="0" indent="0" algn="r" defTabSz="930275"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523894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986388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data collected and the questions are closely related.  They are the starting point.</a:t>
            </a:r>
          </a:p>
          <a:p>
            <a:r>
              <a:rPr lang="en-SG" dirty="0"/>
              <a:t>In this subject, data will be given to you for project.</a:t>
            </a:r>
          </a:p>
          <a:p>
            <a:r>
              <a:rPr lang="en-SG" dirty="0"/>
              <a:t>You will base on the given data, and formulate your key questions (working reverse).</a:t>
            </a:r>
          </a:p>
          <a:p>
            <a:r>
              <a:rPr lang="en-SG" dirty="0"/>
              <a:t>In industry practice, we often get data from various sources, even sensors. We need to know how can we extract relevant information from these data.</a:t>
            </a:r>
          </a:p>
          <a:p>
            <a:endParaRPr lang="en-SG" dirty="0"/>
          </a:p>
          <a:p>
            <a:r>
              <a:rPr lang="en-SG" dirty="0"/>
              <a:t>Example of questions:</a:t>
            </a:r>
          </a:p>
          <a:p>
            <a:r>
              <a:rPr lang="en-SG" dirty="0"/>
              <a:t>What is the maximum waiting time?</a:t>
            </a:r>
          </a:p>
          <a:p>
            <a:r>
              <a:rPr lang="en-SG" dirty="0"/>
              <a:t>What is the chances of an airline to cancel the flight?</a:t>
            </a:r>
          </a:p>
          <a:p>
            <a:r>
              <a:rPr lang="en-SG" dirty="0"/>
              <a:t>Which month of the day has the highest sale of ice-cream?</a:t>
            </a:r>
          </a:p>
          <a:p>
            <a:r>
              <a:rPr lang="en-SG" dirty="0"/>
              <a:t>Is there a correlation between the weather and ice-cream sale?</a:t>
            </a:r>
          </a:p>
          <a:p>
            <a:endParaRPr lang="en-SG" dirty="0"/>
          </a:p>
          <a:p>
            <a:r>
              <a:rPr lang="en-SG" dirty="0"/>
              <a:t>How would you collect the data to answer the questions?</a:t>
            </a:r>
          </a:p>
          <a:p>
            <a:pPr marL="171450" indent="-171450">
              <a:buFontTx/>
              <a:buChar char="-"/>
            </a:pPr>
            <a:r>
              <a:rPr lang="en-SG" dirty="0"/>
              <a:t>See if any student is able to answer this</a:t>
            </a:r>
          </a:p>
          <a:p>
            <a:pPr marL="171450" indent="-171450">
              <a:buFontTx/>
              <a:buChar char="-"/>
            </a:pPr>
            <a:r>
              <a:rPr lang="en-SG" dirty="0"/>
              <a:t>The question serves the purpose of collecting and analysing the data</a:t>
            </a:r>
          </a:p>
        </p:txBody>
      </p:sp>
      <p:sp>
        <p:nvSpPr>
          <p:cNvPr id="4" name="Slide Number Placeholder 3"/>
          <p:cNvSpPr>
            <a:spLocks noGrp="1"/>
          </p:cNvSpPr>
          <p:nvPr>
            <p:ph type="sldNum" sz="quarter" idx="5"/>
          </p:nvPr>
        </p:nvSpPr>
        <p:spPr/>
        <p:txBody>
          <a:bodyPr/>
          <a:lstStyle/>
          <a:p>
            <a:fld id="{9496C809-6529-4177-9FE8-9B266A549EEB}" type="slidenum">
              <a:rPr lang="en-SG" smtClean="0"/>
              <a:t>26</a:t>
            </a:fld>
            <a:endParaRPr lang="en-SG"/>
          </a:p>
        </p:txBody>
      </p:sp>
    </p:spTree>
    <p:extLst>
      <p:ext uri="{BB962C8B-B14F-4D97-AF65-F5344CB8AC3E}">
        <p14:creationId xmlns:p14="http://schemas.microsoft.com/office/powerpoint/2010/main" val="3532885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Data can be collected through form of survey, or measured values, like the temperature reading.</a:t>
            </a:r>
          </a:p>
          <a:p>
            <a:r>
              <a:rPr lang="en-SG" dirty="0"/>
              <a:t>Or smart sensors that measure and upload every second.</a:t>
            </a:r>
          </a:p>
          <a:p>
            <a:r>
              <a:rPr lang="en-SG" dirty="0"/>
              <a:t>The key questions help to guide the analysis, on what to find.</a:t>
            </a:r>
          </a:p>
          <a:p>
            <a:endParaRPr lang="en-SG" dirty="0"/>
          </a:p>
          <a:p>
            <a:r>
              <a:rPr lang="en-SG" dirty="0"/>
              <a:t>For example:</a:t>
            </a:r>
          </a:p>
          <a:p>
            <a:r>
              <a:rPr lang="en-SG" dirty="0"/>
              <a:t>To understand if there is any correlation between the weather temperature and sale of ice-cream, we will collect the daily temperature and the amount of money earned from the sale of the ice-cream</a:t>
            </a:r>
          </a:p>
        </p:txBody>
      </p:sp>
      <p:sp>
        <p:nvSpPr>
          <p:cNvPr id="4" name="Slide Number Placeholder 3"/>
          <p:cNvSpPr>
            <a:spLocks noGrp="1"/>
          </p:cNvSpPr>
          <p:nvPr>
            <p:ph type="sldNum" sz="quarter" idx="5"/>
          </p:nvPr>
        </p:nvSpPr>
        <p:spPr/>
        <p:txBody>
          <a:bodyPr/>
          <a:lstStyle/>
          <a:p>
            <a:fld id="{9496C809-6529-4177-9FE8-9B266A549EEB}" type="slidenum">
              <a:rPr lang="en-SG" smtClean="0"/>
              <a:t>27</a:t>
            </a:fld>
            <a:endParaRPr lang="en-SG"/>
          </a:p>
        </p:txBody>
      </p:sp>
    </p:spTree>
    <p:extLst>
      <p:ext uri="{BB962C8B-B14F-4D97-AF65-F5344CB8AC3E}">
        <p14:creationId xmlns:p14="http://schemas.microsoft.com/office/powerpoint/2010/main" val="4034215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Identify the problem with this set of data.</a:t>
            </a:r>
          </a:p>
          <a:p>
            <a:endParaRPr lang="en-SG" dirty="0"/>
          </a:p>
          <a:p>
            <a:r>
              <a:rPr lang="en-SG" dirty="0"/>
              <a:t>(click) These field has no values.</a:t>
            </a:r>
          </a:p>
          <a:p>
            <a:endParaRPr lang="en-SG" dirty="0"/>
          </a:p>
          <a:p>
            <a:r>
              <a:rPr lang="en-SG" dirty="0"/>
              <a:t>(click) These values are not entered in the right format. We are using program like KNIME to perform analysis, and the program will not be able to interpret correctly for “</a:t>
            </a:r>
            <a:r>
              <a:rPr lang="en-SG" dirty="0" err="1"/>
              <a:t>StudyHr</a:t>
            </a:r>
            <a:r>
              <a:rPr lang="en-SG" dirty="0"/>
              <a:t>” and “</a:t>
            </a:r>
            <a:r>
              <a:rPr lang="en-SG" dirty="0" err="1"/>
              <a:t>ExHr</a:t>
            </a:r>
            <a:r>
              <a:rPr lang="en-SG" dirty="0"/>
              <a:t>” (physical exercising time). Are these two variables a number or text? Mathematical function like addition subtraction cannot be performed on a value that has mixture of number and letters.</a:t>
            </a:r>
          </a:p>
          <a:p>
            <a:endParaRPr lang="en-SG" dirty="0"/>
          </a:p>
          <a:p>
            <a:r>
              <a:rPr lang="en-SG" dirty="0"/>
              <a:t>So, because of these, we need to “clean” and transformed the data.</a:t>
            </a:r>
          </a:p>
          <a:p>
            <a:endParaRPr lang="en-SG" dirty="0"/>
          </a:p>
          <a:p>
            <a:r>
              <a:rPr lang="en-SG" dirty="0"/>
              <a:t>Before analysing the data, we need to check if the data is “cleaned”, Meaning, checking for wrong input format, missing values, duplicates</a:t>
            </a:r>
          </a:p>
          <a:p>
            <a:endParaRPr lang="en-SG" dirty="0"/>
          </a:p>
          <a:p>
            <a:r>
              <a:rPr lang="en-SG" dirty="0"/>
              <a:t>Example:</a:t>
            </a:r>
          </a:p>
          <a:p>
            <a:r>
              <a:rPr lang="en-SG" dirty="0" err="1"/>
              <a:t>StudyHrs</a:t>
            </a:r>
            <a:endParaRPr lang="en-SG" dirty="0"/>
          </a:p>
          <a:p>
            <a:r>
              <a:rPr lang="en-SG" dirty="0"/>
              <a:t>Should this variable be a decimal data type or String data type? (8hrs is a string)</a:t>
            </a:r>
          </a:p>
          <a:p>
            <a:endParaRPr lang="en-SG" dirty="0"/>
          </a:p>
          <a:p>
            <a:r>
              <a:rPr lang="en-SG" dirty="0"/>
              <a:t>Just for discussion, as student, how would you check the data?</a:t>
            </a:r>
          </a:p>
          <a:p>
            <a:r>
              <a:rPr lang="en-SG" dirty="0"/>
              <a:t>- We can then bring in software tools that help to make it easier to search for missing values, instead of using “eye” power to scan</a:t>
            </a:r>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28</a:t>
            </a:fld>
            <a:endParaRPr lang="en-SG"/>
          </a:p>
        </p:txBody>
      </p:sp>
    </p:spTree>
    <p:extLst>
      <p:ext uri="{BB962C8B-B14F-4D97-AF65-F5344CB8AC3E}">
        <p14:creationId xmlns:p14="http://schemas.microsoft.com/office/powerpoint/2010/main" val="3935321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After data cleaning, next, is Exploratory Data Analysis (EDA)</a:t>
            </a:r>
          </a:p>
          <a:p>
            <a:endParaRPr lang="en-SG" dirty="0"/>
          </a:p>
          <a:p>
            <a:r>
              <a:rPr lang="en-SG" dirty="0"/>
              <a:t>We will do a lot of exercises on Data Exploration Analysis, in short is EDA.</a:t>
            </a:r>
          </a:p>
          <a:p>
            <a:endParaRPr lang="en-SG" dirty="0"/>
          </a:p>
          <a:p>
            <a:r>
              <a:rPr lang="en-SG" dirty="0"/>
              <a:t>Exploratory Data Analysis starts with finding the Statistics of every variable.</a:t>
            </a:r>
          </a:p>
          <a:p>
            <a:r>
              <a:rPr lang="en-SG" dirty="0"/>
              <a:t>Example, what statistics can you find from Age? Height? Weight?</a:t>
            </a:r>
          </a:p>
          <a:p>
            <a:endParaRPr lang="en-SG" dirty="0"/>
          </a:p>
          <a:p>
            <a:r>
              <a:rPr lang="en-SG" dirty="0"/>
              <a:t>Solution: The average, the max and min, the standard deviation</a:t>
            </a:r>
          </a:p>
          <a:p>
            <a:endParaRPr lang="en-SG" dirty="0"/>
          </a:p>
          <a:p>
            <a:r>
              <a:rPr lang="en-SG" dirty="0"/>
              <a:t>Statistics in visual form: box-plot; histogram</a:t>
            </a:r>
          </a:p>
          <a:p>
            <a:endParaRPr lang="en-SG" dirty="0"/>
          </a:p>
          <a:p>
            <a:r>
              <a:rPr lang="en-SG" dirty="0"/>
              <a:t>You will learn how to find these statistics in the next 2 lessons.  This is the most basic ways to describe data.</a:t>
            </a:r>
          </a:p>
          <a:p>
            <a:r>
              <a:rPr lang="en-SG" dirty="0"/>
              <a:t>This is the first level of analytics.</a:t>
            </a:r>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29</a:t>
            </a:fld>
            <a:endParaRPr lang="en-SG"/>
          </a:p>
        </p:txBody>
      </p:sp>
    </p:spTree>
    <p:extLst>
      <p:ext uri="{BB962C8B-B14F-4D97-AF65-F5344CB8AC3E}">
        <p14:creationId xmlns:p14="http://schemas.microsoft.com/office/powerpoint/2010/main" val="34192791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US" dirty="0"/>
              <a:t>This slide repeat what we explained in previous slide.</a:t>
            </a:r>
          </a:p>
          <a:p>
            <a:pPr>
              <a:lnSpc>
                <a:spcPct val="150000"/>
              </a:lnSpc>
            </a:pPr>
            <a:endParaRPr lang="en-US" dirty="0"/>
          </a:p>
          <a:p>
            <a:pPr>
              <a:lnSpc>
                <a:spcPct val="150000"/>
              </a:lnSpc>
            </a:pPr>
            <a:r>
              <a:rPr lang="en-US" dirty="0">
                <a:solidFill>
                  <a:srgbClr val="00B0F0"/>
                </a:solidFill>
              </a:rPr>
              <a:t>It shows the 2 ways to describe data.  EDA is descriptive analytics.</a:t>
            </a:r>
          </a:p>
          <a:p>
            <a:pPr>
              <a:lnSpc>
                <a:spcPct val="150000"/>
              </a:lnSpc>
            </a:pPr>
            <a:r>
              <a:rPr lang="en-US" dirty="0">
                <a:solidFill>
                  <a:srgbClr val="00B0F0"/>
                </a:solidFill>
              </a:rPr>
              <a:t>Statistics and visual charts describe the statistics in visual form.</a:t>
            </a:r>
          </a:p>
          <a:p>
            <a:pPr>
              <a:lnSpc>
                <a:spcPct val="150000"/>
              </a:lnSpc>
            </a:pPr>
            <a:r>
              <a:rPr lang="en-US" dirty="0">
                <a:solidFill>
                  <a:srgbClr val="00B0F0"/>
                </a:solidFill>
              </a:rPr>
              <a:t>This is also what you need to do for Project Report 1.</a:t>
            </a:r>
          </a:p>
          <a:p>
            <a:pPr>
              <a:lnSpc>
                <a:spcPct val="150000"/>
              </a:lnSpc>
            </a:pPr>
            <a:endParaRPr lang="en-US" dirty="0">
              <a:solidFill>
                <a:srgbClr val="00B0F0"/>
              </a:solidFill>
            </a:endParaRPr>
          </a:p>
          <a:p>
            <a:pPr>
              <a:lnSpc>
                <a:spcPct val="150000"/>
              </a:lnSpc>
            </a:pPr>
            <a:r>
              <a:rPr lang="en-US" dirty="0">
                <a:solidFill>
                  <a:srgbClr val="00B0F0"/>
                </a:solidFill>
              </a:rPr>
              <a:t>**Inject the term EDA.  When comes to project, report 1 is complete the EDA.</a:t>
            </a:r>
          </a:p>
          <a:p>
            <a:pPr>
              <a:lnSpc>
                <a:spcPct val="150000"/>
              </a:lnSpc>
            </a:pPr>
            <a:r>
              <a:rPr lang="en-US" dirty="0">
                <a:solidFill>
                  <a:srgbClr val="00B0F0"/>
                </a:solidFill>
              </a:rPr>
              <a:t>Student will come back again to ask “what is EDA”.</a:t>
            </a:r>
          </a:p>
          <a:p>
            <a:endParaRPr lang="en-SG" dirty="0"/>
          </a:p>
        </p:txBody>
      </p:sp>
    </p:spTree>
    <p:extLst>
      <p:ext uri="{BB962C8B-B14F-4D97-AF65-F5344CB8AC3E}">
        <p14:creationId xmlns:p14="http://schemas.microsoft.com/office/powerpoint/2010/main" val="40635979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Data Transformation is a process to re-shape the data for meaningful analysis.</a:t>
            </a:r>
          </a:p>
          <a:p>
            <a:r>
              <a:rPr lang="en-SG" dirty="0"/>
              <a:t>Example: You have the age value of your customer.  To have meaningful insight, you can group the age into below 20, below 60 and others.</a:t>
            </a:r>
          </a:p>
          <a:p>
            <a:r>
              <a:rPr lang="en-SG" dirty="0"/>
              <a:t>We can name Age &gt; 60 as “Senior”.  And find the statistics for “Senior”, then compared with those who are younger than Senior.</a:t>
            </a:r>
          </a:p>
          <a:p>
            <a:endParaRPr lang="en-SG" dirty="0"/>
          </a:p>
          <a:p>
            <a:r>
              <a:rPr lang="en-SG" dirty="0"/>
              <a:t>Or setting a status like “High” and “Low” when the values reached certain threshold value.</a:t>
            </a:r>
          </a:p>
          <a:p>
            <a:r>
              <a:rPr lang="en-SG" dirty="0"/>
              <a:t>Or “low in toner” when volume reduces to certain threshold value.</a:t>
            </a:r>
          </a:p>
          <a:p>
            <a:endParaRPr lang="en-SG" dirty="0"/>
          </a:p>
          <a:p>
            <a:r>
              <a:rPr lang="en-SG" dirty="0"/>
              <a:t>Other example to give:</a:t>
            </a:r>
          </a:p>
          <a:p>
            <a:r>
              <a:rPr lang="en-SG" dirty="0"/>
              <a:t>Knowing Weight and Height, we can compute another variable: BMI= weight(kg) divide by height(m) squared</a:t>
            </a:r>
          </a:p>
          <a:p>
            <a:r>
              <a:rPr lang="en-SG" dirty="0"/>
              <a:t>This is transforming the 2 variables into another variable</a:t>
            </a:r>
          </a:p>
          <a:p>
            <a:endParaRPr lang="en-SG"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Lesson on data transformation will be covered in Week 7 before Term Break.</a:t>
            </a:r>
          </a:p>
          <a:p>
            <a:endParaRPr lang="en-SG" dirty="0"/>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31</a:t>
            </a:fld>
            <a:endParaRPr lang="en-SG"/>
          </a:p>
        </p:txBody>
      </p:sp>
    </p:spTree>
    <p:extLst>
      <p:ext uri="{BB962C8B-B14F-4D97-AF65-F5344CB8AC3E}">
        <p14:creationId xmlns:p14="http://schemas.microsoft.com/office/powerpoint/2010/main" val="42042146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Data Modelling is also known as Machine Learning. It is predictive Analytics.</a:t>
            </a:r>
          </a:p>
          <a:p>
            <a:r>
              <a:rPr lang="en-SG" dirty="0"/>
              <a:t>This part may be difficult to understand at this moment.  We will cover in Term 2.</a:t>
            </a:r>
          </a:p>
          <a:p>
            <a:endParaRPr lang="en-SG" dirty="0"/>
          </a:p>
          <a:p>
            <a:r>
              <a:rPr lang="en-SG" dirty="0"/>
              <a:t> This is a process to predict outcomes.  Base on a few critical parameters, we use analytics program to perform iteration to fit </a:t>
            </a:r>
            <a:r>
              <a:rPr lang="en-SG" u="sng" dirty="0"/>
              <a:t>a mathematical model </a:t>
            </a:r>
            <a:r>
              <a:rPr lang="en-SG" dirty="0"/>
              <a:t>that best explains the behaviour of the data, and use it to predict the outcomes.  Of course, this prediction has some percentage of error.  Hence, we need to know how to interpret the error.</a:t>
            </a:r>
          </a:p>
          <a:p>
            <a:r>
              <a:rPr lang="en-SG" dirty="0"/>
              <a:t>The predicting outcome can be laptop price, predict air quality index.  It can also be predicting types, like predict the object is A or B.  This is know as Classification.  There are many type of models to predict outcomes, we will cover only Linear Regression model.</a:t>
            </a:r>
          </a:p>
          <a:p>
            <a:endParaRPr lang="en-SG" dirty="0"/>
          </a:p>
          <a:p>
            <a:r>
              <a:rPr lang="en-SG" dirty="0"/>
              <a:t>Lastly, we “tell the story” in Data Presentation phase, using all the relevant charts and dash-boards.  Remember, data analytics will compile findings into easy to understand report or presentation to Management or client.</a:t>
            </a:r>
          </a:p>
        </p:txBody>
      </p:sp>
      <p:sp>
        <p:nvSpPr>
          <p:cNvPr id="4" name="Slide Number Placeholder 3"/>
          <p:cNvSpPr>
            <a:spLocks noGrp="1"/>
          </p:cNvSpPr>
          <p:nvPr>
            <p:ph type="sldNum" sz="quarter" idx="5"/>
          </p:nvPr>
        </p:nvSpPr>
        <p:spPr/>
        <p:txBody>
          <a:bodyPr/>
          <a:lstStyle/>
          <a:p>
            <a:fld id="{9496C809-6529-4177-9FE8-9B266A549EEB}" type="slidenum">
              <a:rPr lang="en-SG" smtClean="0"/>
              <a:t>32</a:t>
            </a:fld>
            <a:endParaRPr lang="en-SG"/>
          </a:p>
        </p:txBody>
      </p:sp>
    </p:spTree>
    <p:extLst>
      <p:ext uri="{BB962C8B-B14F-4D97-AF65-F5344CB8AC3E}">
        <p14:creationId xmlns:p14="http://schemas.microsoft.com/office/powerpoint/2010/main" val="12647113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Let’s recap. Fill in the blanks</a:t>
            </a:r>
          </a:p>
          <a:p>
            <a:r>
              <a:rPr lang="en-SG" dirty="0"/>
              <a:t>(random pick a student to answer)</a:t>
            </a:r>
          </a:p>
          <a:p>
            <a:endParaRPr lang="en-SG" dirty="0"/>
          </a:p>
          <a:p>
            <a:r>
              <a:rPr lang="en-SG" dirty="0"/>
              <a:t>Question to the student: Which phase is the most time consuming?</a:t>
            </a:r>
          </a:p>
          <a:p>
            <a:endParaRPr lang="en-SG" dirty="0"/>
          </a:p>
          <a:p>
            <a:r>
              <a:rPr lang="en-SG" dirty="0"/>
              <a:t>Practically, data cleaning will take longer time when the data is raw from the sensor</a:t>
            </a:r>
          </a:p>
          <a:p>
            <a:r>
              <a:rPr lang="en-SG" dirty="0"/>
              <a:t>But, for this project, the most time consuming is EDA. Why?</a:t>
            </a:r>
          </a:p>
          <a:p>
            <a:r>
              <a:rPr lang="en-SG" dirty="0"/>
              <a:t>Because the data given to you is unknown to you, and need to search internet for background.</a:t>
            </a:r>
          </a:p>
          <a:p>
            <a:r>
              <a:rPr lang="en-SG" dirty="0"/>
              <a:t>Example, you are given data on wildfire scenario, which you do not have any idea what is it, how it happened, and what are the impact, you will need to do research to find out, so that you can understand the variables that were measured in the data.</a:t>
            </a:r>
          </a:p>
          <a:p>
            <a:endParaRPr lang="en-SG" dirty="0"/>
          </a:p>
          <a:p>
            <a:r>
              <a:rPr lang="en-SG" dirty="0"/>
              <a:t>This is to prepare students on the work that they will be doing. </a:t>
            </a:r>
          </a:p>
          <a:p>
            <a:endParaRPr lang="en-SG" dirty="0"/>
          </a:p>
          <a:p>
            <a:r>
              <a:rPr lang="en-SG" dirty="0"/>
              <a:t>**Data Modelling may be time consuming. For this subject, we want to focus more on EDA.</a:t>
            </a:r>
          </a:p>
          <a:p>
            <a:r>
              <a:rPr lang="en-SG" dirty="0"/>
              <a:t>We use only one model.  Student don’t have to determine the best model.</a:t>
            </a:r>
          </a:p>
          <a:p>
            <a:r>
              <a:rPr lang="en-SG" dirty="0"/>
              <a:t>Student need to understand what the model does and how to interpret the model and the prediction accuracy.</a:t>
            </a:r>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33</a:t>
            </a:fld>
            <a:endParaRPr lang="en-SG"/>
          </a:p>
        </p:txBody>
      </p:sp>
    </p:spTree>
    <p:extLst>
      <p:ext uri="{BB962C8B-B14F-4D97-AF65-F5344CB8AC3E}">
        <p14:creationId xmlns:p14="http://schemas.microsoft.com/office/powerpoint/2010/main" val="5730892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34</a:t>
            </a:fld>
            <a:endParaRPr lang="en-SG"/>
          </a:p>
        </p:txBody>
      </p:sp>
    </p:spTree>
    <p:extLst>
      <p:ext uri="{BB962C8B-B14F-4D97-AF65-F5344CB8AC3E}">
        <p14:creationId xmlns:p14="http://schemas.microsoft.com/office/powerpoint/2010/main" val="1991827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SG" dirty="0"/>
          </a:p>
          <a:p>
            <a:r>
              <a:rPr lang="en-SG" dirty="0"/>
              <a:t>Next, we will proceed to learn methods to describe data : Descriptive Analytic</a:t>
            </a:r>
          </a:p>
          <a:p>
            <a:r>
              <a:rPr lang="en-SG" dirty="0"/>
              <a:t>This is also in the phase of EDA.</a:t>
            </a:r>
          </a:p>
          <a:p>
            <a:endParaRPr lang="en-SG" dirty="0"/>
          </a:p>
          <a:p>
            <a:r>
              <a:rPr lang="en-SG" dirty="0"/>
              <a:t>Statistics is one of the way to describe analytics.  The first statistics for today is to describe the Central Tendency and Spread.</a:t>
            </a:r>
          </a:p>
          <a:p>
            <a:r>
              <a:rPr lang="en-SG" dirty="0"/>
              <a:t>You would have practiced in your maths subject.</a:t>
            </a:r>
          </a:p>
          <a:p>
            <a:endParaRPr lang="en-SG" dirty="0"/>
          </a:p>
          <a:p>
            <a:r>
              <a:rPr lang="en-SG" dirty="0"/>
              <a:t>Student can open the lab worksheet 1  or </a:t>
            </a:r>
            <a:r>
              <a:rPr lang="en-SG" dirty="0" err="1"/>
              <a:t>Classkick</a:t>
            </a:r>
            <a:r>
              <a:rPr lang="en-SG" dirty="0"/>
              <a:t> for the exercises.</a:t>
            </a:r>
          </a:p>
        </p:txBody>
      </p:sp>
    </p:spTree>
    <p:extLst>
      <p:ext uri="{BB962C8B-B14F-4D97-AF65-F5344CB8AC3E}">
        <p14:creationId xmlns:p14="http://schemas.microsoft.com/office/powerpoint/2010/main" val="37612812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switch to lab 1 worksheet.</a:t>
            </a:r>
            <a:endParaRPr lang="en-SG" dirty="0"/>
          </a:p>
          <a:p>
            <a:r>
              <a:rPr lang="en-SG" dirty="0"/>
              <a:t>No need to show the next few slides.</a:t>
            </a:r>
            <a:endParaRPr lang="en-US" dirty="0"/>
          </a:p>
        </p:txBody>
      </p:sp>
      <p:sp>
        <p:nvSpPr>
          <p:cNvPr id="4" name="Slide Number Placeholder 3"/>
          <p:cNvSpPr>
            <a:spLocks noGrp="1"/>
          </p:cNvSpPr>
          <p:nvPr>
            <p:ph type="sldNum" sz="quarter" idx="5"/>
          </p:nvPr>
        </p:nvSpPr>
        <p:spPr/>
        <p:txBody>
          <a:bodyPr/>
          <a:lstStyle/>
          <a:p>
            <a:fld id="{9496C809-6529-4177-9FE8-9B266A549EEB}" type="slidenum">
              <a:rPr lang="en-SG" smtClean="0"/>
              <a:t>36</a:t>
            </a:fld>
            <a:endParaRPr lang="en-SG"/>
          </a:p>
        </p:txBody>
      </p:sp>
    </p:spTree>
    <p:extLst>
      <p:ext uri="{BB962C8B-B14F-4D97-AF65-F5344CB8AC3E}">
        <p14:creationId xmlns:p14="http://schemas.microsoft.com/office/powerpoint/2010/main" val="2572008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can now open the Worksheet 1 (pdf in LMS) or </a:t>
            </a:r>
            <a:r>
              <a:rPr lang="en-US" dirty="0" err="1"/>
              <a:t>ClassKick</a:t>
            </a:r>
            <a:endParaRPr lang="en-US" dirty="0"/>
          </a:p>
          <a:p>
            <a:endParaRPr lang="en-US" dirty="0"/>
          </a:p>
          <a:p>
            <a:r>
              <a:rPr lang="en-US" dirty="0"/>
              <a:t>X-axis shows the day. Is weekly.</a:t>
            </a:r>
          </a:p>
          <a:p>
            <a:r>
              <a:rPr lang="en-US" dirty="0"/>
              <a:t>Y-axis shows the count of patient admitted to ICU bed.</a:t>
            </a:r>
          </a:p>
          <a:p>
            <a:r>
              <a:rPr lang="en-US" dirty="0"/>
              <a:t>Question: patient coming in at different timing of the day,  One week has 7 days.</a:t>
            </a:r>
          </a:p>
          <a:p>
            <a:r>
              <a:rPr lang="en-US" dirty="0"/>
              <a:t>Is the count the sum of patient in 7 days?</a:t>
            </a:r>
          </a:p>
          <a:p>
            <a:r>
              <a:rPr lang="en-US" dirty="0"/>
              <a:t>Why is there decimal values in the data?</a:t>
            </a:r>
          </a:p>
          <a:p>
            <a:endParaRPr lang="en-US" dirty="0"/>
          </a:p>
          <a:p>
            <a:r>
              <a:rPr lang="en-US" dirty="0"/>
              <a:t>**You can elicit response from students.  Understand how they interpret.</a:t>
            </a:r>
            <a:r>
              <a:rPr lang="en-US" b="0" i="0" dirty="0">
                <a:solidFill>
                  <a:srgbClr val="2E2E2E"/>
                </a:solidFill>
                <a:effectLst/>
                <a:latin typeface="__IBM_Plex_Mono_a17b92"/>
              </a:rPr>
              <a:t> </a:t>
            </a:r>
            <a:endParaRPr lang="en-US" dirty="0"/>
          </a:p>
          <a:p>
            <a:endParaRPr lang="en-US" dirty="0"/>
          </a:p>
          <a:p>
            <a:r>
              <a:rPr lang="en-US" dirty="0"/>
              <a:t>It is taking the average number of patient admitted to ICU bed.  It has grouped the data into Covid, Non-Covid and Empty.</a:t>
            </a:r>
          </a:p>
          <a:p>
            <a:endParaRPr lang="en-US" dirty="0"/>
          </a:p>
          <a:p>
            <a:r>
              <a:rPr lang="en-US" dirty="0"/>
              <a:t>Insight: There are more non-Covid patient admitted to ICU than Covid status.  </a:t>
            </a:r>
          </a:p>
          <a:p>
            <a:r>
              <a:rPr lang="en-US" dirty="0"/>
              <a:t>On average, there are 300 ICU beds available per week.</a:t>
            </a:r>
          </a:p>
          <a:p>
            <a:r>
              <a:rPr lang="en-US" dirty="0"/>
              <a:t>There are at least 100 empty ICU beds (average) per week.</a:t>
            </a:r>
          </a:p>
          <a:p>
            <a:r>
              <a:rPr lang="en-US" dirty="0"/>
              <a:t>Our health care facility is able to cope with current Covid-19 situations.</a:t>
            </a:r>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37</a:t>
            </a:fld>
            <a:endParaRPr lang="en-SG"/>
          </a:p>
        </p:txBody>
      </p:sp>
    </p:spTree>
    <p:extLst>
      <p:ext uri="{BB962C8B-B14F-4D97-AF65-F5344CB8AC3E}">
        <p14:creationId xmlns:p14="http://schemas.microsoft.com/office/powerpoint/2010/main" val="6369112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3C02D-7420-033A-8871-0AE24D7E3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F169A-91DF-4E9B-4063-E5C877C88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56A839-F1CD-8F04-9B50-F1A17B454E97}"/>
              </a:ext>
            </a:extLst>
          </p:cNvPr>
          <p:cNvSpPr>
            <a:spLocks noGrp="1"/>
          </p:cNvSpPr>
          <p:nvPr>
            <p:ph type="body" idx="1"/>
          </p:nvPr>
        </p:nvSpPr>
        <p:spPr/>
        <p:txBody>
          <a:bodyPr/>
          <a:lstStyle/>
          <a:p>
            <a:r>
              <a:rPr lang="en-US" dirty="0"/>
              <a:t>**You can elicit response from students.  Understand how they interpret.</a:t>
            </a:r>
            <a:r>
              <a:rPr lang="en-US" b="0" i="0" dirty="0">
                <a:solidFill>
                  <a:srgbClr val="2E2E2E"/>
                </a:solidFill>
                <a:effectLst/>
                <a:latin typeface="__IBM_Plex_Mono_a17b92"/>
              </a:rPr>
              <a:t> </a:t>
            </a:r>
            <a:endParaRPr lang="en-US" dirty="0"/>
          </a:p>
          <a:p>
            <a:endParaRPr lang="en-US" dirty="0"/>
          </a:p>
          <a:p>
            <a:r>
              <a:rPr lang="en-SG" dirty="0"/>
              <a:t>X-axis is the waiting time duration in minutes ( how do you is measured in minutes?)</a:t>
            </a:r>
          </a:p>
          <a:p>
            <a:r>
              <a:rPr lang="en-SG" dirty="0"/>
              <a:t>The Excel file (I downloaded) has the column name indicated “Minutes” as the units.</a:t>
            </a:r>
          </a:p>
          <a:p>
            <a:endParaRPr lang="en-SG" dirty="0"/>
          </a:p>
          <a:p>
            <a:r>
              <a:rPr lang="en-SG" dirty="0"/>
              <a:t>Vertical axis is not measured value.  It is the different polyclinics. The y-axis is not numerical data, but categorical.</a:t>
            </a:r>
          </a:p>
          <a:p>
            <a:endParaRPr lang="en-SG" dirty="0"/>
          </a:p>
          <a:p>
            <a:r>
              <a:rPr lang="en-SG" dirty="0"/>
              <a:t>The chart plot categorical variable Vs numerical and the numerical values are Median and 95</a:t>
            </a:r>
            <a:r>
              <a:rPr lang="en-SG" baseline="30000" dirty="0"/>
              <a:t>th</a:t>
            </a:r>
            <a:r>
              <a:rPr lang="en-SG" dirty="0"/>
              <a:t> percentile.</a:t>
            </a:r>
          </a:p>
          <a:p>
            <a:endParaRPr lang="en-SG" dirty="0"/>
          </a:p>
          <a:p>
            <a:r>
              <a:rPr lang="en-SG" dirty="0"/>
              <a:t>These 2 examples show how measured values can be summarised to give insights.</a:t>
            </a:r>
          </a:p>
          <a:p>
            <a:endParaRPr lang="en-SG" dirty="0"/>
          </a:p>
          <a:p>
            <a:endParaRPr lang="en-SG" dirty="0"/>
          </a:p>
        </p:txBody>
      </p:sp>
      <p:sp>
        <p:nvSpPr>
          <p:cNvPr id="4" name="Slide Number Placeholder 3">
            <a:extLst>
              <a:ext uri="{FF2B5EF4-FFF2-40B4-BE49-F238E27FC236}">
                <a16:creationId xmlns:a16="http://schemas.microsoft.com/office/drawing/2014/main" id="{62CFF1DD-1D6F-395F-02B4-320794C5BCE2}"/>
              </a:ext>
            </a:extLst>
          </p:cNvPr>
          <p:cNvSpPr>
            <a:spLocks noGrp="1"/>
          </p:cNvSpPr>
          <p:nvPr>
            <p:ph type="sldNum" sz="quarter" idx="5"/>
          </p:nvPr>
        </p:nvSpPr>
        <p:spPr/>
        <p:txBody>
          <a:bodyPr/>
          <a:lstStyle/>
          <a:p>
            <a:fld id="{9496C809-6529-4177-9FE8-9B266A549EEB}" type="slidenum">
              <a:rPr lang="en-SG" smtClean="0"/>
              <a:t>38</a:t>
            </a:fld>
            <a:endParaRPr lang="en-SG"/>
          </a:p>
        </p:txBody>
      </p:sp>
    </p:spTree>
    <p:extLst>
      <p:ext uri="{BB962C8B-B14F-4D97-AF65-F5344CB8AC3E}">
        <p14:creationId xmlns:p14="http://schemas.microsoft.com/office/powerpoint/2010/main" val="14235463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What do you think the father ask?</a:t>
            </a:r>
          </a:p>
        </p:txBody>
      </p:sp>
      <p:sp>
        <p:nvSpPr>
          <p:cNvPr id="4" name="Slide Number Placeholder 3"/>
          <p:cNvSpPr>
            <a:spLocks noGrp="1"/>
          </p:cNvSpPr>
          <p:nvPr>
            <p:ph type="sldNum" sz="quarter" idx="5"/>
          </p:nvPr>
        </p:nvSpPr>
        <p:spPr/>
        <p:txBody>
          <a:bodyPr/>
          <a:lstStyle/>
          <a:p>
            <a:fld id="{9496C809-6529-4177-9FE8-9B266A549EEB}" type="slidenum">
              <a:rPr lang="en-SG" smtClean="0"/>
              <a:t>39</a:t>
            </a:fld>
            <a:endParaRPr lang="en-SG"/>
          </a:p>
        </p:txBody>
      </p:sp>
    </p:spTree>
    <p:extLst>
      <p:ext uri="{BB962C8B-B14F-4D97-AF65-F5344CB8AC3E}">
        <p14:creationId xmlns:p14="http://schemas.microsoft.com/office/powerpoint/2010/main" val="268990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He asked those questions to compare his marks with others.</a:t>
            </a:r>
          </a:p>
          <a:p>
            <a:r>
              <a:rPr lang="en-SG" dirty="0"/>
              <a:t>Whether the test is manageable.</a:t>
            </a:r>
          </a:p>
          <a:p>
            <a:endParaRPr lang="en-SG" dirty="0"/>
          </a:p>
          <a:p>
            <a:r>
              <a:rPr lang="en-SG" dirty="0"/>
              <a:t>Asking right questions, means asking questions that the answer can be deduced from the data.</a:t>
            </a:r>
          </a:p>
          <a:p>
            <a:endParaRPr lang="en-SG" dirty="0"/>
          </a:p>
          <a:p>
            <a:r>
              <a:rPr lang="en-SG" dirty="0"/>
              <a:t>You can pause for the students to find the answer.</a:t>
            </a:r>
          </a:p>
          <a:p>
            <a:r>
              <a:rPr lang="en-SG" dirty="0"/>
              <a:t>You can ask them to open the workbook (from LMS) or </a:t>
            </a:r>
            <a:r>
              <a:rPr lang="en-SG" dirty="0" err="1"/>
              <a:t>Classkick</a:t>
            </a:r>
            <a:r>
              <a:rPr lang="en-SG" dirty="0"/>
              <a:t> Worksheet 1</a:t>
            </a:r>
          </a:p>
        </p:txBody>
      </p:sp>
      <p:sp>
        <p:nvSpPr>
          <p:cNvPr id="4" name="Slide Number Placeholder 3"/>
          <p:cNvSpPr>
            <a:spLocks noGrp="1"/>
          </p:cNvSpPr>
          <p:nvPr>
            <p:ph type="sldNum" sz="quarter" idx="5"/>
          </p:nvPr>
        </p:nvSpPr>
        <p:spPr/>
        <p:txBody>
          <a:bodyPr/>
          <a:lstStyle/>
          <a:p>
            <a:fld id="{9496C809-6529-4177-9FE8-9B266A549EEB}" type="slidenum">
              <a:rPr lang="en-SG" smtClean="0"/>
              <a:t>40</a:t>
            </a:fld>
            <a:endParaRPr lang="en-SG"/>
          </a:p>
        </p:txBody>
      </p:sp>
    </p:spTree>
    <p:extLst>
      <p:ext uri="{BB962C8B-B14F-4D97-AF65-F5344CB8AC3E}">
        <p14:creationId xmlns:p14="http://schemas.microsoft.com/office/powerpoint/2010/main" val="1560397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re-emphasize the statistics we are covering</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41</a:t>
            </a:fld>
            <a:endParaRPr lang="en-SG"/>
          </a:p>
        </p:txBody>
      </p:sp>
    </p:spTree>
    <p:extLst>
      <p:ext uri="{BB962C8B-B14F-4D97-AF65-F5344CB8AC3E}">
        <p14:creationId xmlns:p14="http://schemas.microsoft.com/office/powerpoint/2010/main" val="36503705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check from </a:t>
            </a:r>
            <a:r>
              <a:rPr lang="en-US" dirty="0" err="1"/>
              <a:t>ClassKick</a:t>
            </a:r>
            <a:r>
              <a:rPr lang="en-US" dirty="0"/>
              <a:t> for their answer or walk around to check their answers.</a:t>
            </a:r>
          </a:p>
          <a:p>
            <a:endParaRPr lang="en-US" dirty="0"/>
          </a:p>
          <a:p>
            <a:r>
              <a:rPr lang="en-US" dirty="0"/>
              <a:t>You can ask student to download the PDF worksheet, and open the PDF in Edge browser.</a:t>
            </a:r>
          </a:p>
          <a:p>
            <a:r>
              <a:rPr lang="en-US" dirty="0"/>
              <a:t>They can write their answer on it, and later keep a copy.</a:t>
            </a:r>
          </a:p>
          <a:p>
            <a:r>
              <a:rPr lang="en-US" dirty="0"/>
              <a:t>They should create a folder for this subject. A sub-folder for Lab worksheet.</a:t>
            </a:r>
          </a:p>
          <a:p>
            <a:endParaRPr lang="en-SG" dirty="0"/>
          </a:p>
          <a:p>
            <a:r>
              <a:rPr lang="en-SG" dirty="0"/>
              <a:t>You can get the student to show their answer, or explain.</a:t>
            </a:r>
          </a:p>
          <a:p>
            <a:r>
              <a:rPr lang="en-SG" dirty="0"/>
              <a:t>This is also a way for you to check level of understanding for the class.</a:t>
            </a:r>
          </a:p>
          <a:p>
            <a:r>
              <a:rPr lang="en-SG" dirty="0"/>
              <a:t>You can then spent more time on areas that they are clear.</a:t>
            </a:r>
          </a:p>
        </p:txBody>
      </p:sp>
      <p:sp>
        <p:nvSpPr>
          <p:cNvPr id="4" name="Slide Number Placeholder 3"/>
          <p:cNvSpPr>
            <a:spLocks noGrp="1"/>
          </p:cNvSpPr>
          <p:nvPr>
            <p:ph type="sldNum" sz="quarter" idx="5"/>
          </p:nvPr>
        </p:nvSpPr>
        <p:spPr/>
        <p:txBody>
          <a:bodyPr/>
          <a:lstStyle/>
          <a:p>
            <a:fld id="{9496C809-6529-4177-9FE8-9B266A549EEB}" type="slidenum">
              <a:rPr lang="en-SG" smtClean="0"/>
              <a:t>42</a:t>
            </a:fld>
            <a:endParaRPr lang="en-SG"/>
          </a:p>
        </p:txBody>
      </p:sp>
    </p:spTree>
    <p:extLst>
      <p:ext uri="{BB962C8B-B14F-4D97-AF65-F5344CB8AC3E}">
        <p14:creationId xmlns:p14="http://schemas.microsoft.com/office/powerpoint/2010/main" val="41143226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Explain how to find the average mark.  How to interpret the formula.</a:t>
            </a:r>
          </a:p>
          <a:p>
            <a:r>
              <a:rPr lang="en-SG" dirty="0"/>
              <a:t>Student can either use calculator or make use of the Excel function. </a:t>
            </a:r>
          </a:p>
          <a:p>
            <a:r>
              <a:rPr lang="en-SG" dirty="0"/>
              <a:t>But for this subject, we will not test them how to Excel.</a:t>
            </a:r>
          </a:p>
          <a:p>
            <a:r>
              <a:rPr lang="en-SG" dirty="0"/>
              <a:t>We can show that software tools help us to manage large volume of data.</a:t>
            </a:r>
          </a:p>
          <a:p>
            <a:r>
              <a:rPr lang="en-SG" dirty="0"/>
              <a:t>We can compute it manually, but is too tedious for us.</a:t>
            </a:r>
          </a:p>
          <a:p>
            <a:r>
              <a:rPr lang="en-SG" dirty="0"/>
              <a:t>Although software tools give us the answer, but we must know how this answer is derived.</a:t>
            </a:r>
          </a:p>
          <a:p>
            <a:r>
              <a:rPr lang="en-SG" dirty="0"/>
              <a:t>For online test, student will be test on manual calculation.  The data set will be 4 to 5 numbers.</a:t>
            </a:r>
          </a:p>
          <a:p>
            <a:r>
              <a:rPr lang="en-SG" dirty="0"/>
              <a:t>Also, take this opportunity, to explain the symbol used in the formula.</a:t>
            </a:r>
          </a:p>
          <a:p>
            <a:r>
              <a:rPr lang="en-SG" dirty="0"/>
              <a:t>** Student is not familiar with the bar-X symbol </a:t>
            </a:r>
          </a:p>
          <a:p>
            <a:r>
              <a:rPr lang="en-SG" dirty="0"/>
              <a:t>The summation symbol. What it means.</a:t>
            </a:r>
          </a:p>
          <a:p>
            <a:endParaRPr lang="en-SG" dirty="0"/>
          </a:p>
          <a:p>
            <a:r>
              <a:rPr lang="en-SG" dirty="0"/>
              <a:t>$$$ The “show me how” link to a video demonstration of using Excel to calculate the Mean.</a:t>
            </a:r>
          </a:p>
        </p:txBody>
      </p:sp>
      <p:sp>
        <p:nvSpPr>
          <p:cNvPr id="4" name="Slide Number Placeholder 3"/>
          <p:cNvSpPr>
            <a:spLocks noGrp="1"/>
          </p:cNvSpPr>
          <p:nvPr>
            <p:ph type="sldNum" sz="quarter" idx="5"/>
          </p:nvPr>
        </p:nvSpPr>
        <p:spPr/>
        <p:txBody>
          <a:bodyPr/>
          <a:lstStyle/>
          <a:p>
            <a:fld id="{9496C809-6529-4177-9FE8-9B266A549EEB}" type="slidenum">
              <a:rPr lang="en-SG" smtClean="0"/>
              <a:t>43</a:t>
            </a:fld>
            <a:endParaRPr lang="en-SG"/>
          </a:p>
        </p:txBody>
      </p:sp>
    </p:spTree>
    <p:extLst>
      <p:ext uri="{BB962C8B-B14F-4D97-AF65-F5344CB8AC3E}">
        <p14:creationId xmlns:p14="http://schemas.microsoft.com/office/powerpoint/2010/main" val="21574668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SG" dirty="0"/>
              <a:t>his should be easy.</a:t>
            </a:r>
          </a:p>
        </p:txBody>
      </p:sp>
      <p:sp>
        <p:nvSpPr>
          <p:cNvPr id="4" name="Slide Number Placeholder 3"/>
          <p:cNvSpPr>
            <a:spLocks noGrp="1"/>
          </p:cNvSpPr>
          <p:nvPr>
            <p:ph type="sldNum" sz="quarter" idx="5"/>
          </p:nvPr>
        </p:nvSpPr>
        <p:spPr/>
        <p:txBody>
          <a:bodyPr/>
          <a:lstStyle/>
          <a:p>
            <a:fld id="{9496C809-6529-4177-9FE8-9B266A549EEB}" type="slidenum">
              <a:rPr lang="en-SG" smtClean="0"/>
              <a:t>44</a:t>
            </a:fld>
            <a:endParaRPr lang="en-SG"/>
          </a:p>
        </p:txBody>
      </p:sp>
    </p:spTree>
    <p:extLst>
      <p:ext uri="{BB962C8B-B14F-4D97-AF65-F5344CB8AC3E}">
        <p14:creationId xmlns:p14="http://schemas.microsoft.com/office/powerpoint/2010/main" val="37828708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Mean value represent the central of the data.</a:t>
            </a:r>
          </a:p>
          <a:p>
            <a:r>
              <a:rPr lang="en-SG" dirty="0"/>
              <a:t>Another way to measure the central of the data is Median.</a:t>
            </a:r>
          </a:p>
          <a:p>
            <a:endParaRPr lang="en-SG" dirty="0"/>
          </a:p>
          <a:p>
            <a:r>
              <a:rPr lang="en-SG" dirty="0"/>
              <a:t>**Common mistake: Student did not sort the data in ascending order.</a:t>
            </a:r>
          </a:p>
          <a:p>
            <a:endParaRPr lang="en-SG" dirty="0"/>
          </a:p>
          <a:p>
            <a:r>
              <a:rPr lang="en-SG" dirty="0"/>
              <a:t>If the number of rows, or N is even, the centre position will be 12.5. Then, take the average of 12</a:t>
            </a:r>
            <a:r>
              <a:rPr lang="en-SG" baseline="30000" dirty="0"/>
              <a:t>th</a:t>
            </a:r>
            <a:r>
              <a:rPr lang="en-SG" dirty="0"/>
              <a:t> and 13</a:t>
            </a:r>
            <a:r>
              <a:rPr lang="en-SG" baseline="30000" dirty="0"/>
              <a:t>th</a:t>
            </a:r>
            <a:r>
              <a:rPr lang="en-SG" dirty="0"/>
              <a:t> values as the Median.</a:t>
            </a:r>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45</a:t>
            </a:fld>
            <a:endParaRPr lang="en-SG"/>
          </a:p>
        </p:txBody>
      </p:sp>
    </p:spTree>
    <p:extLst>
      <p:ext uri="{BB962C8B-B14F-4D97-AF65-F5344CB8AC3E}">
        <p14:creationId xmlns:p14="http://schemas.microsoft.com/office/powerpoint/2010/main" val="38108681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range is big.  Which mean the marks are widely spread.</a:t>
            </a:r>
          </a:p>
          <a:p>
            <a:r>
              <a:rPr lang="en-SG" dirty="0"/>
              <a:t>As the spread is wide, Median is a better representation.</a:t>
            </a:r>
          </a:p>
        </p:txBody>
      </p:sp>
      <p:sp>
        <p:nvSpPr>
          <p:cNvPr id="4" name="Slide Number Placeholder 3"/>
          <p:cNvSpPr>
            <a:spLocks noGrp="1"/>
          </p:cNvSpPr>
          <p:nvPr>
            <p:ph type="sldNum" sz="quarter" idx="5"/>
          </p:nvPr>
        </p:nvSpPr>
        <p:spPr/>
        <p:txBody>
          <a:bodyPr/>
          <a:lstStyle/>
          <a:p>
            <a:fld id="{9496C809-6529-4177-9FE8-9B266A549EEB}" type="slidenum">
              <a:rPr lang="en-SG" smtClean="0"/>
              <a:t>47</a:t>
            </a:fld>
            <a:endParaRPr lang="en-SG"/>
          </a:p>
        </p:txBody>
      </p:sp>
    </p:spTree>
    <p:extLst>
      <p:ext uri="{BB962C8B-B14F-4D97-AF65-F5344CB8AC3E}">
        <p14:creationId xmlns:p14="http://schemas.microsoft.com/office/powerpoint/2010/main" val="7692230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range is big.  Which mean the marks are widely spread.</a:t>
            </a:r>
          </a:p>
          <a:p>
            <a:r>
              <a:rPr lang="en-SG" dirty="0"/>
              <a:t>Another way to measure spread is measure the Standard Deviation (SD)</a:t>
            </a:r>
          </a:p>
          <a:p>
            <a:endParaRPr lang="en-SG" dirty="0"/>
          </a:p>
          <a:p>
            <a:r>
              <a:rPr lang="en-SG" dirty="0"/>
              <a:t>Wider SD, means the spread is wide.</a:t>
            </a:r>
          </a:p>
          <a:p>
            <a:r>
              <a:rPr lang="en-SG" dirty="0"/>
              <a:t>SD measures the average distance of the values away from the mean.</a:t>
            </a:r>
          </a:p>
        </p:txBody>
      </p:sp>
      <p:sp>
        <p:nvSpPr>
          <p:cNvPr id="4" name="Slide Number Placeholder 3"/>
          <p:cNvSpPr>
            <a:spLocks noGrp="1"/>
          </p:cNvSpPr>
          <p:nvPr>
            <p:ph type="sldNum" sz="quarter" idx="5"/>
          </p:nvPr>
        </p:nvSpPr>
        <p:spPr/>
        <p:txBody>
          <a:bodyPr/>
          <a:lstStyle/>
          <a:p>
            <a:fld id="{9496C809-6529-4177-9FE8-9B266A549EEB}" type="slidenum">
              <a:rPr lang="en-SG" smtClean="0"/>
              <a:t>48</a:t>
            </a:fld>
            <a:endParaRPr lang="en-SG"/>
          </a:p>
        </p:txBody>
      </p:sp>
    </p:spTree>
    <p:extLst>
      <p:ext uri="{BB962C8B-B14F-4D97-AF65-F5344CB8AC3E}">
        <p14:creationId xmlns:p14="http://schemas.microsoft.com/office/powerpoint/2010/main" val="40132804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46C7-6CC9-75D4-8461-0731546514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6E1BA-59E2-740A-A1F1-5C52CC12EE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D142B-A659-245D-3443-46E5677FA5AC}"/>
              </a:ext>
            </a:extLst>
          </p:cNvPr>
          <p:cNvSpPr>
            <a:spLocks noGrp="1"/>
          </p:cNvSpPr>
          <p:nvPr>
            <p:ph type="body" idx="1"/>
          </p:nvPr>
        </p:nvSpPr>
        <p:spPr/>
        <p:txBody>
          <a:bodyPr/>
          <a:lstStyle/>
          <a:p>
            <a:r>
              <a:rPr lang="en-SG" dirty="0"/>
              <a:t>There are 2 formula for calculating Standard Deviation.</a:t>
            </a:r>
          </a:p>
          <a:p>
            <a:r>
              <a:rPr lang="en-SG" dirty="0"/>
              <a:t>One is called Population SD and another is Sample SD.</a:t>
            </a:r>
          </a:p>
          <a:p>
            <a:r>
              <a:rPr lang="en-SG" dirty="0"/>
              <a:t>Sample SD is for small sample size &lt; 30.</a:t>
            </a:r>
          </a:p>
          <a:p>
            <a:endParaRPr lang="en-SG" dirty="0"/>
          </a:p>
          <a:p>
            <a:r>
              <a:rPr lang="en-SG" dirty="0"/>
              <a:t>The keyword is “population” and “sample”.</a:t>
            </a:r>
          </a:p>
          <a:p>
            <a:endParaRPr lang="en-SG" dirty="0"/>
          </a:p>
          <a:p>
            <a:r>
              <a:rPr lang="en-SG" dirty="0"/>
              <a:t>A sample is a subset of a population. </a:t>
            </a:r>
          </a:p>
          <a:p>
            <a:endParaRPr lang="en-SG" dirty="0"/>
          </a:p>
          <a:p>
            <a:r>
              <a:rPr lang="en-SG" dirty="0"/>
              <a:t>Your calculator calculates the Population Standard Deviation.</a:t>
            </a:r>
          </a:p>
          <a:p>
            <a:endParaRPr lang="en-SG" dirty="0"/>
          </a:p>
          <a:p>
            <a:r>
              <a:rPr lang="en-SG" dirty="0"/>
              <a:t>Notice the different symbol use for population mean and sample mean, and also the population standard deviation and sample standard deviation.</a:t>
            </a:r>
          </a:p>
          <a:p>
            <a:endParaRPr lang="en-SG" dirty="0"/>
          </a:p>
          <a:p>
            <a:r>
              <a:rPr lang="en-SG" dirty="0"/>
              <a:t>##Explain the square of difference in the formula.  That was explained in the previous slide.  Hope this will help the students to understand the meaning of SD.</a:t>
            </a:r>
          </a:p>
          <a:p>
            <a:r>
              <a:rPr lang="en-SG" dirty="0"/>
              <a:t>For online test, they can use calculator to calculate the SD. But they need to find out how.  If not, formula will be given.  </a:t>
            </a:r>
          </a:p>
        </p:txBody>
      </p:sp>
      <p:sp>
        <p:nvSpPr>
          <p:cNvPr id="4" name="Slide Number Placeholder 3">
            <a:extLst>
              <a:ext uri="{FF2B5EF4-FFF2-40B4-BE49-F238E27FC236}">
                <a16:creationId xmlns:a16="http://schemas.microsoft.com/office/drawing/2014/main" id="{64EE10DF-A366-FBE1-DF97-F5AE5E27F1BC}"/>
              </a:ext>
            </a:extLst>
          </p:cNvPr>
          <p:cNvSpPr>
            <a:spLocks noGrp="1"/>
          </p:cNvSpPr>
          <p:nvPr>
            <p:ph type="sldNum" sz="quarter" idx="5"/>
          </p:nvPr>
        </p:nvSpPr>
        <p:spPr/>
        <p:txBody>
          <a:bodyPr/>
          <a:lstStyle/>
          <a:p>
            <a:fld id="{45CD2497-1C62-4362-B4BD-B9681C28C303}" type="slidenum">
              <a:rPr lang="en-SG" smtClean="0"/>
              <a:t>49</a:t>
            </a:fld>
            <a:endParaRPr lang="en-SG"/>
          </a:p>
        </p:txBody>
      </p:sp>
    </p:spTree>
    <p:extLst>
      <p:ext uri="{BB962C8B-B14F-4D97-AF65-F5344CB8AC3E}">
        <p14:creationId xmlns:p14="http://schemas.microsoft.com/office/powerpoint/2010/main" val="2362787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computation of differences.</a:t>
            </a:r>
          </a:p>
          <a:p>
            <a:r>
              <a:rPr lang="en-US" dirty="0"/>
              <a:t>Comparing all data points with the average marks.</a:t>
            </a:r>
          </a:p>
          <a:p>
            <a:r>
              <a:rPr lang="en-US" dirty="0"/>
              <a:t>Some are far, and some are near.</a:t>
            </a:r>
            <a:endParaRPr lang="en-SG" dirty="0"/>
          </a:p>
          <a:p>
            <a:r>
              <a:rPr lang="en-SG" dirty="0"/>
              <a:t>Calculate the difference between the data points and the average marks.</a:t>
            </a:r>
          </a:p>
          <a:p>
            <a:r>
              <a:rPr lang="en-SG" dirty="0"/>
              <a:t>Average marks is fixed.</a:t>
            </a:r>
          </a:p>
          <a:p>
            <a:r>
              <a:rPr lang="en-SG" dirty="0"/>
              <a:t>There will be negative values for data points lower than average marks.  So, we will square all the differences.</a:t>
            </a:r>
          </a:p>
          <a:p>
            <a:r>
              <a:rPr lang="en-SG" dirty="0"/>
              <a:t>This will give the average of the differences.</a:t>
            </a:r>
            <a:endParaRPr lang="en-US" dirty="0"/>
          </a:p>
        </p:txBody>
      </p:sp>
      <p:sp>
        <p:nvSpPr>
          <p:cNvPr id="4" name="Slide Number Placeholder 3"/>
          <p:cNvSpPr>
            <a:spLocks noGrp="1"/>
          </p:cNvSpPr>
          <p:nvPr>
            <p:ph type="sldNum" sz="quarter" idx="5"/>
          </p:nvPr>
        </p:nvSpPr>
        <p:spPr/>
        <p:txBody>
          <a:bodyPr/>
          <a:lstStyle/>
          <a:p>
            <a:fld id="{9496C809-6529-4177-9FE8-9B266A549EEB}" type="slidenum">
              <a:rPr lang="en-SG" smtClean="0"/>
              <a:t>50</a:t>
            </a:fld>
            <a:endParaRPr lang="en-SG"/>
          </a:p>
        </p:txBody>
      </p:sp>
    </p:spTree>
    <p:extLst>
      <p:ext uri="{BB962C8B-B14F-4D97-AF65-F5344CB8AC3E}">
        <p14:creationId xmlns:p14="http://schemas.microsoft.com/office/powerpoint/2010/main" val="7654521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51</a:t>
            </a:fld>
            <a:endParaRPr lang="en-SG"/>
          </a:p>
        </p:txBody>
      </p:sp>
    </p:spTree>
    <p:extLst>
      <p:ext uri="{BB962C8B-B14F-4D97-AF65-F5344CB8AC3E}">
        <p14:creationId xmlns:p14="http://schemas.microsoft.com/office/powerpoint/2010/main" val="12803500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shows how the formula is used to calculate the SD.</a:t>
            </a:r>
          </a:p>
          <a:p>
            <a:endParaRPr lang="en-SG" dirty="0"/>
          </a:p>
          <a:p>
            <a:r>
              <a:rPr lang="en-SG" dirty="0"/>
              <a:t>(Show me how in Excel) – will launch Panopto video that demonstrate how software tools can help in productivity.</a:t>
            </a:r>
          </a:p>
        </p:txBody>
      </p:sp>
      <p:sp>
        <p:nvSpPr>
          <p:cNvPr id="4" name="Slide Number Placeholder 3"/>
          <p:cNvSpPr>
            <a:spLocks noGrp="1"/>
          </p:cNvSpPr>
          <p:nvPr>
            <p:ph type="sldNum" sz="quarter" idx="5"/>
          </p:nvPr>
        </p:nvSpPr>
        <p:spPr/>
        <p:txBody>
          <a:bodyPr/>
          <a:lstStyle/>
          <a:p>
            <a:fld id="{9496C809-6529-4177-9FE8-9B266A549EEB}" type="slidenum">
              <a:rPr lang="en-SG" smtClean="0"/>
              <a:t>52</a:t>
            </a:fld>
            <a:endParaRPr lang="en-SG"/>
          </a:p>
        </p:txBody>
      </p:sp>
    </p:spTree>
    <p:extLst>
      <p:ext uri="{BB962C8B-B14F-4D97-AF65-F5344CB8AC3E}">
        <p14:creationId xmlns:p14="http://schemas.microsoft.com/office/powerpoint/2010/main" val="3072644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53</a:t>
            </a:fld>
            <a:endParaRPr lang="en-SG"/>
          </a:p>
        </p:txBody>
      </p:sp>
    </p:spTree>
    <p:extLst>
      <p:ext uri="{BB962C8B-B14F-4D97-AF65-F5344CB8AC3E}">
        <p14:creationId xmlns:p14="http://schemas.microsoft.com/office/powerpoint/2010/main" val="24981582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 is used to measure the spread with reference to Mean.</a:t>
            </a:r>
          </a:p>
          <a:p>
            <a:endParaRPr lang="en-US" dirty="0"/>
          </a:p>
          <a:p>
            <a:r>
              <a:rPr lang="en-US" dirty="0"/>
              <a:t>There is another statistics called Interquartile Range or IQR.</a:t>
            </a:r>
          </a:p>
          <a:p>
            <a:r>
              <a:rPr lang="en-US" dirty="0"/>
              <a:t>This is the measure of spread in respect to the Median.</a:t>
            </a:r>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54</a:t>
            </a:fld>
            <a:endParaRPr lang="en-SG"/>
          </a:p>
        </p:txBody>
      </p:sp>
    </p:spTree>
    <p:extLst>
      <p:ext uri="{BB962C8B-B14F-4D97-AF65-F5344CB8AC3E}">
        <p14:creationId xmlns:p14="http://schemas.microsoft.com/office/powerpoint/2010/main" val="37568364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We can divide a data set into 4 quadrants.</a:t>
            </a:r>
          </a:p>
          <a:p>
            <a:r>
              <a:rPr lang="en-SG" dirty="0"/>
              <a:t>First 25% of the data is Quadrant 1</a:t>
            </a:r>
          </a:p>
          <a:p>
            <a:r>
              <a:rPr lang="en-SG" dirty="0"/>
              <a:t>50% of the data is Median (or Quadrant 2)</a:t>
            </a:r>
          </a:p>
          <a:p>
            <a:r>
              <a:rPr lang="en-SG" dirty="0"/>
              <a:t>The first 75% of the data is Quadrant 3.</a:t>
            </a:r>
          </a:p>
          <a:p>
            <a:r>
              <a:rPr lang="en-SG" dirty="0"/>
              <a:t>IQR is the measure of the range between Quadrant 3 and Quadrant 1.</a:t>
            </a:r>
          </a:p>
          <a:p>
            <a:endParaRPr lang="en-SG" dirty="0"/>
          </a:p>
          <a:p>
            <a:r>
              <a:rPr lang="en-SG" dirty="0"/>
              <a:t>Another name will be Quartile 1 (25</a:t>
            </a:r>
            <a:r>
              <a:rPr lang="en-SG" baseline="30000" dirty="0"/>
              <a:t>th</a:t>
            </a:r>
            <a:r>
              <a:rPr lang="en-SG" dirty="0"/>
              <a:t> percentile), Quartile 3 (75</a:t>
            </a:r>
            <a:r>
              <a:rPr lang="en-SG" baseline="30000" dirty="0"/>
              <a:t>th</a:t>
            </a:r>
            <a:r>
              <a:rPr lang="en-SG" dirty="0"/>
              <a:t> Percentile)</a:t>
            </a:r>
          </a:p>
        </p:txBody>
      </p:sp>
      <p:sp>
        <p:nvSpPr>
          <p:cNvPr id="4" name="Slide Number Placeholder 3"/>
          <p:cNvSpPr>
            <a:spLocks noGrp="1"/>
          </p:cNvSpPr>
          <p:nvPr>
            <p:ph type="sldNum" sz="quarter" idx="5"/>
          </p:nvPr>
        </p:nvSpPr>
        <p:spPr/>
        <p:txBody>
          <a:bodyPr/>
          <a:lstStyle/>
          <a:p>
            <a:fld id="{9496C809-6529-4177-9FE8-9B266A549EEB}" type="slidenum">
              <a:rPr lang="en-SG" smtClean="0"/>
              <a:t>55</a:t>
            </a:fld>
            <a:endParaRPr lang="en-SG"/>
          </a:p>
        </p:txBody>
      </p:sp>
    </p:spTree>
    <p:extLst>
      <p:ext uri="{BB962C8B-B14F-4D97-AF65-F5344CB8AC3E}">
        <p14:creationId xmlns:p14="http://schemas.microsoft.com/office/powerpoint/2010/main" val="4799423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We can divide our data set into 4 quarters.</a:t>
            </a:r>
          </a:p>
          <a:p>
            <a:r>
              <a:rPr lang="en-SG" dirty="0"/>
              <a:t>Each quartile represent 25%.</a:t>
            </a:r>
          </a:p>
          <a:p>
            <a:endParaRPr lang="en-SG" dirty="0"/>
          </a:p>
          <a:p>
            <a:r>
              <a:rPr lang="en-SG" dirty="0"/>
              <a:t>How to find Quartile 1? The lower quartile.</a:t>
            </a:r>
          </a:p>
          <a:p>
            <a:r>
              <a:rPr lang="en-SG" dirty="0"/>
              <a:t>0.25 * (25+1) = 6.5 So, is average of 6</a:t>
            </a:r>
            <a:r>
              <a:rPr lang="en-SG" baseline="30000" dirty="0"/>
              <a:t>th</a:t>
            </a:r>
            <a:r>
              <a:rPr lang="en-SG" dirty="0"/>
              <a:t> and 7</a:t>
            </a:r>
            <a:r>
              <a:rPr lang="en-SG" baseline="30000" dirty="0"/>
              <a:t>th</a:t>
            </a:r>
            <a:r>
              <a:rPr lang="en-SG" dirty="0"/>
              <a:t> values.</a:t>
            </a:r>
          </a:p>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56</a:t>
            </a:fld>
            <a:endParaRPr lang="en-SG"/>
          </a:p>
        </p:txBody>
      </p:sp>
    </p:spTree>
    <p:extLst>
      <p:ext uri="{BB962C8B-B14F-4D97-AF65-F5344CB8AC3E}">
        <p14:creationId xmlns:p14="http://schemas.microsoft.com/office/powerpoint/2010/main" val="28490746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How to determine Quartile 3? The upper quartile</a:t>
            </a:r>
          </a:p>
          <a:p>
            <a:r>
              <a:rPr lang="en-SG" dirty="0"/>
              <a:t>0.75 * (25+1) = 19.5</a:t>
            </a:r>
          </a:p>
          <a:p>
            <a:r>
              <a:rPr lang="en-SG" dirty="0"/>
              <a:t>So the values is the average of 19</a:t>
            </a:r>
            <a:r>
              <a:rPr lang="en-SG" baseline="30000" dirty="0"/>
              <a:t>th</a:t>
            </a:r>
            <a:r>
              <a:rPr lang="en-SG" dirty="0"/>
              <a:t> and 20</a:t>
            </a:r>
            <a:r>
              <a:rPr lang="en-SG" baseline="30000" dirty="0"/>
              <a:t>th</a:t>
            </a:r>
            <a:r>
              <a:rPr lang="en-SG" dirty="0"/>
              <a:t> </a:t>
            </a:r>
          </a:p>
          <a:p>
            <a:endParaRPr lang="en-SG" dirty="0"/>
          </a:p>
          <a:p>
            <a:r>
              <a:rPr lang="en-SG" dirty="0"/>
              <a:t>The Percentile shows how well a student do compare with the others.</a:t>
            </a:r>
          </a:p>
          <a:p>
            <a:r>
              <a:rPr lang="en-SG" dirty="0"/>
              <a:t>So, how well did Sam do? Describe.</a:t>
            </a:r>
          </a:p>
        </p:txBody>
      </p:sp>
      <p:sp>
        <p:nvSpPr>
          <p:cNvPr id="4" name="Slide Number Placeholder 3"/>
          <p:cNvSpPr>
            <a:spLocks noGrp="1"/>
          </p:cNvSpPr>
          <p:nvPr>
            <p:ph type="sldNum" sz="quarter" idx="5"/>
          </p:nvPr>
        </p:nvSpPr>
        <p:spPr/>
        <p:txBody>
          <a:bodyPr/>
          <a:lstStyle/>
          <a:p>
            <a:fld id="{9496C809-6529-4177-9FE8-9B266A549EEB}" type="slidenum">
              <a:rPr lang="en-SG" smtClean="0"/>
              <a:t>57</a:t>
            </a:fld>
            <a:endParaRPr lang="en-SG"/>
          </a:p>
        </p:txBody>
      </p:sp>
    </p:spTree>
    <p:extLst>
      <p:ext uri="{BB962C8B-B14F-4D97-AF65-F5344CB8AC3E}">
        <p14:creationId xmlns:p14="http://schemas.microsoft.com/office/powerpoint/2010/main" val="6479482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IQR shows 35 marks between 75</a:t>
            </a:r>
            <a:r>
              <a:rPr lang="en-SG" baseline="30000" dirty="0"/>
              <a:t>th</a:t>
            </a:r>
            <a:r>
              <a:rPr lang="en-SG" dirty="0"/>
              <a:t> and 25</a:t>
            </a:r>
            <a:r>
              <a:rPr lang="en-SG" baseline="30000" dirty="0"/>
              <a:t>th</a:t>
            </a:r>
            <a:r>
              <a:rPr lang="en-SG" dirty="0"/>
              <a:t> percentile.</a:t>
            </a:r>
          </a:p>
        </p:txBody>
      </p:sp>
      <p:sp>
        <p:nvSpPr>
          <p:cNvPr id="4" name="Slide Number Placeholder 3"/>
          <p:cNvSpPr>
            <a:spLocks noGrp="1"/>
          </p:cNvSpPr>
          <p:nvPr>
            <p:ph type="sldNum" sz="quarter" idx="5"/>
          </p:nvPr>
        </p:nvSpPr>
        <p:spPr/>
        <p:txBody>
          <a:bodyPr/>
          <a:lstStyle/>
          <a:p>
            <a:fld id="{9496C809-6529-4177-9FE8-9B266A549EEB}" type="slidenum">
              <a:rPr lang="en-SG" smtClean="0"/>
              <a:t>58</a:t>
            </a:fld>
            <a:endParaRPr lang="en-SG"/>
          </a:p>
        </p:txBody>
      </p:sp>
    </p:spTree>
    <p:extLst>
      <p:ext uri="{BB962C8B-B14F-4D97-AF65-F5344CB8AC3E}">
        <p14:creationId xmlns:p14="http://schemas.microsoft.com/office/powerpoint/2010/main" val="25495056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range is big.  Which mean the marks are widely spread.</a:t>
            </a:r>
          </a:p>
          <a:p>
            <a:r>
              <a:rPr lang="en-SG" dirty="0"/>
              <a:t>As the spread is wide, Median is a better representation.</a:t>
            </a:r>
          </a:p>
        </p:txBody>
      </p:sp>
      <p:sp>
        <p:nvSpPr>
          <p:cNvPr id="4" name="Slide Number Placeholder 3"/>
          <p:cNvSpPr>
            <a:spLocks noGrp="1"/>
          </p:cNvSpPr>
          <p:nvPr>
            <p:ph type="sldNum" sz="quarter" idx="5"/>
          </p:nvPr>
        </p:nvSpPr>
        <p:spPr/>
        <p:txBody>
          <a:bodyPr/>
          <a:lstStyle/>
          <a:p>
            <a:fld id="{9496C809-6529-4177-9FE8-9B266A549EEB}" type="slidenum">
              <a:rPr lang="en-SG" smtClean="0"/>
              <a:t>59</a:t>
            </a:fld>
            <a:endParaRPr lang="en-SG"/>
          </a:p>
        </p:txBody>
      </p:sp>
    </p:spTree>
    <p:extLst>
      <p:ext uri="{BB962C8B-B14F-4D97-AF65-F5344CB8AC3E}">
        <p14:creationId xmlns:p14="http://schemas.microsoft.com/office/powerpoint/2010/main" val="15091412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If the data set contains extremely large and extremely small values, the average will be affected.</a:t>
            </a:r>
          </a:p>
          <a:p>
            <a:endParaRPr lang="en-SG" dirty="0"/>
          </a:p>
          <a:p>
            <a:r>
              <a:rPr lang="en-SG" dirty="0"/>
              <a:t>But, if we use Median, it is not affected by extremely large or extremely small value.</a:t>
            </a:r>
          </a:p>
          <a:p>
            <a:endParaRPr lang="en-SG" dirty="0"/>
          </a:p>
          <a:p>
            <a:r>
              <a:rPr lang="en-SG" dirty="0"/>
              <a:t>Previous activity, we notice Polyclinic waiting time is presented as Median.</a:t>
            </a:r>
          </a:p>
          <a:p>
            <a:r>
              <a:rPr lang="en-SG" dirty="0"/>
              <a:t>Mean value will be mis-leading if one or two patient waited for very long.</a:t>
            </a:r>
          </a:p>
        </p:txBody>
      </p:sp>
      <p:sp>
        <p:nvSpPr>
          <p:cNvPr id="4" name="Slide Number Placeholder 3"/>
          <p:cNvSpPr>
            <a:spLocks noGrp="1"/>
          </p:cNvSpPr>
          <p:nvPr>
            <p:ph type="sldNum" sz="quarter" idx="5"/>
          </p:nvPr>
        </p:nvSpPr>
        <p:spPr/>
        <p:txBody>
          <a:bodyPr/>
          <a:lstStyle/>
          <a:p>
            <a:fld id="{9496C809-6529-4177-9FE8-9B266A549EEB}" type="slidenum">
              <a:rPr lang="en-SG" smtClean="0"/>
              <a:t>60</a:t>
            </a:fld>
            <a:endParaRPr lang="en-SG"/>
          </a:p>
        </p:txBody>
      </p:sp>
    </p:spTree>
    <p:extLst>
      <p:ext uri="{BB962C8B-B14F-4D97-AF65-F5344CB8AC3E}">
        <p14:creationId xmlns:p14="http://schemas.microsoft.com/office/powerpoint/2010/main" val="12541524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496C809-6529-4177-9FE8-9B266A549EEB}" type="slidenum">
              <a:rPr lang="en-SG" smtClean="0"/>
              <a:t>61</a:t>
            </a:fld>
            <a:endParaRPr lang="en-SG"/>
          </a:p>
        </p:txBody>
      </p:sp>
    </p:spTree>
    <p:extLst>
      <p:ext uri="{BB962C8B-B14F-4D97-AF65-F5344CB8AC3E}">
        <p14:creationId xmlns:p14="http://schemas.microsoft.com/office/powerpoint/2010/main" val="24904850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Read the learning materials.  Do self-assessment</a:t>
            </a:r>
          </a:p>
        </p:txBody>
      </p:sp>
      <p:sp>
        <p:nvSpPr>
          <p:cNvPr id="4" name="Slide Number Placeholder 3"/>
          <p:cNvSpPr>
            <a:spLocks noGrp="1"/>
          </p:cNvSpPr>
          <p:nvPr>
            <p:ph type="sldNum" sz="quarter" idx="5"/>
          </p:nvPr>
        </p:nvSpPr>
        <p:spPr/>
        <p:txBody>
          <a:bodyPr/>
          <a:lstStyle/>
          <a:p>
            <a:fld id="{9496C809-6529-4177-9FE8-9B266A549EEB}" type="slidenum">
              <a:rPr lang="en-SG" smtClean="0"/>
              <a:t>62</a:t>
            </a:fld>
            <a:endParaRPr lang="en-SG"/>
          </a:p>
        </p:txBody>
      </p:sp>
    </p:spTree>
    <p:extLst>
      <p:ext uri="{BB962C8B-B14F-4D97-AF65-F5344CB8AC3E}">
        <p14:creationId xmlns:p14="http://schemas.microsoft.com/office/powerpoint/2010/main" val="419313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9.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5.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7.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9.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0.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5.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6.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7.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8.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9.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0.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pPr algn="l"/>
            <a:fld id="{0DCFB061-4267-4D9F-8017-6F550D3068DF}" type="datetime1">
              <a:rPr lang="en-US" smtClean="0"/>
              <a:t>24/04/2025</a:t>
            </a:fld>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pPr algn="l"/>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140910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3241900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942814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884825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4003190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1440873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189268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94278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752659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855600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3104486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4807159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703726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474648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224213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322624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1970844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4863013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0763061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37460776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320005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5868458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42197324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32600942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0234317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4003822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35584687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13041615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34147031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11701071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8138875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fld id="{29CABC0C-B6DF-45E9-B954-11C99AA62C3E}" type="datetime1">
              <a:rPr lang="en-US" smtClean="0"/>
              <a:t>24/04/2025</a:t>
            </a:fld>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89535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B71B9-2624-4F21-93EE-35A78B1A0DAD}" type="datetime1">
              <a:rPr lang="en-US" smtClean="0"/>
              <a:t>24/04/2025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dirty="0"/>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600329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7C2A-BE2E-4840-A907-3254E2916C96}" type="datetime1">
              <a:rPr lang="en-US" smtClean="0"/>
              <a:t>24/04/2025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dirty="0"/>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9069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24/04/2025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Tree>
    <p:custDataLst>
      <p:tags r:id="rId1"/>
    </p:custDataLst>
    <p:extLst>
      <p:ext uri="{BB962C8B-B14F-4D97-AF65-F5344CB8AC3E}">
        <p14:creationId xmlns:p14="http://schemas.microsoft.com/office/powerpoint/2010/main" val="26212370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2731601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blank" preserve="1">
  <p:cSld name="49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2507736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48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324467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47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9440614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46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465896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blank" preserve="1">
  <p:cSld name="45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6592080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44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887684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blank" preserve="1">
  <p:cSld name="43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571292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42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054822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41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511050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40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777803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39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029863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38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4565698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37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962142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blank" preserve="1">
  <p:cSld name="36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698686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35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101395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34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710714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33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986100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reserve="1">
  <p:cSld name="32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867151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31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8395500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blank" preserve="1">
  <p:cSld name="30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402897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29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1831292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blank" preserve="1">
  <p:cSld name="28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21116131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blank" preserve="1">
  <p:cSld name="27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756041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blank" preserve="1">
  <p:cSld name="26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0355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blank" preserve="1">
  <p:cSld name="25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5234623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587552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53657838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22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478173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21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667589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blank" preserve="1">
  <p:cSld name="20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6300735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blank" preserve="1">
  <p:cSld name="19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7825048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blank" preserve="1">
  <p:cSld name="18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5845095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blank" preserve="1">
  <p:cSld name="17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58980828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blank" preserve="1">
  <p:cSld name="16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62954417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blank" preserve="1">
  <p:cSld name="15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671696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blank" preserve="1">
  <p:cSld name="14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603322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13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8163815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blank" preserve="1">
  <p:cSld name="12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5863175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blank" preserve="1">
  <p:cSld name="11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8204284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blank" preserve="1">
  <p:cSld name="10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5817847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blank" preserve="1">
  <p:cSld name="9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05808826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blank" preserve="1">
  <p:cSld name="8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0195241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7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4869175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blank" preserve="1">
  <p:cSld name="6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067129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blank" preserve="1">
  <p:cSld name="5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796766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blank" preserve="1">
  <p:cSld name="4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718192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3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2329018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2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9479523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blank" preserve="1">
  <p:cSld name="1_Blank">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7C6A8-A881-4FDA-BFD9-2C55694D414E}"/>
              </a:ext>
            </a:extLst>
          </p:cNvPr>
          <p:cNvSpPr/>
          <p:nvPr userDrawn="1"/>
        </p:nvSpPr>
        <p:spPr>
          <a:xfrm>
            <a:off x="-149087" y="6309360"/>
            <a:ext cx="12582939" cy="6480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24/04/2025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pic>
        <p:nvPicPr>
          <p:cNvPr id="8" name="Picture 2">
            <a:extLst>
              <a:ext uri="{FF2B5EF4-FFF2-40B4-BE49-F238E27FC236}">
                <a16:creationId xmlns:a16="http://schemas.microsoft.com/office/drawing/2014/main" id="{E92249E0-5AE4-4636-A295-A81495B1FA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53751290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fld id="{61A2E4C8-2960-4ADD-862C-4D9643CB15AC}" type="datetime1">
              <a:rPr lang="en-US" smtClean="0"/>
              <a:t>24/04/2025</a:t>
            </a:fld>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06271269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fld id="{48BDEA15-09CD-4275-A8E0-385C965F48B0}" type="datetime1">
              <a:rPr lang="en-US" smtClean="0"/>
              <a:t>24/04/2025</a:t>
            </a:fld>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Tree>
    <p:extLst>
      <p:ext uri="{BB962C8B-B14F-4D97-AF65-F5344CB8AC3E}">
        <p14:creationId xmlns:p14="http://schemas.microsoft.com/office/powerpoint/2010/main" val="322766457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1BC61-5547-4A60-8DA1-6699760D9972}" type="datetime1">
              <a:rPr lang="en-US" smtClean="0"/>
              <a:t>24/04/2025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6548117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24B9D1C6-60D0-4CD1-8F31-F912522EB041}" type="datetime1">
              <a:rPr lang="en-US" smtClean="0"/>
              <a:t>24/04/2025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dirty="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409851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theme" Target="../theme/theme1.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image" Target="../media/image1.png"/><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fld id="{4AF8082C-0922-4249-A612-B415F5231620}" type="datetime1">
              <a:rPr lang="en-US" smtClean="0"/>
              <a:t>24/04/2025</a:t>
            </a:fld>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1212121"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a:extLst>
              <a:ext uri="{FF2B5EF4-FFF2-40B4-BE49-F238E27FC236}">
                <a16:creationId xmlns:a16="http://schemas.microsoft.com/office/drawing/2014/main" id="{07073495-3652-4942-8925-25670E318139}"/>
              </a:ext>
            </a:extLst>
          </p:cNvPr>
          <p:cNvPicPr>
            <a:picLocks noChangeAspect="1" noChangeArrowheads="1"/>
          </p:cNvPicPr>
          <p:nvPr userDrawn="1"/>
        </p:nvPicPr>
        <p:blipFill>
          <a:blip r:embed="rId92">
            <a:extLst>
              <a:ext uri="{28A0092B-C50C-407E-A947-70E740481C1C}">
                <a14:useLocalDpi xmlns:a14="http://schemas.microsoft.com/office/drawing/2010/main" val="0"/>
              </a:ext>
            </a:extLst>
          </a:blip>
          <a:srcRect/>
          <a:stretch>
            <a:fillRect/>
          </a:stretch>
        </p:blipFill>
        <p:spPr bwMode="auto">
          <a:xfrm>
            <a:off x="8610600" y="6432709"/>
            <a:ext cx="2743200" cy="3323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91"/>
    </p:custDataLst>
    <p:extLst>
      <p:ext uri="{BB962C8B-B14F-4D97-AF65-F5344CB8AC3E}">
        <p14:creationId xmlns:p14="http://schemas.microsoft.com/office/powerpoint/2010/main" val="2189043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745" r:id="rId3"/>
    <p:sldLayoutId id="2147483743" r:id="rId4"/>
    <p:sldLayoutId id="2147483742" r:id="rId5"/>
    <p:sldLayoutId id="2147483741" r:id="rId6"/>
    <p:sldLayoutId id="2147483740" r:id="rId7"/>
    <p:sldLayoutId id="2147483739" r:id="rId8"/>
    <p:sldLayoutId id="2147483733" r:id="rId9"/>
    <p:sldLayoutId id="2147483731" r:id="rId10"/>
    <p:sldLayoutId id="2147483730" r:id="rId11"/>
    <p:sldLayoutId id="2147483729" r:id="rId12"/>
    <p:sldLayoutId id="2147483728" r:id="rId13"/>
    <p:sldLayoutId id="2147483727" r:id="rId14"/>
    <p:sldLayoutId id="2147483722" r:id="rId15"/>
    <p:sldLayoutId id="2147483720" r:id="rId16"/>
    <p:sldLayoutId id="2147483719" r:id="rId17"/>
    <p:sldLayoutId id="2147483718" r:id="rId18"/>
    <p:sldLayoutId id="2147483717" r:id="rId19"/>
    <p:sldLayoutId id="2147483716" r:id="rId20"/>
    <p:sldLayoutId id="2147483704" r:id="rId21"/>
    <p:sldLayoutId id="2147483702" r:id="rId22"/>
    <p:sldLayoutId id="2147483701" r:id="rId23"/>
    <p:sldLayoutId id="2147483700" r:id="rId24"/>
    <p:sldLayoutId id="2147483699" r:id="rId25"/>
    <p:sldLayoutId id="2147483698" r:id="rId26"/>
    <p:sldLayoutId id="2147483697" r:id="rId27"/>
    <p:sldLayoutId id="2147483675" r:id="rId28"/>
    <p:sldLayoutId id="2147483674" r:id="rId29"/>
    <p:sldLayoutId id="2147483673" r:id="rId30"/>
    <p:sldLayoutId id="2147483672" r:id="rId31"/>
    <p:sldLayoutId id="2147483669" r:id="rId32"/>
    <p:sldLayoutId id="2147483668" r:id="rId33"/>
    <p:sldLayoutId id="2147483667" r:id="rId34"/>
    <p:sldLayoutId id="2147483666" r:id="rId35"/>
    <p:sldLayoutId id="2147483665" r:id="rId36"/>
    <p:sldLayoutId id="2147483749" r:id="rId37"/>
    <p:sldLayoutId id="2147483748" r:id="rId38"/>
    <p:sldLayoutId id="2147483747" r:id="rId39"/>
    <p:sldLayoutId id="2147483746" r:id="rId40"/>
    <p:sldLayoutId id="2147483744" r:id="rId41"/>
    <p:sldLayoutId id="2147483738" r:id="rId42"/>
    <p:sldLayoutId id="2147483737" r:id="rId43"/>
    <p:sldLayoutId id="2147483736" r:id="rId44"/>
    <p:sldLayoutId id="2147483735" r:id="rId45"/>
    <p:sldLayoutId id="2147483734" r:id="rId46"/>
    <p:sldLayoutId id="2147483732" r:id="rId47"/>
    <p:sldLayoutId id="2147483726" r:id="rId48"/>
    <p:sldLayoutId id="2147483725" r:id="rId49"/>
    <p:sldLayoutId id="2147483724" r:id="rId50"/>
    <p:sldLayoutId id="2147483723" r:id="rId51"/>
    <p:sldLayoutId id="2147483721" r:id="rId52"/>
    <p:sldLayoutId id="2147483715" r:id="rId53"/>
    <p:sldLayoutId id="2147483714" r:id="rId54"/>
    <p:sldLayoutId id="2147483713" r:id="rId55"/>
    <p:sldLayoutId id="2147483712" r:id="rId56"/>
    <p:sldLayoutId id="2147483711" r:id="rId57"/>
    <p:sldLayoutId id="2147483710" r:id="rId58"/>
    <p:sldLayoutId id="2147483709" r:id="rId59"/>
    <p:sldLayoutId id="2147483708" r:id="rId60"/>
    <p:sldLayoutId id="2147483707" r:id="rId61"/>
    <p:sldLayoutId id="2147483706" r:id="rId62"/>
    <p:sldLayoutId id="2147483705" r:id="rId63"/>
    <p:sldLayoutId id="2147483703" r:id="rId64"/>
    <p:sldLayoutId id="2147483696" r:id="rId65"/>
    <p:sldLayoutId id="2147483695" r:id="rId66"/>
    <p:sldLayoutId id="2147483694" r:id="rId67"/>
    <p:sldLayoutId id="2147483693" r:id="rId68"/>
    <p:sldLayoutId id="2147483692" r:id="rId69"/>
    <p:sldLayoutId id="2147483691" r:id="rId70"/>
    <p:sldLayoutId id="2147483690" r:id="rId71"/>
    <p:sldLayoutId id="2147483689" r:id="rId72"/>
    <p:sldLayoutId id="2147483688" r:id="rId73"/>
    <p:sldLayoutId id="2147483687" r:id="rId74"/>
    <p:sldLayoutId id="2147483686" r:id="rId75"/>
    <p:sldLayoutId id="2147483685" r:id="rId76"/>
    <p:sldLayoutId id="2147483684" r:id="rId77"/>
    <p:sldLayoutId id="2147483683" r:id="rId78"/>
    <p:sldLayoutId id="2147483682" r:id="rId79"/>
    <p:sldLayoutId id="2147483681" r:id="rId80"/>
    <p:sldLayoutId id="2147483680" r:id="rId81"/>
    <p:sldLayoutId id="2147483679" r:id="rId82"/>
    <p:sldLayoutId id="2147483678" r:id="rId83"/>
    <p:sldLayoutId id="2147483677" r:id="rId84"/>
    <p:sldLayoutId id="2147483676" r:id="rId85"/>
    <p:sldLayoutId id="2147483664" r:id="rId86"/>
    <p:sldLayoutId id="2147483663" r:id="rId87"/>
    <p:sldLayoutId id="2147483662" r:id="rId88"/>
    <p:sldLayoutId id="2147483661" r:id="rId89"/>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8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8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4.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8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6.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8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7.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90.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x8HxxVbSvS8?feature=oembed" TargetMode="External"/><Relationship Id="rId5" Type="http://schemas.openxmlformats.org/officeDocument/2006/relationships/hyperlink" Target="https://youtu.be/x8HxxVbSvS8?si=up357IGvm1v973Yyy" TargetMode="Externa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9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9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98.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2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20.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100.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21.xml"/><Relationship Id="rId7" Type="http://schemas.openxmlformats.org/officeDocument/2006/relationships/diagramColors" Target="../diagrams/colors5.xml"/><Relationship Id="rId2" Type="http://schemas.openxmlformats.org/officeDocument/2006/relationships/slideLayout" Target="../slideLayouts/slideLayout36.xml"/><Relationship Id="rId1" Type="http://schemas.openxmlformats.org/officeDocument/2006/relationships/tags" Target="../tags/tag10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9" Type="http://schemas.openxmlformats.org/officeDocument/2006/relationships/image" Target="../media/image39.jfif"/></Relationships>
</file>

<file path=ppt/slides/_rels/slide23.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22.xml"/><Relationship Id="rId7" Type="http://schemas.openxmlformats.org/officeDocument/2006/relationships/diagramColors" Target="../diagrams/colors6.xml"/><Relationship Id="rId2" Type="http://schemas.openxmlformats.org/officeDocument/2006/relationships/slideLayout" Target="../slideLayouts/slideLayout36.xml"/><Relationship Id="rId1" Type="http://schemas.openxmlformats.org/officeDocument/2006/relationships/tags" Target="../tags/tag10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 Id="rId9"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25.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24.xml"/><Relationship Id="rId7" Type="http://schemas.openxmlformats.org/officeDocument/2006/relationships/diagramColors" Target="../diagrams/colors7.xml"/><Relationship Id="rId2" Type="http://schemas.openxmlformats.org/officeDocument/2006/relationships/slideLayout" Target="../slideLayouts/slideLayout36.xml"/><Relationship Id="rId1" Type="http://schemas.openxmlformats.org/officeDocument/2006/relationships/tags" Target="../tags/tag104.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 Id="rId9" Type="http://schemas.openxmlformats.org/officeDocument/2006/relationships/image" Target="../media/image39.jfif"/></Relationships>
</file>

<file path=ppt/slides/_rels/slide26.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notesSlide" Target="../notesSlides/notesSlide25.xml"/><Relationship Id="rId7" Type="http://schemas.openxmlformats.org/officeDocument/2006/relationships/diagramColors" Target="../diagrams/colors8.xml"/><Relationship Id="rId2" Type="http://schemas.openxmlformats.org/officeDocument/2006/relationships/slideLayout" Target="../slideLayouts/slideLayout36.xml"/><Relationship Id="rId1" Type="http://schemas.openxmlformats.org/officeDocument/2006/relationships/tags" Target="../tags/tag105.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 Id="rId9" Type="http://schemas.openxmlformats.org/officeDocument/2006/relationships/image" Target="../media/image49.png"/></Relationships>
</file>

<file path=ppt/slides/_rels/slide27.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notesSlide" Target="../notesSlides/notesSlide26.xml"/><Relationship Id="rId7" Type="http://schemas.openxmlformats.org/officeDocument/2006/relationships/diagramColors" Target="../diagrams/colors9.xml"/><Relationship Id="rId2" Type="http://schemas.openxmlformats.org/officeDocument/2006/relationships/slideLayout" Target="../slideLayouts/slideLayout36.xml"/><Relationship Id="rId1" Type="http://schemas.openxmlformats.org/officeDocument/2006/relationships/tags" Target="../tags/tag106.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 Id="rId9" Type="http://schemas.openxmlformats.org/officeDocument/2006/relationships/image" Target="../media/image49.png"/></Relationships>
</file>

<file path=ppt/slides/_rels/slide28.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notesSlide" Target="../notesSlides/notesSlide27.xml"/><Relationship Id="rId7" Type="http://schemas.openxmlformats.org/officeDocument/2006/relationships/diagramColors" Target="../diagrams/colors10.xml"/><Relationship Id="rId2" Type="http://schemas.openxmlformats.org/officeDocument/2006/relationships/slideLayout" Target="../slideLayouts/slideLayout36.xml"/><Relationship Id="rId1" Type="http://schemas.openxmlformats.org/officeDocument/2006/relationships/tags" Target="../tags/tag107.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 Id="rId9" Type="http://schemas.openxmlformats.org/officeDocument/2006/relationships/image" Target="../media/image49.png"/></Relationships>
</file>

<file path=ppt/slides/_rels/slide29.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notesSlide" Target="../notesSlides/notesSlide28.xml"/><Relationship Id="rId7" Type="http://schemas.openxmlformats.org/officeDocument/2006/relationships/diagramColors" Target="../diagrams/colors11.xml"/><Relationship Id="rId2" Type="http://schemas.openxmlformats.org/officeDocument/2006/relationships/slideLayout" Target="../slideLayouts/slideLayout36.xml"/><Relationship Id="rId1" Type="http://schemas.openxmlformats.org/officeDocument/2006/relationships/tags" Target="../tags/tag108.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 Id="rId9"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6.xml"/><Relationship Id="rId1" Type="http://schemas.openxmlformats.org/officeDocument/2006/relationships/tags" Target="../tags/tag109.xml"/></Relationships>
</file>

<file path=ppt/slides/_rels/slide31.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notesSlide" Target="../notesSlides/notesSlide30.xml"/><Relationship Id="rId7" Type="http://schemas.openxmlformats.org/officeDocument/2006/relationships/diagramColors" Target="../diagrams/colors12.xml"/><Relationship Id="rId2" Type="http://schemas.openxmlformats.org/officeDocument/2006/relationships/slideLayout" Target="../slideLayouts/slideLayout36.xml"/><Relationship Id="rId1" Type="http://schemas.openxmlformats.org/officeDocument/2006/relationships/tags" Target="../tags/tag110.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 Id="rId9" Type="http://schemas.openxmlformats.org/officeDocument/2006/relationships/image" Target="../media/image49.png"/></Relationships>
</file>

<file path=ppt/slides/_rels/slide32.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notesSlide" Target="../notesSlides/notesSlide31.xml"/><Relationship Id="rId7" Type="http://schemas.openxmlformats.org/officeDocument/2006/relationships/diagramColors" Target="../diagrams/colors13.xml"/><Relationship Id="rId2" Type="http://schemas.openxmlformats.org/officeDocument/2006/relationships/slideLayout" Target="../slideLayouts/slideLayout36.xml"/><Relationship Id="rId1" Type="http://schemas.openxmlformats.org/officeDocument/2006/relationships/tags" Target="../tags/tag111.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 Id="rId9" Type="http://schemas.openxmlformats.org/officeDocument/2006/relationships/image" Target="../media/image49.png"/></Relationships>
</file>

<file path=ppt/slides/_rels/slide33.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notesSlide" Target="../notesSlides/notesSlide32.xml"/><Relationship Id="rId7" Type="http://schemas.openxmlformats.org/officeDocument/2006/relationships/diagramColors" Target="../diagrams/colors14.xml"/><Relationship Id="rId2" Type="http://schemas.openxmlformats.org/officeDocument/2006/relationships/slideLayout" Target="../slideLayouts/slideLayout36.xml"/><Relationship Id="rId1" Type="http://schemas.openxmlformats.org/officeDocument/2006/relationships/tags" Target="../tags/tag11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notesSlide" Target="../notesSlides/notesSlide34.xml"/><Relationship Id="rId7" Type="http://schemas.openxmlformats.org/officeDocument/2006/relationships/diagramColors" Target="../diagrams/colors15.xml"/><Relationship Id="rId2" Type="http://schemas.openxmlformats.org/officeDocument/2006/relationships/slideLayout" Target="../slideLayouts/slideLayout36.xml"/><Relationship Id="rId1" Type="http://schemas.openxmlformats.org/officeDocument/2006/relationships/tags" Target="../tags/tag113.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 Id="rId9" Type="http://schemas.openxmlformats.org/officeDocument/2006/relationships/image" Target="../media/image39.jfi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3" Type="http://schemas.openxmlformats.org/officeDocument/2006/relationships/hyperlink" Target="https://data.gov.sg/collections/522/datasets/d_ac42b0ea4ae0528bc9dbef90f0658f2b/view"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hyperlink" Target="https://www.moh.gov.sg/others/resources-and-statistics/healthcare-institution-statistics-waiting-times-for-registration-and-for-consultation-at-polyclinics"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6.xml"/><Relationship Id="rId1" Type="http://schemas.openxmlformats.org/officeDocument/2006/relationships/tags" Target="../tags/tag114.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6.xml"/><Relationship Id="rId1" Type="http://schemas.openxmlformats.org/officeDocument/2006/relationships/tags" Target="../tags/tag115.xml"/><Relationship Id="rId4" Type="http://schemas.openxmlformats.org/officeDocument/2006/relationships/image" Target="../media/image61.png"/></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6.xml"/><Relationship Id="rId1" Type="http://schemas.openxmlformats.org/officeDocument/2006/relationships/tags" Target="../tags/tag116.xml"/><Relationship Id="rId5" Type="http://schemas.openxmlformats.org/officeDocument/2006/relationships/hyperlink" Target="https://videotp.ap.panopto.com/Panopto/Pages/Viewer.aspx?id=799a813c-6c62-4b32-9449-ad98002626bc" TargetMode="External"/><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6.xml"/><Relationship Id="rId1" Type="http://schemas.openxmlformats.org/officeDocument/2006/relationships/tags" Target="../tags/tag117.xml"/><Relationship Id="rId4" Type="http://schemas.openxmlformats.org/officeDocument/2006/relationships/hyperlink" Target="https://videotp.ap.panopto.com/Panopto/Pages/Viewer.aspx?id=2293e874-be47-4904-9354-ad980026dccf" TargetMode="Externa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6.xml"/><Relationship Id="rId1" Type="http://schemas.openxmlformats.org/officeDocument/2006/relationships/tags" Target="../tags/tag1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6.xml"/><Relationship Id="rId1" Type="http://schemas.openxmlformats.org/officeDocument/2006/relationships/tags" Target="../tags/tag119.xml"/><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36.xml"/><Relationship Id="rId1" Type="http://schemas.openxmlformats.org/officeDocument/2006/relationships/tags" Target="../tags/tag120.xml"/><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121.xml"/><Relationship Id="rId5" Type="http://schemas.openxmlformats.org/officeDocument/2006/relationships/image" Target="../media/image67.png"/><Relationship Id="rId4" Type="http://schemas.openxmlformats.org/officeDocument/2006/relationships/image" Target="../media/image66.png"/></Relationships>
</file>

<file path=ppt/slides/_rels/slide5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8.xml"/><Relationship Id="rId1" Type="http://schemas.openxmlformats.org/officeDocument/2006/relationships/slideLayout" Target="../slideLayouts/slideLayout36.xml"/><Relationship Id="rId5" Type="http://schemas.openxmlformats.org/officeDocument/2006/relationships/image" Target="../media/image70.png"/><Relationship Id="rId4" Type="http://schemas.openxmlformats.org/officeDocument/2006/relationships/image" Target="../media/image6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6.xml"/><Relationship Id="rId1" Type="http://schemas.openxmlformats.org/officeDocument/2006/relationships/tags" Target="../tags/tag122.xml"/><Relationship Id="rId5" Type="http://schemas.openxmlformats.org/officeDocument/2006/relationships/image" Target="../media/image71.png"/><Relationship Id="rId4" Type="http://schemas.openxmlformats.org/officeDocument/2006/relationships/image" Target="../media/image61.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7" Type="http://schemas.openxmlformats.org/officeDocument/2006/relationships/image" Target="../media/image600.png"/><Relationship Id="rId2" Type="http://schemas.openxmlformats.org/officeDocument/2006/relationships/slideLayout" Target="../slideLayouts/slideLayout36.xml"/><Relationship Id="rId1" Type="http://schemas.openxmlformats.org/officeDocument/2006/relationships/tags" Target="../tags/tag123.xml"/><Relationship Id="rId6" Type="http://schemas.openxmlformats.org/officeDocument/2006/relationships/image" Target="../media/image590.png"/><Relationship Id="rId5" Type="http://schemas.openxmlformats.org/officeDocument/2006/relationships/hyperlink" Target="https://videotp.ap.panopto.com/Panopto/Pages/Viewer.aspx?id=f398eec2-3145-4e93-b1f0-ad980027b49c" TargetMode="External"/><Relationship Id="rId4" Type="http://schemas.openxmlformats.org/officeDocument/2006/relationships/image" Target="../media/image61.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6.xml"/><Relationship Id="rId1" Type="http://schemas.openxmlformats.org/officeDocument/2006/relationships/tags" Target="../tags/tag124.xml"/><Relationship Id="rId4" Type="http://schemas.openxmlformats.org/officeDocument/2006/relationships/image" Target="../media/image61.png"/></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2.xml"/><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6.xml"/><Relationship Id="rId1" Type="http://schemas.openxmlformats.org/officeDocument/2006/relationships/tags" Target="../tags/tag125.xml"/><Relationship Id="rId4" Type="http://schemas.openxmlformats.org/officeDocument/2006/relationships/image" Target="../media/image7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6.xml"/><Relationship Id="rId1" Type="http://schemas.openxmlformats.org/officeDocument/2006/relationships/tags" Target="../tags/tag126.xml"/><Relationship Id="rId4" Type="http://schemas.openxmlformats.org/officeDocument/2006/relationships/image" Target="../media/image74.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6.xml"/><Relationship Id="rId1" Type="http://schemas.openxmlformats.org/officeDocument/2006/relationships/tags" Target="../tags/tag127.xml"/><Relationship Id="rId4" Type="http://schemas.openxmlformats.org/officeDocument/2006/relationships/image" Target="../media/image75.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6.xml"/><Relationship Id="rId1" Type="http://schemas.openxmlformats.org/officeDocument/2006/relationships/tags" Target="../tags/tag128.xml"/><Relationship Id="rId4" Type="http://schemas.openxmlformats.org/officeDocument/2006/relationships/image" Target="../media/image76.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6.xml"/><Relationship Id="rId1" Type="http://schemas.openxmlformats.org/officeDocument/2006/relationships/tags" Target="../tags/tag12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36.xml"/><Relationship Id="rId1" Type="http://schemas.openxmlformats.org/officeDocument/2006/relationships/tags" Target="../tags/tag130.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36.xml"/><Relationship Id="rId1" Type="http://schemas.openxmlformats.org/officeDocument/2006/relationships/tags" Target="../tags/tag131.xml"/><Relationship Id="rId4" Type="http://schemas.openxmlformats.org/officeDocument/2006/relationships/image" Target="../media/image7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36.xml"/><Relationship Id="rId1" Type="http://schemas.openxmlformats.org/officeDocument/2006/relationships/tags" Target="../tags/tag1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CA22F210-7186-4074-94C5-FAD2C2EB1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3">
            <a:extLst>
              <a:ext uri="{FF2B5EF4-FFF2-40B4-BE49-F238E27FC236}">
                <a16:creationId xmlns:a16="http://schemas.microsoft.com/office/drawing/2014/main" id="{A2CEDB0D-B687-44BA-824B-E2C9CE12ECD3}"/>
              </a:ext>
            </a:extLst>
          </p:cNvPr>
          <p:cNvPicPr>
            <a:picLocks noChangeAspect="1"/>
          </p:cNvPicPr>
          <p:nvPr/>
        </p:nvPicPr>
        <p:blipFill rotWithShape="1">
          <a:blip r:embed="rId4"/>
          <a:srcRect t="13056" b="2675"/>
          <a:stretch/>
        </p:blipFill>
        <p:spPr>
          <a:xfrm>
            <a:off x="20" y="-2"/>
            <a:ext cx="12191980" cy="6858002"/>
          </a:xfrm>
          <a:prstGeom prst="rect">
            <a:avLst/>
          </a:prstGeom>
        </p:spPr>
      </p:pic>
      <p:sp>
        <p:nvSpPr>
          <p:cNvPr id="17" name="Rectangle 10">
            <a:extLst>
              <a:ext uri="{FF2B5EF4-FFF2-40B4-BE49-F238E27FC236}">
                <a16:creationId xmlns:a16="http://schemas.microsoft.com/office/drawing/2014/main" id="{7ED93057-B056-4D1D-B0DA-F1619DAAF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8F97B3-2EEF-40EF-8DFD-059968DD3463}"/>
              </a:ext>
            </a:extLst>
          </p:cNvPr>
          <p:cNvSpPr>
            <a:spLocks noGrp="1"/>
          </p:cNvSpPr>
          <p:nvPr>
            <p:ph type="ctrTitle"/>
          </p:nvPr>
        </p:nvSpPr>
        <p:spPr>
          <a:xfrm>
            <a:off x="1635103" y="1064632"/>
            <a:ext cx="4797502" cy="1646763"/>
          </a:xfrm>
        </p:spPr>
        <p:txBody>
          <a:bodyPr anchor="b">
            <a:normAutofit/>
          </a:bodyPr>
          <a:lstStyle/>
          <a:p>
            <a:r>
              <a:rPr lang="en-SG" sz="3600" dirty="0">
                <a:solidFill>
                  <a:schemeClr val="bg1"/>
                </a:solidFill>
              </a:rPr>
              <a:t>Introduction</a:t>
            </a:r>
          </a:p>
        </p:txBody>
      </p:sp>
      <p:sp>
        <p:nvSpPr>
          <p:cNvPr id="3" name="Subtitle 2">
            <a:extLst>
              <a:ext uri="{FF2B5EF4-FFF2-40B4-BE49-F238E27FC236}">
                <a16:creationId xmlns:a16="http://schemas.microsoft.com/office/drawing/2014/main" id="{F6788B32-805A-4A17-8464-AD0AAB487929}"/>
              </a:ext>
            </a:extLst>
          </p:cNvPr>
          <p:cNvSpPr>
            <a:spLocks noGrp="1"/>
          </p:cNvSpPr>
          <p:nvPr>
            <p:ph type="subTitle" idx="1"/>
          </p:nvPr>
        </p:nvSpPr>
        <p:spPr>
          <a:xfrm>
            <a:off x="1635104" y="2639833"/>
            <a:ext cx="4797502" cy="652651"/>
          </a:xfrm>
        </p:spPr>
        <p:txBody>
          <a:bodyPr anchor="t">
            <a:normAutofit/>
          </a:bodyPr>
          <a:lstStyle/>
          <a:p>
            <a:r>
              <a:rPr lang="en-SG" sz="2000" dirty="0">
                <a:solidFill>
                  <a:schemeClr val="bg1"/>
                </a:solidFill>
              </a:rPr>
              <a:t>Data Visualisation and Analytics</a:t>
            </a:r>
          </a:p>
        </p:txBody>
      </p:sp>
      <p:sp>
        <p:nvSpPr>
          <p:cNvPr id="13" name="Rectangle 12">
            <a:extLst>
              <a:ext uri="{FF2B5EF4-FFF2-40B4-BE49-F238E27FC236}">
                <a16:creationId xmlns:a16="http://schemas.microsoft.com/office/drawing/2014/main" id="{F5B41592-BC5E-4AE2-8CA7-91C73FD8F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B574A3D-9991-4D4A-91DF-0D0DE47DB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59402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804988" y="6253163"/>
            <a:ext cx="5243512" cy="254000"/>
          </a:xfrm>
          <a:prstGeom prst="rect">
            <a:avLst/>
          </a:prstGeom>
          <a:noFill/>
        </p:spPr>
        <p:txBody>
          <a:bodyPr>
            <a:spAutoFit/>
          </a:bodyPr>
          <a:lstStyle/>
          <a:p>
            <a:pPr defTabSz="457148">
              <a:defRPr/>
            </a:pPr>
            <a:endParaRPr lang="en-US" sz="1050" dirty="0">
              <a:solidFill>
                <a:srgbClr val="FF0000"/>
              </a:solidFill>
              <a:latin typeface="Calibri"/>
              <a:cs typeface="Arial" charset="0"/>
            </a:endParaRPr>
          </a:p>
        </p:txBody>
      </p:sp>
      <p:sp>
        <p:nvSpPr>
          <p:cNvPr id="5124" name="Rectangle 1030"/>
          <p:cNvSpPr>
            <a:spLocks noChangeArrowheads="1"/>
          </p:cNvSpPr>
          <p:nvPr/>
        </p:nvSpPr>
        <p:spPr bwMode="auto">
          <a:xfrm>
            <a:off x="741947" y="2237874"/>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defRPr/>
            </a:pPr>
            <a:r>
              <a:rPr lang="en-US" altLang="en-US" sz="4000" b="1" dirty="0">
                <a:solidFill>
                  <a:srgbClr val="EF0C1D"/>
                </a:solidFill>
                <a:cs typeface="Arial" charset="0"/>
              </a:rPr>
              <a:t>Subject Aims</a:t>
            </a:r>
          </a:p>
        </p:txBody>
      </p:sp>
      <p:sp>
        <p:nvSpPr>
          <p:cNvPr id="5126" name="Slide Number Placeholder 1"/>
          <p:cNvSpPr>
            <a:spLocks noGrp="1"/>
          </p:cNvSpPr>
          <p:nvPr>
            <p:ph type="sldNum" sz="quarter" idx="12"/>
          </p:nvPr>
        </p:nvSpPr>
        <p:spPr bwMode="auto">
          <a:xfrm>
            <a:off x="5032375" y="635000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561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5561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55613">
              <a:spcBef>
                <a:spcPct val="20000"/>
              </a:spcBef>
              <a:buFont typeface="Arial" panose="020B0604020202020204" pitchFamily="34" charset="0"/>
              <a:buChar char="•"/>
              <a:defRPr sz="2300">
                <a:solidFill>
                  <a:schemeClr val="tx1"/>
                </a:solidFill>
                <a:latin typeface="Calibri" panose="020F0502020204030204" pitchFamily="34" charset="0"/>
              </a:defRPr>
            </a:lvl3pPr>
            <a:lvl4pPr marL="1600200" indent="-228600" defTabSz="45561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5561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56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56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56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56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fontAlgn="base">
              <a:spcBef>
                <a:spcPct val="0"/>
              </a:spcBef>
              <a:spcAft>
                <a:spcPct val="0"/>
              </a:spcAft>
              <a:buNone/>
              <a:defRPr/>
            </a:pPr>
            <a:fld id="{7F26BCBA-EF85-4B41-A6DB-6B2E4D965B65}" type="slidenum">
              <a:rPr lang="en-US" altLang="en-US" sz="1200" b="0" spc="0">
                <a:solidFill>
                  <a:srgbClr val="A0A0A0"/>
                </a:solidFill>
                <a:cs typeface="Arial" charset="0"/>
              </a:rPr>
              <a:pPr algn="ctr" fontAlgn="base">
                <a:spcBef>
                  <a:spcPct val="0"/>
                </a:spcBef>
                <a:spcAft>
                  <a:spcPct val="0"/>
                </a:spcAft>
                <a:buNone/>
                <a:defRPr/>
              </a:pPr>
              <a:t>2</a:t>
            </a:fld>
            <a:endParaRPr lang="en-US" altLang="en-US" sz="1200" b="0" spc="0">
              <a:solidFill>
                <a:srgbClr val="A0A0A0"/>
              </a:solidFill>
              <a:cs typeface="Arial" charset="0"/>
            </a:endParaRPr>
          </a:p>
        </p:txBody>
      </p:sp>
      <p:sp>
        <p:nvSpPr>
          <p:cNvPr id="11" name="Content Placeholder 4"/>
          <p:cNvSpPr txBox="1">
            <a:spLocks/>
          </p:cNvSpPr>
          <p:nvPr/>
        </p:nvSpPr>
        <p:spPr>
          <a:xfrm>
            <a:off x="4764504" y="635594"/>
            <a:ext cx="7122695" cy="4887312"/>
          </a:xfrm>
          <a:prstGeom prst="rect">
            <a:avLst/>
          </a:prstGeom>
        </p:spPr>
        <p:txBody>
          <a:bodyPr vert="horz" lIns="91429" tIns="45715" rIns="91429" bIns="45715" rtlCol="0" anchor="ctr">
            <a:noAutofit/>
          </a:bodyPr>
          <a:lstStyle>
            <a:defPPr>
              <a:defRPr lang="en-US"/>
            </a:defPPr>
            <a:lvl1pPr algn="l" defTabSz="457148" rtl="0" eaLnBrk="1" fontAlgn="auto" hangingPunct="1">
              <a:spcBef>
                <a:spcPts val="0"/>
              </a:spcBef>
              <a:spcAft>
                <a:spcPts val="0"/>
              </a:spcAft>
              <a:defRPr sz="1200" kern="1200">
                <a:solidFill>
                  <a:srgbClr val="666666">
                    <a:tint val="75000"/>
                  </a:srgb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just" fontAlgn="base" hangingPunct="0"/>
            <a:r>
              <a:rPr lang="en-US" sz="2800" dirty="0">
                <a:solidFill>
                  <a:schemeClr val="tx1"/>
                </a:solidFill>
              </a:rPr>
              <a:t>Able to:</a:t>
            </a:r>
          </a:p>
          <a:p>
            <a:pPr algn="just" fontAlgn="base" hangingPunct="0"/>
            <a:endParaRPr lang="en-SG" sz="2800" dirty="0">
              <a:solidFill>
                <a:schemeClr val="tx1"/>
              </a:solidFill>
            </a:endParaRPr>
          </a:p>
          <a:p>
            <a:pPr marL="342900" indent="-342900" algn="just" fontAlgn="base" hangingPunct="0">
              <a:buFont typeface="Arial" panose="020B0604020202020204" pitchFamily="34" charset="0"/>
              <a:buChar char="•"/>
            </a:pPr>
            <a:r>
              <a:rPr lang="en-US" sz="2800" dirty="0">
                <a:solidFill>
                  <a:srgbClr val="FF0000"/>
                </a:solidFill>
              </a:rPr>
              <a:t>Gather meaningful insights from data</a:t>
            </a:r>
          </a:p>
          <a:p>
            <a:pPr lvl="0" algn="just" fontAlgn="base" hangingPunct="0"/>
            <a:endParaRPr lang="en-US" sz="2800" dirty="0">
              <a:solidFill>
                <a:schemeClr val="tx1"/>
              </a:solidFill>
            </a:endParaRPr>
          </a:p>
          <a:p>
            <a:pPr marL="342900" indent="-342900" algn="just" fontAlgn="base" hangingPunct="0">
              <a:buFont typeface="Arial" panose="020B0604020202020204" pitchFamily="34" charset="0"/>
              <a:buChar char="•"/>
            </a:pPr>
            <a:r>
              <a:rPr lang="en-US" sz="2800" dirty="0">
                <a:solidFill>
                  <a:srgbClr val="FF0000"/>
                </a:solidFill>
              </a:rPr>
              <a:t>Apply data analytics techniques to large data sets to support data-driven decisions across different domains</a:t>
            </a:r>
            <a:endParaRPr lang="en-SG" sz="2800" dirty="0">
              <a:solidFill>
                <a:srgbClr val="FF0000"/>
              </a:solidFill>
            </a:endParaRPr>
          </a:p>
        </p:txBody>
      </p:sp>
    </p:spTree>
    <p:custDataLst>
      <p:tags r:id="rId1"/>
    </p:custDataLst>
    <p:extLst>
      <p:ext uri="{BB962C8B-B14F-4D97-AF65-F5344CB8AC3E}">
        <p14:creationId xmlns:p14="http://schemas.microsoft.com/office/powerpoint/2010/main" val="1539288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E9016-A5EB-45F9-9B0F-8B1EEE9E14DB}"/>
              </a:ext>
            </a:extLst>
          </p:cNvPr>
          <p:cNvSpPr>
            <a:spLocks noGrp="1"/>
          </p:cNvSpPr>
          <p:nvPr>
            <p:ph type="title"/>
          </p:nvPr>
        </p:nvSpPr>
        <p:spPr/>
        <p:txBody>
          <a:bodyPr/>
          <a:lstStyle/>
          <a:p>
            <a:r>
              <a:rPr lang="en-SG" dirty="0"/>
              <a:t>Intended Learning outcomes</a:t>
            </a:r>
          </a:p>
        </p:txBody>
      </p:sp>
      <p:sp>
        <p:nvSpPr>
          <p:cNvPr id="4" name="Content Placeholder 4">
            <a:extLst>
              <a:ext uri="{FF2B5EF4-FFF2-40B4-BE49-F238E27FC236}">
                <a16:creationId xmlns:a16="http://schemas.microsoft.com/office/drawing/2014/main" id="{4C935A80-5B3C-4AAB-9F9A-80E7CBCBB43A}"/>
              </a:ext>
            </a:extLst>
          </p:cNvPr>
          <p:cNvSpPr txBox="1">
            <a:spLocks noGrp="1"/>
          </p:cNvSpPr>
          <p:nvPr>
            <p:ph idx="1"/>
          </p:nvPr>
        </p:nvSpPr>
        <p:spPr>
          <a:xfrm>
            <a:off x="4906397" y="291205"/>
            <a:ext cx="6823159" cy="6275590"/>
          </a:xfrm>
          <a:prstGeom prst="rect">
            <a:avLst/>
          </a:prstGeom>
        </p:spPr>
        <p:txBody>
          <a:bodyPr vert="horz" lIns="91429" tIns="45715" rIns="91429" bIns="45715" rtlCol="0" anchor="ctr">
            <a:noAutofit/>
          </a:bodyPr>
          <a:lstStyle>
            <a:defPPr>
              <a:defRPr lang="en-US"/>
            </a:defPPr>
            <a:lvl1pPr algn="l" defTabSz="457148" rtl="0" eaLnBrk="1" fontAlgn="auto" hangingPunct="1">
              <a:spcBef>
                <a:spcPts val="0"/>
              </a:spcBef>
              <a:spcAft>
                <a:spcPts val="0"/>
              </a:spcAft>
              <a:defRPr sz="1200" kern="1200">
                <a:solidFill>
                  <a:srgbClr val="666666">
                    <a:tint val="75000"/>
                  </a:srgb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457200" indent="-457200" fontAlgn="base" hangingPunct="0">
              <a:lnSpc>
                <a:spcPct val="200000"/>
              </a:lnSpc>
              <a:buAutoNum type="arabicPeriod"/>
            </a:pPr>
            <a:r>
              <a:rPr lang="en-GB" sz="2000" dirty="0">
                <a:solidFill>
                  <a:schemeClr val="tx1"/>
                </a:solidFill>
              </a:rPr>
              <a:t>Demonstrate basic data handling workflow</a:t>
            </a:r>
          </a:p>
          <a:p>
            <a:pPr marL="457200" indent="-457200" fontAlgn="base" hangingPunct="0">
              <a:lnSpc>
                <a:spcPct val="200000"/>
              </a:lnSpc>
              <a:buAutoNum type="arabicPeriod"/>
            </a:pPr>
            <a:r>
              <a:rPr lang="en-US" sz="2000" dirty="0">
                <a:solidFill>
                  <a:srgbClr val="0070C0"/>
                </a:solidFill>
              </a:rPr>
              <a:t>Examine the structure of data using graphical and numerical methods</a:t>
            </a:r>
          </a:p>
          <a:p>
            <a:pPr marL="457200" indent="-457200" fontAlgn="base" hangingPunct="0">
              <a:lnSpc>
                <a:spcPct val="200000"/>
              </a:lnSpc>
              <a:buAutoNum type="arabicPeriod"/>
            </a:pPr>
            <a:r>
              <a:rPr lang="en-US" sz="2000" dirty="0">
                <a:solidFill>
                  <a:schemeClr val="tx1"/>
                </a:solidFill>
              </a:rPr>
              <a:t>Apply data transformation and visualization to identify significant relationship/trends</a:t>
            </a:r>
          </a:p>
          <a:p>
            <a:pPr marL="457200" indent="-457200" fontAlgn="base" hangingPunct="0">
              <a:lnSpc>
                <a:spcPct val="200000"/>
              </a:lnSpc>
              <a:buAutoNum type="arabicPeriod"/>
            </a:pPr>
            <a:r>
              <a:rPr lang="en-SG" sz="2000" dirty="0">
                <a:solidFill>
                  <a:srgbClr val="0070C0"/>
                </a:solidFill>
              </a:rPr>
              <a:t>Apply basic predictive analytics for decision-making</a:t>
            </a:r>
            <a:endParaRPr lang="en-GB" sz="2000" dirty="0">
              <a:solidFill>
                <a:srgbClr val="0070C0"/>
              </a:solidFill>
            </a:endParaRPr>
          </a:p>
          <a:p>
            <a:pPr fontAlgn="base" hangingPunct="0">
              <a:lnSpc>
                <a:spcPct val="200000"/>
              </a:lnSpc>
            </a:pPr>
            <a:endParaRPr lang="en-GB" sz="2000" dirty="0">
              <a:solidFill>
                <a:schemeClr val="tx1"/>
              </a:solidFill>
            </a:endParaRPr>
          </a:p>
        </p:txBody>
      </p:sp>
    </p:spTree>
    <p:custDataLst>
      <p:tags r:id="rId1"/>
    </p:custDataLst>
    <p:extLst>
      <p:ext uri="{BB962C8B-B14F-4D97-AF65-F5344CB8AC3E}">
        <p14:creationId xmlns:p14="http://schemas.microsoft.com/office/powerpoint/2010/main" val="618811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SG"/>
          </a:p>
        </p:txBody>
      </p:sp>
      <p:sp>
        <p:nvSpPr>
          <p:cNvPr id="13" name="Rectangle 12">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5508"/>
            <a:ext cx="4668819"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E535816-FEFC-49B1-9341-613B3FC260FA}"/>
              </a:ext>
            </a:extLst>
          </p:cNvPr>
          <p:cNvSpPr>
            <a:spLocks noGrp="1"/>
          </p:cNvSpPr>
          <p:nvPr>
            <p:ph type="title"/>
          </p:nvPr>
        </p:nvSpPr>
        <p:spPr>
          <a:xfrm>
            <a:off x="463825" y="1709530"/>
            <a:ext cx="3754671" cy="2528515"/>
          </a:xfrm>
        </p:spPr>
        <p:txBody>
          <a:bodyPr vert="horz" lIns="109728" tIns="109728" rIns="109728" bIns="91440" rtlCol="0" anchor="b">
            <a:normAutofit/>
          </a:bodyPr>
          <a:lstStyle/>
          <a:p>
            <a:pPr>
              <a:lnSpc>
                <a:spcPct val="115000"/>
              </a:lnSpc>
            </a:pPr>
            <a:r>
              <a:rPr lang="en-US" sz="3300" b="0" cap="all">
                <a:solidFill>
                  <a:schemeClr val="bg1"/>
                </a:solidFill>
              </a:rPr>
              <a:t>Subject Learning Management System (LMS)</a:t>
            </a:r>
          </a:p>
        </p:txBody>
      </p:sp>
      <p:sp>
        <p:nvSpPr>
          <p:cNvPr id="19" name="Rectangle 18">
            <a:extLst>
              <a:ext uri="{FF2B5EF4-FFF2-40B4-BE49-F238E27FC236}">
                <a16:creationId xmlns:a16="http://schemas.microsoft.com/office/drawing/2014/main" id="{BBD49B71-B686-4DFD-93AD-40CB19B62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2066" y="0"/>
            <a:ext cx="7519934"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red box&#10;&#10;AI-generated content may be incorrect.">
            <a:extLst>
              <a:ext uri="{FF2B5EF4-FFF2-40B4-BE49-F238E27FC236}">
                <a16:creationId xmlns:a16="http://schemas.microsoft.com/office/drawing/2014/main" id="{D253322C-3DA5-CB48-6737-78EAB7FB9A20}"/>
              </a:ext>
            </a:extLst>
          </p:cNvPr>
          <p:cNvPicPr>
            <a:picLocks noChangeAspect="1"/>
          </p:cNvPicPr>
          <p:nvPr/>
        </p:nvPicPr>
        <p:blipFill>
          <a:blip r:embed="rId4"/>
          <a:stretch>
            <a:fillRect/>
          </a:stretch>
        </p:blipFill>
        <p:spPr>
          <a:xfrm>
            <a:off x="5312285" y="1444654"/>
            <a:ext cx="6236248" cy="4318601"/>
          </a:xfrm>
          <a:prstGeom prst="rect">
            <a:avLst/>
          </a:prstGeom>
        </p:spPr>
      </p:pic>
      <p:sp>
        <p:nvSpPr>
          <p:cNvPr id="21" name="Rectangle 20">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6534"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DD75235-FEE9-86D0-E9E5-B19662F7618D}"/>
              </a:ext>
            </a:extLst>
          </p:cNvPr>
          <p:cNvSpPr txBox="1"/>
          <p:nvPr/>
        </p:nvSpPr>
        <p:spPr>
          <a:xfrm>
            <a:off x="4618247" y="168329"/>
            <a:ext cx="7519934" cy="461665"/>
          </a:xfrm>
          <a:prstGeom prst="rect">
            <a:avLst/>
          </a:prstGeom>
          <a:solidFill>
            <a:schemeClr val="accent6">
              <a:lumMod val="20000"/>
              <a:lumOff val="80000"/>
            </a:schemeClr>
          </a:solidFill>
        </p:spPr>
        <p:txBody>
          <a:bodyPr wrap="square">
            <a:spAutoFit/>
          </a:bodyPr>
          <a:lstStyle/>
          <a:p>
            <a:pPr algn="ctr"/>
            <a:r>
              <a:rPr lang="en-US" sz="2400" dirty="0">
                <a:ln w="0"/>
                <a:effectLst>
                  <a:outerShdw blurRad="38100" dist="19050" dir="2700000" algn="tl" rotWithShape="0">
                    <a:schemeClr val="dk1">
                      <a:alpha val="40000"/>
                    </a:schemeClr>
                  </a:outerShdw>
                </a:effectLst>
              </a:rPr>
              <a:t>Data </a:t>
            </a:r>
            <a:r>
              <a:rPr lang="en-US" sz="2400" dirty="0" err="1">
                <a:ln w="0"/>
                <a:effectLst>
                  <a:outerShdw blurRad="38100" dist="19050" dir="2700000" algn="tl" rotWithShape="0">
                    <a:schemeClr val="dk1">
                      <a:alpha val="40000"/>
                    </a:schemeClr>
                  </a:outerShdw>
                </a:effectLst>
              </a:rPr>
              <a:t>Visualisation</a:t>
            </a:r>
            <a:r>
              <a:rPr lang="en-US" sz="2400" dirty="0">
                <a:ln w="0"/>
                <a:effectLst>
                  <a:outerShdw blurRad="38100" dist="19050" dir="2700000" algn="tl" rotWithShape="0">
                    <a:schemeClr val="dk1">
                      <a:alpha val="40000"/>
                    </a:schemeClr>
                  </a:outerShdw>
                </a:effectLst>
              </a:rPr>
              <a:t> and Analytics (ESE1008)</a:t>
            </a:r>
            <a:endParaRPr lang="en-US" sz="2400" b="0" cap="none" spc="0" dirty="0">
              <a:ln w="0"/>
              <a:solidFill>
                <a:schemeClr val="tx1"/>
              </a:solidFill>
              <a:effectLst>
                <a:outerShdw blurRad="38100" dist="19050" dir="2700000" algn="tl" rotWithShape="0">
                  <a:schemeClr val="dk1">
                    <a:alpha val="40000"/>
                  </a:schemeClr>
                </a:outerShdw>
              </a:effectLst>
            </a:endParaRPr>
          </a:p>
        </p:txBody>
      </p:sp>
    </p:spTree>
    <p:custDataLst>
      <p:tags r:id="rId1"/>
    </p:custDataLst>
    <p:extLst>
      <p:ext uri="{BB962C8B-B14F-4D97-AF65-F5344CB8AC3E}">
        <p14:creationId xmlns:p14="http://schemas.microsoft.com/office/powerpoint/2010/main" val="1996657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668D-FC6B-4FDD-BDE3-A7C5A307146C}"/>
              </a:ext>
            </a:extLst>
          </p:cNvPr>
          <p:cNvSpPr>
            <a:spLocks noGrp="1"/>
          </p:cNvSpPr>
          <p:nvPr>
            <p:ph type="title"/>
          </p:nvPr>
        </p:nvSpPr>
        <p:spPr>
          <a:xfrm>
            <a:off x="642919" y="705113"/>
            <a:ext cx="2343350" cy="5197498"/>
          </a:xfrm>
        </p:spPr>
        <p:txBody>
          <a:bodyPr/>
          <a:lstStyle/>
          <a:p>
            <a:r>
              <a:rPr lang="en-SG" dirty="0"/>
              <a:t>How can I do well?</a:t>
            </a:r>
          </a:p>
        </p:txBody>
      </p:sp>
      <p:graphicFrame>
        <p:nvGraphicFramePr>
          <p:cNvPr id="5" name="Diagram 4">
            <a:extLst>
              <a:ext uri="{FF2B5EF4-FFF2-40B4-BE49-F238E27FC236}">
                <a16:creationId xmlns:a16="http://schemas.microsoft.com/office/drawing/2014/main" id="{95CF9D7F-9D49-419C-B454-B32165518AE2}"/>
              </a:ext>
            </a:extLst>
          </p:cNvPr>
          <p:cNvGraphicFramePr/>
          <p:nvPr>
            <p:extLst>
              <p:ext uri="{D42A27DB-BD31-4B8C-83A1-F6EECF244321}">
                <p14:modId xmlns:p14="http://schemas.microsoft.com/office/powerpoint/2010/main" val="564415741"/>
              </p:ext>
            </p:extLst>
          </p:nvPr>
        </p:nvGraphicFramePr>
        <p:xfrm>
          <a:off x="3253563" y="393989"/>
          <a:ext cx="7656607" cy="50073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angle 5">
            <a:extLst>
              <a:ext uri="{FF2B5EF4-FFF2-40B4-BE49-F238E27FC236}">
                <a16:creationId xmlns:a16="http://schemas.microsoft.com/office/drawing/2014/main" id="{677F66B6-A46F-438C-8DAF-A0BEB75C05F0}"/>
              </a:ext>
            </a:extLst>
          </p:cNvPr>
          <p:cNvSpPr/>
          <p:nvPr/>
        </p:nvSpPr>
        <p:spPr>
          <a:xfrm>
            <a:off x="6525599" y="1936313"/>
            <a:ext cx="1802095" cy="707886"/>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Self-Directed</a:t>
            </a:r>
          </a:p>
          <a:p>
            <a:pPr algn="ctr"/>
            <a:r>
              <a:rPr lang="en-US" sz="2000" dirty="0">
                <a:ln w="0"/>
                <a:effectLst>
                  <a:outerShdw blurRad="38100" dist="19050" dir="2700000" algn="tl" rotWithShape="0">
                    <a:schemeClr val="dk1">
                      <a:alpha val="40000"/>
                    </a:schemeClr>
                  </a:outerShdw>
                </a:effectLst>
              </a:rPr>
              <a:t>Learning</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9AE70520-930C-49BB-B782-9C07116C1149}"/>
              </a:ext>
            </a:extLst>
          </p:cNvPr>
          <p:cNvSpPr/>
          <p:nvPr/>
        </p:nvSpPr>
        <p:spPr>
          <a:xfrm>
            <a:off x="10251475" y="1493267"/>
            <a:ext cx="1465545" cy="51356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eLearning</a:t>
            </a:r>
          </a:p>
        </p:txBody>
      </p:sp>
      <p:sp>
        <p:nvSpPr>
          <p:cNvPr id="8" name="Rectangle 7">
            <a:extLst>
              <a:ext uri="{FF2B5EF4-FFF2-40B4-BE49-F238E27FC236}">
                <a16:creationId xmlns:a16="http://schemas.microsoft.com/office/drawing/2014/main" id="{C361EC34-5597-4DBA-9075-39BFF8E3460C}"/>
              </a:ext>
            </a:extLst>
          </p:cNvPr>
          <p:cNvSpPr/>
          <p:nvPr/>
        </p:nvSpPr>
        <p:spPr>
          <a:xfrm>
            <a:off x="7182169" y="3430402"/>
            <a:ext cx="1951973" cy="72442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Self-Assessment</a:t>
            </a:r>
          </a:p>
        </p:txBody>
      </p:sp>
      <p:sp>
        <p:nvSpPr>
          <p:cNvPr id="9" name="Rectangle 8">
            <a:extLst>
              <a:ext uri="{FF2B5EF4-FFF2-40B4-BE49-F238E27FC236}">
                <a16:creationId xmlns:a16="http://schemas.microsoft.com/office/drawing/2014/main" id="{3A203AAF-36F3-413C-84D6-FD4E3F1FEAF7}"/>
              </a:ext>
            </a:extLst>
          </p:cNvPr>
          <p:cNvSpPr/>
          <p:nvPr/>
        </p:nvSpPr>
        <p:spPr>
          <a:xfrm>
            <a:off x="9274444" y="3434076"/>
            <a:ext cx="1748460" cy="7207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Personalised  Learning</a:t>
            </a:r>
          </a:p>
        </p:txBody>
      </p:sp>
      <p:sp>
        <p:nvSpPr>
          <p:cNvPr id="11" name="Rectangle 10">
            <a:extLst>
              <a:ext uri="{FF2B5EF4-FFF2-40B4-BE49-F238E27FC236}">
                <a16:creationId xmlns:a16="http://schemas.microsoft.com/office/drawing/2014/main" id="{95B65184-2057-4C35-AE8C-D8EF01A2D8D1}"/>
              </a:ext>
            </a:extLst>
          </p:cNvPr>
          <p:cNvSpPr/>
          <p:nvPr/>
        </p:nvSpPr>
        <p:spPr>
          <a:xfrm>
            <a:off x="10285176" y="2074508"/>
            <a:ext cx="1465545" cy="51356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Lab Ex</a:t>
            </a:r>
          </a:p>
        </p:txBody>
      </p:sp>
      <p:sp>
        <p:nvSpPr>
          <p:cNvPr id="12" name="Rectangle 11">
            <a:extLst>
              <a:ext uri="{FF2B5EF4-FFF2-40B4-BE49-F238E27FC236}">
                <a16:creationId xmlns:a16="http://schemas.microsoft.com/office/drawing/2014/main" id="{5CDD3D8B-6BF3-4AF7-A9D2-BE97D7434B9C}"/>
              </a:ext>
            </a:extLst>
          </p:cNvPr>
          <p:cNvSpPr/>
          <p:nvPr/>
        </p:nvSpPr>
        <p:spPr>
          <a:xfrm>
            <a:off x="10285176" y="709809"/>
            <a:ext cx="1465545" cy="72442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Discussion</a:t>
            </a:r>
          </a:p>
        </p:txBody>
      </p:sp>
      <p:pic>
        <p:nvPicPr>
          <p:cNvPr id="13" name="Picture 12" descr="A cartoon of a person raising her hand&#10;&#10;AI-generated content may be incorrect.">
            <a:extLst>
              <a:ext uri="{FF2B5EF4-FFF2-40B4-BE49-F238E27FC236}">
                <a16:creationId xmlns:a16="http://schemas.microsoft.com/office/drawing/2014/main" id="{3D1726A9-F813-4CB7-8918-B1DD9FDBCE9F}"/>
              </a:ext>
            </a:extLst>
          </p:cNvPr>
          <p:cNvPicPr>
            <a:picLocks noChangeAspect="1"/>
          </p:cNvPicPr>
          <p:nvPr/>
        </p:nvPicPr>
        <p:blipFill>
          <a:blip r:embed="rId9"/>
          <a:stretch>
            <a:fillRect/>
          </a:stretch>
        </p:blipFill>
        <p:spPr>
          <a:xfrm>
            <a:off x="8898148" y="1122730"/>
            <a:ext cx="1160356" cy="1578932"/>
          </a:xfrm>
          <a:prstGeom prst="rect">
            <a:avLst/>
          </a:prstGeom>
        </p:spPr>
      </p:pic>
    </p:spTree>
    <p:custDataLst>
      <p:tags r:id="rId1"/>
    </p:custDataLst>
    <p:extLst>
      <p:ext uri="{BB962C8B-B14F-4D97-AF65-F5344CB8AC3E}">
        <p14:creationId xmlns:p14="http://schemas.microsoft.com/office/powerpoint/2010/main" val="2877710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5D12CF-E013-F550-0E3E-4C029C845265}"/>
              </a:ext>
            </a:extLst>
          </p:cNvPr>
          <p:cNvSpPr/>
          <p:nvPr/>
        </p:nvSpPr>
        <p:spPr>
          <a:xfrm>
            <a:off x="4789220" y="2201525"/>
            <a:ext cx="215636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Q &amp; A</a:t>
            </a:r>
          </a:p>
        </p:txBody>
      </p:sp>
      <p:sp>
        <p:nvSpPr>
          <p:cNvPr id="2" name="Speech Bubble: Rectangle with Corners Rounded 1">
            <a:extLst>
              <a:ext uri="{FF2B5EF4-FFF2-40B4-BE49-F238E27FC236}">
                <a16:creationId xmlns:a16="http://schemas.microsoft.com/office/drawing/2014/main" id="{3AE3DF18-DC65-F75F-7666-6FC95B5F24C7}"/>
              </a:ext>
            </a:extLst>
          </p:cNvPr>
          <p:cNvSpPr/>
          <p:nvPr/>
        </p:nvSpPr>
        <p:spPr>
          <a:xfrm>
            <a:off x="7891397" y="375781"/>
            <a:ext cx="3557392" cy="1540701"/>
          </a:xfrm>
          <a:prstGeom prst="wedgeRoundRectCallout">
            <a:avLst>
              <a:gd name="adj1" fmla="val 43604"/>
              <a:gd name="adj2" fmla="val 7794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Is there Learning Support Programme (LSP)?</a:t>
            </a:r>
            <a:endParaRPr lang="en-SG" sz="2400" dirty="0"/>
          </a:p>
        </p:txBody>
      </p:sp>
    </p:spTree>
    <p:extLst>
      <p:ext uri="{BB962C8B-B14F-4D97-AF65-F5344CB8AC3E}">
        <p14:creationId xmlns:p14="http://schemas.microsoft.com/office/powerpoint/2010/main" val="1315846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9B167-162F-4EF6-9E15-51AC6CEACF0B}"/>
              </a:ext>
            </a:extLst>
          </p:cNvPr>
          <p:cNvSpPr>
            <a:spLocks noGrp="1"/>
          </p:cNvSpPr>
          <p:nvPr>
            <p:ph type="title"/>
          </p:nvPr>
        </p:nvSpPr>
        <p:spPr>
          <a:xfrm>
            <a:off x="594360" y="637125"/>
            <a:ext cx="3802276" cy="5256371"/>
          </a:xfrm>
        </p:spPr>
        <p:txBody>
          <a:bodyPr>
            <a:normAutofit/>
          </a:bodyPr>
          <a:lstStyle/>
          <a:p>
            <a:r>
              <a:rPr lang="en-SG" sz="4800" dirty="0">
                <a:solidFill>
                  <a:schemeClr val="tx1"/>
                </a:solidFill>
              </a:rPr>
              <a:t>Lesson Plan</a:t>
            </a:r>
          </a:p>
        </p:txBody>
      </p:sp>
      <p:graphicFrame>
        <p:nvGraphicFramePr>
          <p:cNvPr id="5" name="Content Placeholder 2">
            <a:extLst>
              <a:ext uri="{FF2B5EF4-FFF2-40B4-BE49-F238E27FC236}">
                <a16:creationId xmlns:a16="http://schemas.microsoft.com/office/drawing/2014/main" id="{349730BE-DB79-4744-9E79-5E817EDC0A3B}"/>
              </a:ext>
            </a:extLst>
          </p:cNvPr>
          <p:cNvGraphicFramePr>
            <a:graphicFrameLocks noGrp="1"/>
          </p:cNvGraphicFramePr>
          <p:nvPr>
            <p:ph idx="1"/>
            <p:extLst>
              <p:ext uri="{D42A27DB-BD31-4B8C-83A1-F6EECF244321}">
                <p14:modId xmlns:p14="http://schemas.microsoft.com/office/powerpoint/2010/main" val="79682306"/>
              </p:ext>
            </p:extLst>
          </p:nvPr>
        </p:nvGraphicFramePr>
        <p:xfrm>
          <a:off x="4965691" y="225947"/>
          <a:ext cx="7028388" cy="58304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D569DA8E-5A3B-49EB-8526-3F4F6FA4AF1E}"/>
              </a:ext>
            </a:extLst>
          </p:cNvPr>
          <p:cNvSpPr txBox="1"/>
          <p:nvPr/>
        </p:nvSpPr>
        <p:spPr>
          <a:xfrm>
            <a:off x="10936900" y="899899"/>
            <a:ext cx="1496109" cy="369332"/>
          </a:xfrm>
          <a:prstGeom prst="rect">
            <a:avLst/>
          </a:prstGeom>
          <a:noFill/>
        </p:spPr>
        <p:txBody>
          <a:bodyPr wrap="square" rtlCol="0">
            <a:spAutoFit/>
          </a:bodyPr>
          <a:lstStyle/>
          <a:p>
            <a:r>
              <a:rPr lang="en-SG" dirty="0"/>
              <a:t>30 min</a:t>
            </a:r>
          </a:p>
        </p:txBody>
      </p:sp>
      <p:pic>
        <p:nvPicPr>
          <p:cNvPr id="4" name="Picture 3">
            <a:extLst>
              <a:ext uri="{FF2B5EF4-FFF2-40B4-BE49-F238E27FC236}">
                <a16:creationId xmlns:a16="http://schemas.microsoft.com/office/drawing/2014/main" id="{5754716C-D5BA-4833-9D7B-907AB37823B6}"/>
              </a:ext>
            </a:extLst>
          </p:cNvPr>
          <p:cNvPicPr>
            <a:picLocks noChangeAspect="1"/>
          </p:cNvPicPr>
          <p:nvPr/>
        </p:nvPicPr>
        <p:blipFill>
          <a:blip r:embed="rId9"/>
          <a:stretch>
            <a:fillRect/>
          </a:stretch>
        </p:blipFill>
        <p:spPr>
          <a:xfrm>
            <a:off x="11389665" y="5416720"/>
            <a:ext cx="590581" cy="547858"/>
          </a:xfrm>
          <a:prstGeom prst="rect">
            <a:avLst/>
          </a:prstGeom>
        </p:spPr>
      </p:pic>
      <p:sp>
        <p:nvSpPr>
          <p:cNvPr id="7" name="Slide Number Placeholder 6">
            <a:extLst>
              <a:ext uri="{FF2B5EF4-FFF2-40B4-BE49-F238E27FC236}">
                <a16:creationId xmlns:a16="http://schemas.microsoft.com/office/drawing/2014/main" id="{27EA951F-B85C-448E-A83E-7A18D5B1164A}"/>
              </a:ext>
            </a:extLst>
          </p:cNvPr>
          <p:cNvSpPr>
            <a:spLocks noGrp="1"/>
          </p:cNvSpPr>
          <p:nvPr>
            <p:ph type="sldNum" sz="quarter" idx="12"/>
          </p:nvPr>
        </p:nvSpPr>
        <p:spPr/>
        <p:txBody>
          <a:bodyPr/>
          <a:lstStyle/>
          <a:p>
            <a:pPr>
              <a:defRPr/>
            </a:pPr>
            <a:fld id="{DED844A1-92AD-47AC-9FCE-04C3D7543A67}" type="slidenum">
              <a:rPr lang="en-US" altLang="en-US" smtClean="0"/>
              <a:pPr>
                <a:defRPr/>
              </a:pPr>
              <a:t>7</a:t>
            </a:fld>
            <a:endParaRPr lang="en-US" altLang="en-US"/>
          </a:p>
        </p:txBody>
      </p:sp>
      <p:sp>
        <p:nvSpPr>
          <p:cNvPr id="10" name="TextBox 9">
            <a:extLst>
              <a:ext uri="{FF2B5EF4-FFF2-40B4-BE49-F238E27FC236}">
                <a16:creationId xmlns:a16="http://schemas.microsoft.com/office/drawing/2014/main" id="{A4DE235C-CFBA-49AB-9D0A-46BE045F5940}"/>
              </a:ext>
            </a:extLst>
          </p:cNvPr>
          <p:cNvSpPr txBox="1"/>
          <p:nvPr/>
        </p:nvSpPr>
        <p:spPr>
          <a:xfrm>
            <a:off x="10849585" y="2514257"/>
            <a:ext cx="1496109" cy="369332"/>
          </a:xfrm>
          <a:prstGeom prst="rect">
            <a:avLst/>
          </a:prstGeom>
          <a:noFill/>
        </p:spPr>
        <p:txBody>
          <a:bodyPr wrap="square" rtlCol="0">
            <a:spAutoFit/>
          </a:bodyPr>
          <a:lstStyle/>
          <a:p>
            <a:r>
              <a:rPr lang="en-SG" dirty="0"/>
              <a:t>30 min</a:t>
            </a:r>
          </a:p>
        </p:txBody>
      </p:sp>
      <p:sp>
        <p:nvSpPr>
          <p:cNvPr id="12" name="TextBox 11">
            <a:extLst>
              <a:ext uri="{FF2B5EF4-FFF2-40B4-BE49-F238E27FC236}">
                <a16:creationId xmlns:a16="http://schemas.microsoft.com/office/drawing/2014/main" id="{17411C0D-2B51-4F38-AD20-24AE3634720A}"/>
              </a:ext>
            </a:extLst>
          </p:cNvPr>
          <p:cNvSpPr txBox="1"/>
          <p:nvPr/>
        </p:nvSpPr>
        <p:spPr>
          <a:xfrm>
            <a:off x="11102651" y="4128615"/>
            <a:ext cx="1496109" cy="369332"/>
          </a:xfrm>
          <a:prstGeom prst="rect">
            <a:avLst/>
          </a:prstGeom>
          <a:noFill/>
        </p:spPr>
        <p:txBody>
          <a:bodyPr wrap="square" rtlCol="0">
            <a:spAutoFit/>
          </a:bodyPr>
          <a:lstStyle/>
          <a:p>
            <a:r>
              <a:rPr lang="en-SG" dirty="0"/>
              <a:t>15 min</a:t>
            </a:r>
          </a:p>
        </p:txBody>
      </p:sp>
      <p:sp>
        <p:nvSpPr>
          <p:cNvPr id="3" name="TextBox 2">
            <a:extLst>
              <a:ext uri="{FF2B5EF4-FFF2-40B4-BE49-F238E27FC236}">
                <a16:creationId xmlns:a16="http://schemas.microsoft.com/office/drawing/2014/main" id="{0014C57E-3BE5-C4C9-D1B9-1C9A6E428AA4}"/>
              </a:ext>
            </a:extLst>
          </p:cNvPr>
          <p:cNvSpPr txBox="1"/>
          <p:nvPr/>
        </p:nvSpPr>
        <p:spPr>
          <a:xfrm>
            <a:off x="10849584" y="3132619"/>
            <a:ext cx="1496109" cy="369332"/>
          </a:xfrm>
          <a:prstGeom prst="rect">
            <a:avLst/>
          </a:prstGeom>
          <a:noFill/>
        </p:spPr>
        <p:txBody>
          <a:bodyPr wrap="square" rtlCol="0">
            <a:spAutoFit/>
          </a:bodyPr>
          <a:lstStyle/>
          <a:p>
            <a:r>
              <a:rPr lang="en-SG" dirty="0"/>
              <a:t>30 min</a:t>
            </a:r>
          </a:p>
        </p:txBody>
      </p:sp>
    </p:spTree>
    <p:custDataLst>
      <p:tags r:id="rId1"/>
    </p:custDataLst>
    <p:extLst>
      <p:ext uri="{BB962C8B-B14F-4D97-AF65-F5344CB8AC3E}">
        <p14:creationId xmlns:p14="http://schemas.microsoft.com/office/powerpoint/2010/main" val="990853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61363234-E0BA-4476-B051-D8D9FA506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70646"/>
            <a:ext cx="4062884" cy="57213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B905DC-E478-47D8-9E5D-AE0955BF33CC}"/>
              </a:ext>
            </a:extLst>
          </p:cNvPr>
          <p:cNvSpPr>
            <a:spLocks noGrp="1"/>
          </p:cNvSpPr>
          <p:nvPr>
            <p:ph type="title"/>
          </p:nvPr>
        </p:nvSpPr>
        <p:spPr>
          <a:xfrm>
            <a:off x="645459" y="1200863"/>
            <a:ext cx="3119717" cy="4306007"/>
          </a:xfrm>
        </p:spPr>
        <p:txBody>
          <a:bodyPr>
            <a:normAutofit/>
          </a:bodyPr>
          <a:lstStyle/>
          <a:p>
            <a:r>
              <a:rPr lang="en-SG" dirty="0">
                <a:solidFill>
                  <a:schemeClr val="bg1"/>
                </a:solidFill>
              </a:rPr>
              <a:t>Today’s Learning Topics</a:t>
            </a:r>
          </a:p>
        </p:txBody>
      </p:sp>
      <p:sp>
        <p:nvSpPr>
          <p:cNvPr id="27" name="Rectangle 26">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6572"/>
            <a:ext cx="4056987" cy="51328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20996" y="534650"/>
            <a:ext cx="8071002" cy="568327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FA286C7-EFC7-4DFE-967A-7E37BA0F3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92001"/>
            <a:ext cx="121920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sp>
        <p:nvSpPr>
          <p:cNvPr id="33" name="Rectangle 32">
            <a:extLst>
              <a:ext uri="{FF2B5EF4-FFF2-40B4-BE49-F238E27FC236}">
                <a16:creationId xmlns:a16="http://schemas.microsoft.com/office/drawing/2014/main" id="{10C9F0E8-EF8B-43C1-9C77-E9DDAF1A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59990"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sp>
        <p:nvSpPr>
          <p:cNvPr id="35" name="Rectangle 34">
            <a:extLst>
              <a:ext uri="{FF2B5EF4-FFF2-40B4-BE49-F238E27FC236}">
                <a16:creationId xmlns:a16="http://schemas.microsoft.com/office/drawing/2014/main" id="{379DC473-98F8-45DF-B136-EC0F0F4C6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70645"/>
            <a:ext cx="121920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graphicFrame>
        <p:nvGraphicFramePr>
          <p:cNvPr id="5" name="Content Placeholder 2">
            <a:extLst>
              <a:ext uri="{FF2B5EF4-FFF2-40B4-BE49-F238E27FC236}">
                <a16:creationId xmlns:a16="http://schemas.microsoft.com/office/drawing/2014/main" id="{8B3E1169-9C52-48CA-9893-B4FEF9130416}"/>
              </a:ext>
            </a:extLst>
          </p:cNvPr>
          <p:cNvGraphicFramePr>
            <a:graphicFrameLocks noGrp="1"/>
          </p:cNvGraphicFramePr>
          <p:nvPr>
            <p:ph idx="1"/>
            <p:extLst>
              <p:ext uri="{D42A27DB-BD31-4B8C-83A1-F6EECF244321}">
                <p14:modId xmlns:p14="http://schemas.microsoft.com/office/powerpoint/2010/main" val="950949464"/>
              </p:ext>
            </p:extLst>
          </p:nvPr>
        </p:nvGraphicFramePr>
        <p:xfrm>
          <a:off x="4757929" y="1164597"/>
          <a:ext cx="6790606" cy="43785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420243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FD259-51DA-4D8B-8B4F-7B5A536FCD6C}"/>
              </a:ext>
            </a:extLst>
          </p:cNvPr>
          <p:cNvSpPr>
            <a:spLocks noGrp="1"/>
          </p:cNvSpPr>
          <p:nvPr>
            <p:ph type="title"/>
          </p:nvPr>
        </p:nvSpPr>
        <p:spPr/>
        <p:txBody>
          <a:bodyPr/>
          <a:lstStyle/>
          <a:p>
            <a:r>
              <a:rPr lang="en-SG" dirty="0"/>
              <a:t>Activity 1</a:t>
            </a:r>
          </a:p>
        </p:txBody>
      </p:sp>
      <p:sp>
        <p:nvSpPr>
          <p:cNvPr id="3" name="Content Placeholder 2">
            <a:extLst>
              <a:ext uri="{FF2B5EF4-FFF2-40B4-BE49-F238E27FC236}">
                <a16:creationId xmlns:a16="http://schemas.microsoft.com/office/drawing/2014/main" id="{20A99E51-A7DB-49A2-8DBC-C252E964EC30}"/>
              </a:ext>
            </a:extLst>
          </p:cNvPr>
          <p:cNvSpPr>
            <a:spLocks noGrp="1"/>
          </p:cNvSpPr>
          <p:nvPr>
            <p:ph idx="1"/>
          </p:nvPr>
        </p:nvSpPr>
        <p:spPr>
          <a:xfrm>
            <a:off x="5050905" y="334723"/>
            <a:ext cx="6172412" cy="5898437"/>
          </a:xfrm>
        </p:spPr>
        <p:txBody>
          <a:bodyPr>
            <a:normAutofit/>
          </a:bodyPr>
          <a:lstStyle/>
          <a:p>
            <a:r>
              <a:rPr lang="en-US" sz="2400" dirty="0"/>
              <a:t>What data do you check before you leave your house to take a bus to school?</a:t>
            </a:r>
          </a:p>
          <a:p>
            <a:endParaRPr lang="en-US" sz="2400" dirty="0"/>
          </a:p>
          <a:p>
            <a:r>
              <a:rPr lang="en-US" sz="2400" dirty="0"/>
              <a:t>What data does a fitness tracker collect?</a:t>
            </a:r>
          </a:p>
          <a:p>
            <a:endParaRPr lang="en-US" sz="2400" dirty="0"/>
          </a:p>
          <a:p>
            <a:r>
              <a:rPr lang="en-US" sz="2400" dirty="0"/>
              <a:t>Are these data useful?</a:t>
            </a:r>
          </a:p>
          <a:p>
            <a:endParaRPr lang="en-US" sz="2400" dirty="0"/>
          </a:p>
          <a:p>
            <a:endParaRPr lang="en-US" sz="2400" dirty="0"/>
          </a:p>
        </p:txBody>
      </p:sp>
      <p:pic>
        <p:nvPicPr>
          <p:cNvPr id="4" name="Picture 3">
            <a:extLst>
              <a:ext uri="{FF2B5EF4-FFF2-40B4-BE49-F238E27FC236}">
                <a16:creationId xmlns:a16="http://schemas.microsoft.com/office/drawing/2014/main" id="{C3E22EAC-A1FA-DC27-6921-0FFD6E83B8D6}"/>
              </a:ext>
            </a:extLst>
          </p:cNvPr>
          <p:cNvPicPr>
            <a:picLocks noChangeAspect="1"/>
          </p:cNvPicPr>
          <p:nvPr/>
        </p:nvPicPr>
        <p:blipFill>
          <a:blip r:embed="rId4"/>
          <a:stretch>
            <a:fillRect/>
          </a:stretch>
        </p:blipFill>
        <p:spPr>
          <a:xfrm>
            <a:off x="9922356" y="3429000"/>
            <a:ext cx="1626726" cy="1626726"/>
          </a:xfrm>
          <a:prstGeom prst="rect">
            <a:avLst/>
          </a:prstGeom>
        </p:spPr>
      </p:pic>
    </p:spTree>
    <p:custDataLst>
      <p:tags r:id="rId1"/>
    </p:custDataLst>
    <p:extLst>
      <p:ext uri="{BB962C8B-B14F-4D97-AF65-F5344CB8AC3E}">
        <p14:creationId xmlns:p14="http://schemas.microsoft.com/office/powerpoint/2010/main" val="2077066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D000C23-E7C4-47A4-959E-D03967B32E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3">
            <a:extLst>
              <a:ext uri="{FF2B5EF4-FFF2-40B4-BE49-F238E27FC236}">
                <a16:creationId xmlns:a16="http://schemas.microsoft.com/office/drawing/2014/main" id="{AAEBD1DC-22EA-430E-BB12-14A30E8F4384}"/>
              </a:ext>
            </a:extLst>
          </p:cNvPr>
          <p:cNvPicPr>
            <a:picLocks noChangeAspect="1"/>
          </p:cNvPicPr>
          <p:nvPr/>
        </p:nvPicPr>
        <p:blipFill rotWithShape="1">
          <a:blip r:embed="rId4"/>
          <a:srcRect t="13308" r="1" b="14651"/>
          <a:stretch/>
        </p:blipFill>
        <p:spPr>
          <a:xfrm>
            <a:off x="-1" y="10"/>
            <a:ext cx="4677553" cy="2249312"/>
          </a:xfrm>
          <a:prstGeom prst="rect">
            <a:avLst/>
          </a:prstGeom>
        </p:spPr>
      </p:pic>
      <p:pic>
        <p:nvPicPr>
          <p:cNvPr id="7" name="Picture 6">
            <a:extLst>
              <a:ext uri="{FF2B5EF4-FFF2-40B4-BE49-F238E27FC236}">
                <a16:creationId xmlns:a16="http://schemas.microsoft.com/office/drawing/2014/main" id="{A471215A-6560-4796-AC3A-04FF0B179B81}"/>
              </a:ext>
            </a:extLst>
          </p:cNvPr>
          <p:cNvPicPr>
            <a:picLocks noChangeAspect="1"/>
          </p:cNvPicPr>
          <p:nvPr/>
        </p:nvPicPr>
        <p:blipFill rotWithShape="1">
          <a:blip r:embed="rId5"/>
          <a:srcRect t="1650" r="1" b="9302"/>
          <a:stretch/>
        </p:blipFill>
        <p:spPr>
          <a:xfrm>
            <a:off x="-1217" y="2311347"/>
            <a:ext cx="4614761" cy="2249895"/>
          </a:xfrm>
          <a:prstGeom prst="rect">
            <a:avLst/>
          </a:prstGeom>
        </p:spPr>
      </p:pic>
      <p:pic>
        <p:nvPicPr>
          <p:cNvPr id="6" name="Picture 5">
            <a:extLst>
              <a:ext uri="{FF2B5EF4-FFF2-40B4-BE49-F238E27FC236}">
                <a16:creationId xmlns:a16="http://schemas.microsoft.com/office/drawing/2014/main" id="{6D174A68-9913-4873-A1B6-E92ED6DDE896}"/>
              </a:ext>
            </a:extLst>
          </p:cNvPr>
          <p:cNvPicPr>
            <a:picLocks noChangeAspect="1"/>
          </p:cNvPicPr>
          <p:nvPr/>
        </p:nvPicPr>
        <p:blipFill rotWithShape="1">
          <a:blip r:embed="rId6"/>
          <a:srcRect r="15758" b="2"/>
          <a:stretch/>
        </p:blipFill>
        <p:spPr>
          <a:xfrm>
            <a:off x="-1217" y="4608676"/>
            <a:ext cx="4678773" cy="2249322"/>
          </a:xfrm>
          <a:prstGeom prst="rect">
            <a:avLst/>
          </a:prstGeom>
        </p:spPr>
      </p:pic>
      <p:sp>
        <p:nvSpPr>
          <p:cNvPr id="32" name="Rectangle 31">
            <a:extLst>
              <a:ext uri="{FF2B5EF4-FFF2-40B4-BE49-F238E27FC236}">
                <a16:creationId xmlns:a16="http://schemas.microsoft.com/office/drawing/2014/main" id="{80A17507-890B-423E-9E12-BCDC9049D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8B0F70A-99FB-43EE-922F-C3C1DF8CB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EEB7D7-E3B5-4525-A9F4-EDE7548008C5}"/>
              </a:ext>
            </a:extLst>
          </p:cNvPr>
          <p:cNvSpPr>
            <a:spLocks noGrp="1"/>
          </p:cNvSpPr>
          <p:nvPr>
            <p:ph type="title"/>
          </p:nvPr>
        </p:nvSpPr>
        <p:spPr>
          <a:xfrm>
            <a:off x="5376668" y="673308"/>
            <a:ext cx="6172412" cy="1580890"/>
          </a:xfrm>
        </p:spPr>
        <p:txBody>
          <a:bodyPr>
            <a:normAutofit/>
          </a:bodyPr>
          <a:lstStyle/>
          <a:p>
            <a:r>
              <a:rPr lang="en-SG" dirty="0"/>
              <a:t>Big Data (The 3 Vs’)</a:t>
            </a:r>
          </a:p>
        </p:txBody>
      </p:sp>
      <p:sp>
        <p:nvSpPr>
          <p:cNvPr id="36" name="Rectangle 35">
            <a:extLst>
              <a:ext uri="{FF2B5EF4-FFF2-40B4-BE49-F238E27FC236}">
                <a16:creationId xmlns:a16="http://schemas.microsoft.com/office/drawing/2014/main" id="{5339CA27-1B4E-4005-9597-6F77252D4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49324"/>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7314567-65CC-46DE-BED1-B5E634195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46655"/>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B4C7B27A-B2C8-4625-8652-6A6025EDECC0}"/>
              </a:ext>
            </a:extLst>
          </p:cNvPr>
          <p:cNvSpPr>
            <a:spLocks noGrp="1"/>
          </p:cNvSpPr>
          <p:nvPr>
            <p:ph idx="1"/>
          </p:nvPr>
        </p:nvSpPr>
        <p:spPr>
          <a:xfrm>
            <a:off x="5376671" y="2353586"/>
            <a:ext cx="6172409" cy="4047214"/>
          </a:xfrm>
        </p:spPr>
        <p:txBody>
          <a:bodyPr anchor="t">
            <a:normAutofit lnSpcReduction="10000"/>
          </a:bodyPr>
          <a:lstStyle/>
          <a:p>
            <a:pPr marL="342900" indent="-342900">
              <a:buFont typeface="Arial" panose="020B0604020202020204" pitchFamily="34" charset="0"/>
              <a:buChar char="•"/>
            </a:pPr>
            <a:r>
              <a:rPr lang="en-US" sz="2400" dirty="0"/>
              <a:t>Data is streaming at very high speed (</a:t>
            </a:r>
            <a:r>
              <a:rPr lang="en-US" sz="2400" dirty="0">
                <a:solidFill>
                  <a:srgbClr val="FF0000"/>
                </a:solidFill>
              </a:rPr>
              <a:t>Ve</a:t>
            </a:r>
            <a:r>
              <a:rPr lang="en-US" sz="2400" dirty="0"/>
              <a:t>locity).</a:t>
            </a:r>
          </a:p>
          <a:p>
            <a:pPr marL="342900" indent="-342900">
              <a:buFont typeface="Arial" panose="020B0604020202020204" pitchFamily="34" charset="0"/>
              <a:buChar char="•"/>
            </a:pPr>
            <a:r>
              <a:rPr lang="en-US" sz="2400" dirty="0">
                <a:solidFill>
                  <a:srgbClr val="FF0000"/>
                </a:solidFill>
              </a:rPr>
              <a:t>V</a:t>
            </a:r>
            <a:r>
              <a:rPr lang="en-US" sz="2400" dirty="0"/>
              <a:t>olume of data</a:t>
            </a:r>
          </a:p>
          <a:p>
            <a:pPr marL="2263140" lvl="5" indent="-342900">
              <a:buFont typeface="Arial" panose="020B0604020202020204" pitchFamily="34" charset="0"/>
              <a:buChar char="•"/>
            </a:pPr>
            <a:r>
              <a:rPr lang="en-US" sz="2000" dirty="0"/>
              <a:t>Where are these data come from?</a:t>
            </a:r>
          </a:p>
          <a:p>
            <a:pPr marL="342900" indent="-342900">
              <a:buFont typeface="Arial" panose="020B0604020202020204" pitchFamily="34" charset="0"/>
              <a:buChar char="•"/>
            </a:pPr>
            <a:r>
              <a:rPr lang="en-US" sz="2400" dirty="0">
                <a:solidFill>
                  <a:srgbClr val="FF0000"/>
                </a:solidFill>
              </a:rPr>
              <a:t>V</a:t>
            </a:r>
            <a:r>
              <a:rPr lang="en-US" sz="2400" dirty="0"/>
              <a:t>ariety of data</a:t>
            </a:r>
          </a:p>
          <a:p>
            <a:pPr marL="2263140" lvl="5" indent="-342900">
              <a:buFont typeface="Arial" panose="020B0604020202020204" pitchFamily="34" charset="0"/>
              <a:buChar char="•"/>
            </a:pPr>
            <a:r>
              <a:rPr lang="en-US" sz="2000" dirty="0"/>
              <a:t>What are the different forms of data?</a:t>
            </a:r>
          </a:p>
        </p:txBody>
      </p:sp>
    </p:spTree>
    <p:custDataLst>
      <p:tags r:id="rId1"/>
    </p:custDataLst>
    <p:extLst>
      <p:ext uri="{BB962C8B-B14F-4D97-AF65-F5344CB8AC3E}">
        <p14:creationId xmlns:p14="http://schemas.microsoft.com/office/powerpoint/2010/main" val="1550078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SG"/>
          </a:p>
        </p:txBody>
      </p:sp>
      <p:sp>
        <p:nvSpPr>
          <p:cNvPr id="13" name="Rectangle 12">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5508"/>
            <a:ext cx="4668819"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CA54DB-96F2-5244-EB7F-923ED3BCE34F}"/>
              </a:ext>
            </a:extLst>
          </p:cNvPr>
          <p:cNvSpPr>
            <a:spLocks noGrp="1"/>
          </p:cNvSpPr>
          <p:nvPr>
            <p:ph type="title"/>
          </p:nvPr>
        </p:nvSpPr>
        <p:spPr>
          <a:xfrm>
            <a:off x="463825" y="1709530"/>
            <a:ext cx="3754671" cy="2528515"/>
          </a:xfrm>
        </p:spPr>
        <p:txBody>
          <a:bodyPr vert="horz" lIns="109728" tIns="109728" rIns="109728" bIns="91440" rtlCol="0" anchor="b">
            <a:normAutofit/>
          </a:bodyPr>
          <a:lstStyle/>
          <a:p>
            <a:pPr>
              <a:lnSpc>
                <a:spcPct val="125000"/>
              </a:lnSpc>
            </a:pPr>
            <a:r>
              <a:rPr lang="en-US" b="0" cap="all" dirty="0">
                <a:solidFill>
                  <a:schemeClr val="bg1"/>
                </a:solidFill>
              </a:rPr>
              <a:t>Smart City and Smart Lamp-post</a:t>
            </a:r>
          </a:p>
        </p:txBody>
      </p:sp>
      <p:sp>
        <p:nvSpPr>
          <p:cNvPr id="19" name="Rectangle 18">
            <a:extLst>
              <a:ext uri="{FF2B5EF4-FFF2-40B4-BE49-F238E27FC236}">
                <a16:creationId xmlns:a16="http://schemas.microsoft.com/office/drawing/2014/main" id="{BBD49B71-B686-4DFD-93AD-40CB19B62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2066" y="0"/>
            <a:ext cx="7519934"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title="GovTech Kindergarten EP2 : What is a Smart Lamp Post?">
            <a:hlinkClick r:id="" action="ppaction://media"/>
            <a:extLst>
              <a:ext uri="{FF2B5EF4-FFF2-40B4-BE49-F238E27FC236}">
                <a16:creationId xmlns:a16="http://schemas.microsoft.com/office/drawing/2014/main" id="{1C8ADD74-0AE7-7FB3-CFA9-0CCFFE4A63D7}"/>
              </a:ext>
            </a:extLst>
          </p:cNvPr>
          <p:cNvPicPr>
            <a:picLocks noGrp="1" noRot="1" noChangeAspect="1"/>
          </p:cNvPicPr>
          <p:nvPr>
            <p:ph idx="1"/>
            <a:videoFile r:link="rId1"/>
          </p:nvPr>
        </p:nvPicPr>
        <p:blipFill>
          <a:blip r:embed="rId4"/>
          <a:stretch>
            <a:fillRect/>
          </a:stretch>
        </p:blipFill>
        <p:spPr>
          <a:xfrm>
            <a:off x="5312285" y="1842215"/>
            <a:ext cx="6236248" cy="3523480"/>
          </a:xfrm>
          <a:prstGeom prst="rect">
            <a:avLst/>
          </a:prstGeom>
        </p:spPr>
      </p:pic>
      <p:sp>
        <p:nvSpPr>
          <p:cNvPr id="21" name="Rectangle 20">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6534"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B86A624-A429-6441-4A05-00E697B85533}"/>
              </a:ext>
            </a:extLst>
          </p:cNvPr>
          <p:cNvSpPr txBox="1"/>
          <p:nvPr/>
        </p:nvSpPr>
        <p:spPr>
          <a:xfrm>
            <a:off x="215738" y="4719364"/>
            <a:ext cx="4250844" cy="923330"/>
          </a:xfrm>
          <a:prstGeom prst="rect">
            <a:avLst/>
          </a:prstGeom>
          <a:noFill/>
        </p:spPr>
        <p:txBody>
          <a:bodyPr wrap="none" rtlCol="0">
            <a:spAutoFit/>
          </a:bodyPr>
          <a:lstStyle/>
          <a:p>
            <a:r>
              <a:rPr lang="en-US" dirty="0">
                <a:solidFill>
                  <a:schemeClr val="bg1"/>
                </a:solidFill>
              </a:rPr>
              <a:t>A video created by </a:t>
            </a:r>
            <a:r>
              <a:rPr lang="en-US" dirty="0" err="1">
                <a:solidFill>
                  <a:schemeClr val="bg1"/>
                </a:solidFill>
              </a:rPr>
              <a:t>GovTech</a:t>
            </a:r>
            <a:endParaRPr lang="en-US" dirty="0">
              <a:solidFill>
                <a:schemeClr val="bg1"/>
              </a:solidFill>
            </a:endParaRPr>
          </a:p>
          <a:p>
            <a:r>
              <a:rPr lang="en-US" dirty="0">
                <a:solidFill>
                  <a:schemeClr val="bg1"/>
                </a:solidFill>
              </a:rPr>
              <a:t>To educate public on video analytics</a:t>
            </a:r>
          </a:p>
          <a:p>
            <a:r>
              <a:rPr lang="en-US" dirty="0">
                <a:solidFill>
                  <a:schemeClr val="bg1"/>
                </a:solidFill>
              </a:rPr>
              <a:t>(2019) 3 min</a:t>
            </a:r>
            <a:endParaRPr lang="en-SG" dirty="0">
              <a:solidFill>
                <a:schemeClr val="bg1"/>
              </a:solidFill>
            </a:endParaRPr>
          </a:p>
        </p:txBody>
      </p:sp>
      <p:sp>
        <p:nvSpPr>
          <p:cNvPr id="6" name="TextBox 5">
            <a:extLst>
              <a:ext uri="{FF2B5EF4-FFF2-40B4-BE49-F238E27FC236}">
                <a16:creationId xmlns:a16="http://schemas.microsoft.com/office/drawing/2014/main" id="{EACA7269-AD05-4A0E-2E79-76D6B745F82F}"/>
              </a:ext>
            </a:extLst>
          </p:cNvPr>
          <p:cNvSpPr txBox="1"/>
          <p:nvPr/>
        </p:nvSpPr>
        <p:spPr>
          <a:xfrm>
            <a:off x="5056856" y="5788682"/>
            <a:ext cx="6096000" cy="276999"/>
          </a:xfrm>
          <a:prstGeom prst="rect">
            <a:avLst/>
          </a:prstGeom>
          <a:noFill/>
        </p:spPr>
        <p:txBody>
          <a:bodyPr wrap="square">
            <a:spAutoFit/>
          </a:bodyPr>
          <a:lstStyle/>
          <a:p>
            <a:r>
              <a:rPr lang="en-SG" sz="1200" dirty="0">
                <a:hlinkClick r:id="rId5"/>
              </a:rPr>
              <a:t>https://youtu.be/x8HxxVbSvS8?si=up357IGvm1v973Yyy</a:t>
            </a:r>
            <a:r>
              <a:rPr lang="en-SG" sz="1200" dirty="0"/>
              <a:t>  </a:t>
            </a:r>
          </a:p>
        </p:txBody>
      </p:sp>
    </p:spTree>
    <p:extLst>
      <p:ext uri="{BB962C8B-B14F-4D97-AF65-F5344CB8AC3E}">
        <p14:creationId xmlns:p14="http://schemas.microsoft.com/office/powerpoint/2010/main" val="323795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CD9C6-14EB-47CA-9B17-85E0D20866E3}"/>
              </a:ext>
            </a:extLst>
          </p:cNvPr>
          <p:cNvSpPr>
            <a:spLocks noGrp="1"/>
          </p:cNvSpPr>
          <p:nvPr>
            <p:ph type="title"/>
          </p:nvPr>
        </p:nvSpPr>
        <p:spPr/>
        <p:txBody>
          <a:bodyPr/>
          <a:lstStyle/>
          <a:p>
            <a:r>
              <a:rPr lang="en-SG" dirty="0"/>
              <a:t>Summary of Activity 1</a:t>
            </a:r>
          </a:p>
        </p:txBody>
      </p:sp>
      <p:sp>
        <p:nvSpPr>
          <p:cNvPr id="3" name="Content Placeholder 2">
            <a:extLst>
              <a:ext uri="{FF2B5EF4-FFF2-40B4-BE49-F238E27FC236}">
                <a16:creationId xmlns:a16="http://schemas.microsoft.com/office/drawing/2014/main" id="{2D1C4262-84F2-46FB-9FC7-545CB5497CD9}"/>
              </a:ext>
            </a:extLst>
          </p:cNvPr>
          <p:cNvSpPr>
            <a:spLocks noGrp="1"/>
          </p:cNvSpPr>
          <p:nvPr>
            <p:ph idx="1"/>
          </p:nvPr>
        </p:nvSpPr>
        <p:spPr>
          <a:xfrm>
            <a:off x="5089358" y="705113"/>
            <a:ext cx="6978315" cy="5197497"/>
          </a:xfrm>
        </p:spPr>
        <p:txBody>
          <a:bodyPr>
            <a:noAutofit/>
          </a:bodyPr>
          <a:lstStyle/>
          <a:p>
            <a:pPr marL="342900" indent="-342900">
              <a:lnSpc>
                <a:spcPct val="200000"/>
              </a:lnSpc>
              <a:buAutoNum type="arabicPeriod"/>
            </a:pPr>
            <a:r>
              <a:rPr lang="en-SG" sz="2000" dirty="0"/>
              <a:t>Data exists in ____________ forms.</a:t>
            </a:r>
          </a:p>
          <a:p>
            <a:pPr marL="342900" indent="-342900">
              <a:lnSpc>
                <a:spcPct val="200000"/>
              </a:lnSpc>
              <a:buAutoNum type="arabicPeriod"/>
            </a:pPr>
            <a:r>
              <a:rPr lang="en-SG" sz="2000" dirty="0"/>
              <a:t>Data can be N________, I______ and V_______.</a:t>
            </a:r>
          </a:p>
          <a:p>
            <a:pPr marL="342900" indent="-342900">
              <a:lnSpc>
                <a:spcPct val="200000"/>
              </a:lnSpc>
              <a:buAutoNum type="arabicPeriod"/>
            </a:pPr>
            <a:r>
              <a:rPr lang="en-SG" sz="2000" dirty="0"/>
              <a:t>We use data to _________ the situation; to m__________ outcome , to v__________ hypothesis; to _________ decision.  </a:t>
            </a:r>
          </a:p>
          <a:p>
            <a:pPr marL="342900" indent="-342900">
              <a:lnSpc>
                <a:spcPct val="200000"/>
              </a:lnSpc>
              <a:buAutoNum type="arabicPeriod"/>
            </a:pPr>
            <a:r>
              <a:rPr lang="en-SG" sz="2000" dirty="0"/>
              <a:t>The method of using data to make decision is called ________________.</a:t>
            </a:r>
          </a:p>
        </p:txBody>
      </p:sp>
      <p:sp>
        <p:nvSpPr>
          <p:cNvPr id="4" name="TextBox 3">
            <a:extLst>
              <a:ext uri="{FF2B5EF4-FFF2-40B4-BE49-F238E27FC236}">
                <a16:creationId xmlns:a16="http://schemas.microsoft.com/office/drawing/2014/main" id="{4910F751-BBC8-46D9-98AF-9B77636FD8B7}"/>
              </a:ext>
            </a:extLst>
          </p:cNvPr>
          <p:cNvSpPr txBox="1"/>
          <p:nvPr/>
        </p:nvSpPr>
        <p:spPr>
          <a:xfrm>
            <a:off x="8014279" y="203994"/>
            <a:ext cx="1628907" cy="830997"/>
          </a:xfrm>
          <a:prstGeom prst="rect">
            <a:avLst/>
          </a:prstGeom>
          <a:noFill/>
        </p:spPr>
        <p:txBody>
          <a:bodyPr wrap="none" rtlCol="0">
            <a:spAutoFit/>
          </a:bodyPr>
          <a:lstStyle/>
          <a:p>
            <a:r>
              <a:rPr lang="en-SG" sz="2400" b="1" dirty="0">
                <a:solidFill>
                  <a:srgbClr val="0070C0"/>
                </a:solidFill>
              </a:rPr>
              <a:t>Many</a:t>
            </a:r>
          </a:p>
          <a:p>
            <a:r>
              <a:rPr lang="en-SG" sz="2400" b="1" dirty="0">
                <a:solidFill>
                  <a:srgbClr val="0070C0"/>
                </a:solidFill>
              </a:rPr>
              <a:t>Different</a:t>
            </a:r>
          </a:p>
        </p:txBody>
      </p:sp>
      <p:sp>
        <p:nvSpPr>
          <p:cNvPr id="5" name="TextBox 4">
            <a:extLst>
              <a:ext uri="{FF2B5EF4-FFF2-40B4-BE49-F238E27FC236}">
                <a16:creationId xmlns:a16="http://schemas.microsoft.com/office/drawing/2014/main" id="{562C01D4-2A27-4FEA-B546-B76ECCAA07E9}"/>
              </a:ext>
            </a:extLst>
          </p:cNvPr>
          <p:cNvSpPr txBox="1"/>
          <p:nvPr/>
        </p:nvSpPr>
        <p:spPr>
          <a:xfrm>
            <a:off x="7555404" y="1310522"/>
            <a:ext cx="1420582" cy="461665"/>
          </a:xfrm>
          <a:prstGeom prst="rect">
            <a:avLst/>
          </a:prstGeom>
          <a:noFill/>
        </p:spPr>
        <p:txBody>
          <a:bodyPr wrap="none" rtlCol="0">
            <a:spAutoFit/>
          </a:bodyPr>
          <a:lstStyle/>
          <a:p>
            <a:r>
              <a:rPr lang="en-SG" sz="2400" b="1" dirty="0">
                <a:solidFill>
                  <a:srgbClr val="0070C0"/>
                </a:solidFill>
              </a:rPr>
              <a:t>umbers</a:t>
            </a:r>
          </a:p>
        </p:txBody>
      </p:sp>
      <p:sp>
        <p:nvSpPr>
          <p:cNvPr id="6" name="TextBox 5">
            <a:extLst>
              <a:ext uri="{FF2B5EF4-FFF2-40B4-BE49-F238E27FC236}">
                <a16:creationId xmlns:a16="http://schemas.microsoft.com/office/drawing/2014/main" id="{AF3358B5-D5C8-4470-AA2A-2AC72160801D}"/>
              </a:ext>
            </a:extLst>
          </p:cNvPr>
          <p:cNvSpPr txBox="1"/>
          <p:nvPr/>
        </p:nvSpPr>
        <p:spPr>
          <a:xfrm>
            <a:off x="9452383" y="1310522"/>
            <a:ext cx="1260281" cy="461665"/>
          </a:xfrm>
          <a:prstGeom prst="rect">
            <a:avLst/>
          </a:prstGeom>
          <a:noFill/>
        </p:spPr>
        <p:txBody>
          <a:bodyPr wrap="none" rtlCol="0">
            <a:spAutoFit/>
          </a:bodyPr>
          <a:lstStyle/>
          <a:p>
            <a:r>
              <a:rPr lang="en-SG" sz="2400" b="1" dirty="0">
                <a:solidFill>
                  <a:srgbClr val="0070C0"/>
                </a:solidFill>
              </a:rPr>
              <a:t>mages</a:t>
            </a:r>
          </a:p>
        </p:txBody>
      </p:sp>
      <p:sp>
        <p:nvSpPr>
          <p:cNvPr id="7" name="TextBox 6">
            <a:extLst>
              <a:ext uri="{FF2B5EF4-FFF2-40B4-BE49-F238E27FC236}">
                <a16:creationId xmlns:a16="http://schemas.microsoft.com/office/drawing/2014/main" id="{68193212-E5C7-4E45-8E2C-582A35B67A3A}"/>
              </a:ext>
            </a:extLst>
          </p:cNvPr>
          <p:cNvSpPr txBox="1"/>
          <p:nvPr/>
        </p:nvSpPr>
        <p:spPr>
          <a:xfrm>
            <a:off x="5646394" y="1896514"/>
            <a:ext cx="1045479" cy="461665"/>
          </a:xfrm>
          <a:prstGeom prst="rect">
            <a:avLst/>
          </a:prstGeom>
          <a:noFill/>
        </p:spPr>
        <p:txBody>
          <a:bodyPr wrap="none" rtlCol="0">
            <a:spAutoFit/>
          </a:bodyPr>
          <a:lstStyle/>
          <a:p>
            <a:r>
              <a:rPr lang="en-SG" sz="2400" b="1" dirty="0" err="1">
                <a:solidFill>
                  <a:srgbClr val="0070C0"/>
                </a:solidFill>
              </a:rPr>
              <a:t>ideos</a:t>
            </a:r>
            <a:endParaRPr lang="en-SG" sz="2400" b="1" dirty="0">
              <a:solidFill>
                <a:srgbClr val="0070C0"/>
              </a:solidFill>
            </a:endParaRPr>
          </a:p>
        </p:txBody>
      </p:sp>
      <p:sp>
        <p:nvSpPr>
          <p:cNvPr id="8" name="TextBox 7">
            <a:extLst>
              <a:ext uri="{FF2B5EF4-FFF2-40B4-BE49-F238E27FC236}">
                <a16:creationId xmlns:a16="http://schemas.microsoft.com/office/drawing/2014/main" id="{F8987399-D565-4C6F-A102-324DA179BB39}"/>
              </a:ext>
            </a:extLst>
          </p:cNvPr>
          <p:cNvSpPr txBox="1"/>
          <p:nvPr/>
        </p:nvSpPr>
        <p:spPr>
          <a:xfrm>
            <a:off x="8014279" y="2195865"/>
            <a:ext cx="1592103" cy="830997"/>
          </a:xfrm>
          <a:prstGeom prst="rect">
            <a:avLst/>
          </a:prstGeom>
          <a:noFill/>
        </p:spPr>
        <p:txBody>
          <a:bodyPr wrap="none" rtlCol="0">
            <a:spAutoFit/>
          </a:bodyPr>
          <a:lstStyle/>
          <a:p>
            <a:r>
              <a:rPr lang="en-SG" sz="2400" b="1" dirty="0">
                <a:solidFill>
                  <a:srgbClr val="0070C0"/>
                </a:solidFill>
              </a:rPr>
              <a:t>Explain</a:t>
            </a:r>
          </a:p>
          <a:p>
            <a:r>
              <a:rPr lang="en-SG" sz="2400" b="1" dirty="0">
                <a:solidFill>
                  <a:srgbClr val="0070C0"/>
                </a:solidFill>
              </a:rPr>
              <a:t>Describe</a:t>
            </a:r>
          </a:p>
        </p:txBody>
      </p:sp>
      <p:sp>
        <p:nvSpPr>
          <p:cNvPr id="9" name="TextBox 8">
            <a:extLst>
              <a:ext uri="{FF2B5EF4-FFF2-40B4-BE49-F238E27FC236}">
                <a16:creationId xmlns:a16="http://schemas.microsoft.com/office/drawing/2014/main" id="{91A05A05-0122-476D-9143-6E75B040D1A3}"/>
              </a:ext>
            </a:extLst>
          </p:cNvPr>
          <p:cNvSpPr txBox="1"/>
          <p:nvPr/>
        </p:nvSpPr>
        <p:spPr>
          <a:xfrm>
            <a:off x="6142121" y="3271055"/>
            <a:ext cx="1284326" cy="461665"/>
          </a:xfrm>
          <a:prstGeom prst="rect">
            <a:avLst/>
          </a:prstGeom>
          <a:noFill/>
        </p:spPr>
        <p:txBody>
          <a:bodyPr wrap="none" rtlCol="0">
            <a:spAutoFit/>
          </a:bodyPr>
          <a:lstStyle/>
          <a:p>
            <a:r>
              <a:rPr lang="en-SG" sz="2400" b="1" dirty="0" err="1">
                <a:solidFill>
                  <a:srgbClr val="0070C0"/>
                </a:solidFill>
              </a:rPr>
              <a:t>easure</a:t>
            </a:r>
            <a:endParaRPr lang="en-SG" sz="2400" b="1" dirty="0">
              <a:solidFill>
                <a:srgbClr val="0070C0"/>
              </a:solidFill>
            </a:endParaRPr>
          </a:p>
        </p:txBody>
      </p:sp>
      <p:sp>
        <p:nvSpPr>
          <p:cNvPr id="10" name="TextBox 9">
            <a:extLst>
              <a:ext uri="{FF2B5EF4-FFF2-40B4-BE49-F238E27FC236}">
                <a16:creationId xmlns:a16="http://schemas.microsoft.com/office/drawing/2014/main" id="{EAA1DAEA-4C05-489B-B2DC-12D759DFD08A}"/>
              </a:ext>
            </a:extLst>
          </p:cNvPr>
          <p:cNvSpPr txBox="1"/>
          <p:nvPr/>
        </p:nvSpPr>
        <p:spPr>
          <a:xfrm>
            <a:off x="5646394" y="3825053"/>
            <a:ext cx="1287917" cy="461665"/>
          </a:xfrm>
          <a:prstGeom prst="rect">
            <a:avLst/>
          </a:prstGeom>
          <a:noFill/>
        </p:spPr>
        <p:txBody>
          <a:bodyPr wrap="none" rtlCol="0">
            <a:spAutoFit/>
          </a:bodyPr>
          <a:lstStyle/>
          <a:p>
            <a:r>
              <a:rPr lang="en-SG" sz="2400" b="1" dirty="0" err="1">
                <a:solidFill>
                  <a:srgbClr val="0070C0"/>
                </a:solidFill>
              </a:rPr>
              <a:t>alidate</a:t>
            </a:r>
            <a:endParaRPr lang="en-SG" sz="2400" b="1" dirty="0">
              <a:solidFill>
                <a:srgbClr val="0070C0"/>
              </a:solidFill>
            </a:endParaRPr>
          </a:p>
        </p:txBody>
      </p:sp>
      <p:sp>
        <p:nvSpPr>
          <p:cNvPr id="11" name="TextBox 10">
            <a:extLst>
              <a:ext uri="{FF2B5EF4-FFF2-40B4-BE49-F238E27FC236}">
                <a16:creationId xmlns:a16="http://schemas.microsoft.com/office/drawing/2014/main" id="{25B5F233-4F25-4AA8-9375-1E9BC345F13B}"/>
              </a:ext>
            </a:extLst>
          </p:cNvPr>
          <p:cNvSpPr txBox="1"/>
          <p:nvPr/>
        </p:nvSpPr>
        <p:spPr>
          <a:xfrm>
            <a:off x="10082523" y="3825052"/>
            <a:ext cx="1074846" cy="461665"/>
          </a:xfrm>
          <a:prstGeom prst="rect">
            <a:avLst/>
          </a:prstGeom>
          <a:noFill/>
        </p:spPr>
        <p:txBody>
          <a:bodyPr wrap="none" rtlCol="0">
            <a:spAutoFit/>
          </a:bodyPr>
          <a:lstStyle/>
          <a:p>
            <a:r>
              <a:rPr lang="en-SG" sz="2400" b="1" dirty="0">
                <a:solidFill>
                  <a:srgbClr val="0070C0"/>
                </a:solidFill>
              </a:rPr>
              <a:t>make</a:t>
            </a:r>
          </a:p>
        </p:txBody>
      </p:sp>
      <p:sp>
        <p:nvSpPr>
          <p:cNvPr id="12" name="TextBox 11">
            <a:extLst>
              <a:ext uri="{FF2B5EF4-FFF2-40B4-BE49-F238E27FC236}">
                <a16:creationId xmlns:a16="http://schemas.microsoft.com/office/drawing/2014/main" id="{269B710F-3580-4646-BAB1-9305E5DE0A90}"/>
              </a:ext>
            </a:extLst>
          </p:cNvPr>
          <p:cNvSpPr txBox="1"/>
          <p:nvPr/>
        </p:nvSpPr>
        <p:spPr>
          <a:xfrm>
            <a:off x="8383582" y="5698889"/>
            <a:ext cx="2121863" cy="461665"/>
          </a:xfrm>
          <a:prstGeom prst="rect">
            <a:avLst/>
          </a:prstGeom>
          <a:noFill/>
        </p:spPr>
        <p:txBody>
          <a:bodyPr wrap="none" rtlCol="0">
            <a:spAutoFit/>
          </a:bodyPr>
          <a:lstStyle/>
          <a:p>
            <a:r>
              <a:rPr lang="en-SG" sz="2400" b="1" dirty="0">
                <a:solidFill>
                  <a:srgbClr val="0070C0"/>
                </a:solidFill>
              </a:rPr>
              <a:t>Data-driven</a:t>
            </a:r>
          </a:p>
        </p:txBody>
      </p:sp>
    </p:spTree>
    <p:custDataLst>
      <p:tags r:id="rId1"/>
    </p:custDataLst>
    <p:extLst>
      <p:ext uri="{BB962C8B-B14F-4D97-AF65-F5344CB8AC3E}">
        <p14:creationId xmlns:p14="http://schemas.microsoft.com/office/powerpoint/2010/main" val="286332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CD9C6-14EB-47CA-9B17-85E0D20866E3}"/>
              </a:ext>
            </a:extLst>
          </p:cNvPr>
          <p:cNvSpPr>
            <a:spLocks noGrp="1"/>
          </p:cNvSpPr>
          <p:nvPr>
            <p:ph type="title"/>
          </p:nvPr>
        </p:nvSpPr>
        <p:spPr/>
        <p:txBody>
          <a:bodyPr>
            <a:normAutofit/>
          </a:bodyPr>
          <a:lstStyle/>
          <a:p>
            <a:r>
              <a:rPr lang="en-SG" sz="3200" dirty="0"/>
              <a:t>Technological Advancement to manage Big Data</a:t>
            </a:r>
          </a:p>
        </p:txBody>
      </p:sp>
      <p:sp>
        <p:nvSpPr>
          <p:cNvPr id="15" name="TextBox 14">
            <a:extLst>
              <a:ext uri="{FF2B5EF4-FFF2-40B4-BE49-F238E27FC236}">
                <a16:creationId xmlns:a16="http://schemas.microsoft.com/office/drawing/2014/main" id="{C0F71D0D-8C3D-45CF-86C1-A0A1591341DF}"/>
              </a:ext>
            </a:extLst>
          </p:cNvPr>
          <p:cNvSpPr txBox="1"/>
          <p:nvPr/>
        </p:nvSpPr>
        <p:spPr>
          <a:xfrm>
            <a:off x="5161547" y="613611"/>
            <a:ext cx="6219972" cy="2262158"/>
          </a:xfrm>
          <a:prstGeom prst="rect">
            <a:avLst/>
          </a:prstGeom>
          <a:noFill/>
        </p:spPr>
        <p:txBody>
          <a:bodyPr wrap="none" rtlCol="0">
            <a:spAutoFit/>
          </a:bodyPr>
          <a:lstStyle/>
          <a:p>
            <a:pPr marL="457200" indent="-457200">
              <a:lnSpc>
                <a:spcPct val="150000"/>
              </a:lnSpc>
              <a:buAutoNum type="arabicPeriod" startAt="5"/>
            </a:pPr>
            <a:r>
              <a:rPr lang="en-SG" sz="2400" dirty="0"/>
              <a:t>Data analytics is possible because of </a:t>
            </a:r>
          </a:p>
          <a:p>
            <a:pPr lvl="2">
              <a:lnSpc>
                <a:spcPct val="150000"/>
              </a:lnSpc>
            </a:pPr>
            <a:r>
              <a:rPr lang="en-SG" sz="2400" b="1" dirty="0">
                <a:solidFill>
                  <a:srgbClr val="002060"/>
                </a:solidFill>
                <a:latin typeface="Aharoni" panose="02010803020104030203" pitchFamily="2" charset="-79"/>
                <a:cs typeface="Aharoni" panose="02010803020104030203" pitchFamily="2" charset="-79"/>
              </a:rPr>
              <a:t>High computing processor</a:t>
            </a:r>
          </a:p>
          <a:p>
            <a:pPr lvl="2">
              <a:lnSpc>
                <a:spcPct val="150000"/>
              </a:lnSpc>
            </a:pPr>
            <a:r>
              <a:rPr lang="en-SG" sz="2400" b="1" dirty="0">
                <a:solidFill>
                  <a:srgbClr val="002060"/>
                </a:solidFill>
                <a:latin typeface="Aharoni" panose="02010803020104030203" pitchFamily="2" charset="-79"/>
                <a:cs typeface="Aharoni" panose="02010803020104030203" pitchFamily="2" charset="-79"/>
              </a:rPr>
              <a:t>Smart Sensors</a:t>
            </a:r>
          </a:p>
          <a:p>
            <a:pPr lvl="2">
              <a:lnSpc>
                <a:spcPct val="150000"/>
              </a:lnSpc>
            </a:pPr>
            <a:r>
              <a:rPr lang="en-SG" sz="2400" b="1" dirty="0">
                <a:solidFill>
                  <a:srgbClr val="002060"/>
                </a:solidFill>
                <a:latin typeface="Aharoni" panose="02010803020104030203" pitchFamily="2" charset="-79"/>
                <a:cs typeface="Aharoni" panose="02010803020104030203" pitchFamily="2" charset="-79"/>
              </a:rPr>
              <a:t>Cloud Computing</a:t>
            </a:r>
          </a:p>
        </p:txBody>
      </p:sp>
    </p:spTree>
    <p:custDataLst>
      <p:tags r:id="rId1"/>
    </p:custDataLst>
    <p:extLst>
      <p:ext uri="{BB962C8B-B14F-4D97-AF65-F5344CB8AC3E}">
        <p14:creationId xmlns:p14="http://schemas.microsoft.com/office/powerpoint/2010/main" val="2078425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12125-C47F-420E-ACE5-8BB188B94F88}"/>
              </a:ext>
            </a:extLst>
          </p:cNvPr>
          <p:cNvSpPr>
            <a:spLocks noGrp="1"/>
          </p:cNvSpPr>
          <p:nvPr>
            <p:ph type="title"/>
          </p:nvPr>
        </p:nvSpPr>
        <p:spPr/>
        <p:txBody>
          <a:bodyPr/>
          <a:lstStyle/>
          <a:p>
            <a:r>
              <a:rPr lang="en-SG" dirty="0"/>
              <a:t>Data Literacy</a:t>
            </a:r>
          </a:p>
        </p:txBody>
      </p:sp>
      <p:sp>
        <p:nvSpPr>
          <p:cNvPr id="4" name="Content Placeholder 3">
            <a:extLst>
              <a:ext uri="{FF2B5EF4-FFF2-40B4-BE49-F238E27FC236}">
                <a16:creationId xmlns:a16="http://schemas.microsoft.com/office/drawing/2014/main" id="{3E1D007E-0A59-4AD5-B54E-37946FBF7740}"/>
              </a:ext>
            </a:extLst>
          </p:cNvPr>
          <p:cNvSpPr>
            <a:spLocks noGrp="1"/>
          </p:cNvSpPr>
          <p:nvPr>
            <p:ph idx="1"/>
          </p:nvPr>
        </p:nvSpPr>
        <p:spPr>
          <a:xfrm>
            <a:off x="5376671" y="493296"/>
            <a:ext cx="6546624" cy="6155698"/>
          </a:xfrm>
        </p:spPr>
        <p:txBody>
          <a:bodyPr>
            <a:normAutofit/>
          </a:bodyPr>
          <a:lstStyle/>
          <a:p>
            <a:pPr marL="285750" indent="-285750">
              <a:buFont typeface="Arial" panose="020B0604020202020204" pitchFamily="34" charset="0"/>
              <a:buChar char="•"/>
            </a:pPr>
            <a:r>
              <a:rPr lang="en-SG" sz="2800" dirty="0">
                <a:latin typeface="Abadi" panose="020B0604020104020204" pitchFamily="34" charset="0"/>
              </a:rPr>
              <a:t>Reading data</a:t>
            </a:r>
          </a:p>
          <a:p>
            <a:pPr marL="2205990" lvl="5" indent="-285750">
              <a:buFont typeface="Arial" panose="020B0604020202020204" pitchFamily="34" charset="0"/>
              <a:buChar char="•"/>
            </a:pPr>
            <a:r>
              <a:rPr lang="en-SG" sz="2800" dirty="0">
                <a:latin typeface="Abadi" panose="020B0604020104020204" pitchFamily="34" charset="0"/>
              </a:rPr>
              <a:t>Interpret (numerical/categorical)</a:t>
            </a:r>
          </a:p>
          <a:p>
            <a:pPr marL="285750" indent="-285750">
              <a:buFont typeface="Arial" panose="020B0604020202020204" pitchFamily="34" charset="0"/>
              <a:buChar char="•"/>
            </a:pPr>
            <a:r>
              <a:rPr lang="en-SG" sz="2800" dirty="0">
                <a:latin typeface="Abadi" panose="020B0604020104020204" pitchFamily="34" charset="0"/>
              </a:rPr>
              <a:t>Communicating with data </a:t>
            </a:r>
          </a:p>
          <a:p>
            <a:pPr marL="2263140" lvl="5" indent="-342900">
              <a:buFont typeface="Arial" panose="020B0604020202020204" pitchFamily="34" charset="0"/>
              <a:buChar char="•"/>
            </a:pPr>
            <a:r>
              <a:rPr lang="en-SG" sz="2800" dirty="0">
                <a:latin typeface="Abadi" panose="020B0604020104020204" pitchFamily="34" charset="0"/>
              </a:rPr>
              <a:t>Data visualisation</a:t>
            </a:r>
          </a:p>
          <a:p>
            <a:pPr marL="285750" indent="-285750">
              <a:buFont typeface="Arial" panose="020B0604020202020204" pitchFamily="34" charset="0"/>
              <a:buChar char="•"/>
            </a:pPr>
            <a:r>
              <a:rPr lang="en-SG" sz="2800" dirty="0">
                <a:latin typeface="Abadi" panose="020B0604020104020204" pitchFamily="34" charset="0"/>
              </a:rPr>
              <a:t>Working with data </a:t>
            </a:r>
          </a:p>
          <a:p>
            <a:pPr marL="2205990" lvl="5" indent="-285750">
              <a:buFont typeface="Arial" panose="020B0604020202020204" pitchFamily="34" charset="0"/>
              <a:buChar char="•"/>
            </a:pPr>
            <a:r>
              <a:rPr lang="en-SG" sz="2800" dirty="0">
                <a:latin typeface="Abadi" panose="020B0604020104020204" pitchFamily="34" charset="0"/>
              </a:rPr>
              <a:t>Ask the right questions</a:t>
            </a:r>
          </a:p>
          <a:p>
            <a:pPr marL="2205990" lvl="5" indent="-285750">
              <a:buFont typeface="Arial" panose="020B0604020202020204" pitchFamily="34" charset="0"/>
              <a:buChar char="•"/>
            </a:pPr>
            <a:r>
              <a:rPr lang="en-SG" sz="2800" dirty="0">
                <a:latin typeface="Abadi" panose="020B0604020104020204" pitchFamily="34" charset="0"/>
              </a:rPr>
              <a:t>Gather insights</a:t>
            </a:r>
          </a:p>
          <a:p>
            <a:pPr marL="2205990" lvl="5" indent="-285750">
              <a:buFont typeface="Arial" panose="020B0604020202020204" pitchFamily="34" charset="0"/>
              <a:buChar char="•"/>
            </a:pPr>
            <a:r>
              <a:rPr lang="en-SG" sz="2800" dirty="0">
                <a:latin typeface="Abadi" panose="020B0604020104020204" pitchFamily="34" charset="0"/>
              </a:rPr>
              <a:t>Make decision</a:t>
            </a:r>
            <a:endParaRPr lang="en-SG" sz="2800" i="0" dirty="0">
              <a:latin typeface="Abadi" panose="020B0604020104020204" pitchFamily="34" charset="0"/>
            </a:endParaRPr>
          </a:p>
          <a:p>
            <a:pPr marL="285750" indent="-285750">
              <a:buFont typeface="Arial" panose="020B0604020202020204" pitchFamily="34" charset="0"/>
              <a:buChar char="•"/>
            </a:pPr>
            <a:endParaRPr lang="en-SG" sz="2800" dirty="0">
              <a:latin typeface="Abadi" panose="020B0604020104020204" pitchFamily="34" charset="0"/>
            </a:endParaRPr>
          </a:p>
        </p:txBody>
      </p:sp>
    </p:spTree>
    <p:custDataLst>
      <p:tags r:id="rId1"/>
    </p:custDataLst>
    <p:extLst>
      <p:ext uri="{BB962C8B-B14F-4D97-AF65-F5344CB8AC3E}">
        <p14:creationId xmlns:p14="http://schemas.microsoft.com/office/powerpoint/2010/main" val="189336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7B58C40-33E8-400E-80EA-2D3825CDBE2B}"/>
              </a:ext>
            </a:extLst>
          </p:cNvPr>
          <p:cNvPicPr>
            <a:picLocks noChangeAspect="1"/>
          </p:cNvPicPr>
          <p:nvPr/>
        </p:nvPicPr>
        <p:blipFill>
          <a:blip r:embed="rId4">
            <a:alphaModFix amt="20000"/>
          </a:blip>
          <a:stretch>
            <a:fillRect/>
          </a:stretch>
        </p:blipFill>
        <p:spPr>
          <a:xfrm>
            <a:off x="5727030" y="2924689"/>
            <a:ext cx="4889297" cy="3136135"/>
          </a:xfrm>
          <a:prstGeom prst="rect">
            <a:avLst/>
          </a:prstGeom>
        </p:spPr>
      </p:pic>
      <p:sp>
        <p:nvSpPr>
          <p:cNvPr id="2" name="Title 1">
            <a:extLst>
              <a:ext uri="{FF2B5EF4-FFF2-40B4-BE49-F238E27FC236}">
                <a16:creationId xmlns:a16="http://schemas.microsoft.com/office/drawing/2014/main" id="{25DF9C44-37FA-4678-AA94-210AF9487B7E}"/>
              </a:ext>
            </a:extLst>
          </p:cNvPr>
          <p:cNvSpPr>
            <a:spLocks noGrp="1"/>
          </p:cNvSpPr>
          <p:nvPr>
            <p:ph type="title"/>
          </p:nvPr>
        </p:nvSpPr>
        <p:spPr/>
        <p:txBody>
          <a:bodyPr/>
          <a:lstStyle/>
          <a:p>
            <a:r>
              <a:rPr lang="en-SG" dirty="0"/>
              <a:t>What is Data Analytics?</a:t>
            </a:r>
          </a:p>
        </p:txBody>
      </p:sp>
      <p:sp>
        <p:nvSpPr>
          <p:cNvPr id="3" name="Content Placeholder 2">
            <a:extLst>
              <a:ext uri="{FF2B5EF4-FFF2-40B4-BE49-F238E27FC236}">
                <a16:creationId xmlns:a16="http://schemas.microsoft.com/office/drawing/2014/main" id="{B475BBF0-6F40-4F33-802E-98AE180827D6}"/>
              </a:ext>
            </a:extLst>
          </p:cNvPr>
          <p:cNvSpPr>
            <a:spLocks noGrp="1"/>
          </p:cNvSpPr>
          <p:nvPr>
            <p:ph idx="1"/>
          </p:nvPr>
        </p:nvSpPr>
        <p:spPr>
          <a:xfrm>
            <a:off x="5050905" y="182861"/>
            <a:ext cx="6740042" cy="6145750"/>
          </a:xfrm>
        </p:spPr>
        <p:txBody>
          <a:bodyPr>
            <a:noAutofit/>
          </a:bodyPr>
          <a:lstStyle/>
          <a:p>
            <a:pPr marL="285750" indent="-285750">
              <a:buFont typeface="Arial" panose="020B0604020202020204" pitchFamily="34" charset="0"/>
              <a:buChar char="•"/>
            </a:pPr>
            <a:r>
              <a:rPr lang="en-SG" sz="2400" dirty="0">
                <a:solidFill>
                  <a:srgbClr val="0070C0"/>
                </a:solidFill>
              </a:rPr>
              <a:t>Science</a:t>
            </a:r>
            <a:r>
              <a:rPr lang="en-SG" sz="2400" dirty="0"/>
              <a:t> of analysing raw data</a:t>
            </a:r>
          </a:p>
          <a:p>
            <a:pPr marL="285750" indent="-285750">
              <a:buFont typeface="Arial" panose="020B0604020202020204" pitchFamily="34" charset="0"/>
              <a:buChar char="•"/>
            </a:pPr>
            <a:r>
              <a:rPr lang="en-SG" sz="2400" dirty="0"/>
              <a:t>Using a </a:t>
            </a:r>
            <a:r>
              <a:rPr lang="en-SG" sz="2400" dirty="0">
                <a:solidFill>
                  <a:srgbClr val="0070C0"/>
                </a:solidFill>
              </a:rPr>
              <a:t>tool </a:t>
            </a:r>
            <a:r>
              <a:rPr lang="en-SG" sz="2400" dirty="0"/>
              <a:t>to transform the raw data into usable information</a:t>
            </a:r>
          </a:p>
          <a:p>
            <a:pPr marL="285750" indent="-285750">
              <a:buFont typeface="Arial" panose="020B0604020202020204" pitchFamily="34" charset="0"/>
              <a:buChar char="•"/>
            </a:pPr>
            <a:r>
              <a:rPr lang="en-SG" sz="2400" dirty="0"/>
              <a:t>To gather insights ( a data mining process)</a:t>
            </a:r>
          </a:p>
          <a:p>
            <a:pPr marL="285750" indent="-285750">
              <a:buFont typeface="Arial" panose="020B0604020202020204" pitchFamily="34" charset="0"/>
              <a:buChar char="•"/>
            </a:pPr>
            <a:r>
              <a:rPr lang="en-SG" sz="2400" dirty="0"/>
              <a:t>To observe trends and patterns</a:t>
            </a:r>
          </a:p>
        </p:txBody>
      </p:sp>
      <p:pic>
        <p:nvPicPr>
          <p:cNvPr id="4" name="Picture 3">
            <a:extLst>
              <a:ext uri="{FF2B5EF4-FFF2-40B4-BE49-F238E27FC236}">
                <a16:creationId xmlns:a16="http://schemas.microsoft.com/office/drawing/2014/main" id="{6BB9DE94-ABC0-4BB8-B459-184632E68814}"/>
              </a:ext>
            </a:extLst>
          </p:cNvPr>
          <p:cNvPicPr>
            <a:picLocks noChangeAspect="1"/>
          </p:cNvPicPr>
          <p:nvPr/>
        </p:nvPicPr>
        <p:blipFill>
          <a:blip r:embed="rId5"/>
          <a:stretch>
            <a:fillRect/>
          </a:stretch>
        </p:blipFill>
        <p:spPr>
          <a:xfrm>
            <a:off x="0" y="0"/>
            <a:ext cx="2247900" cy="1498600"/>
          </a:xfrm>
          <a:prstGeom prst="rect">
            <a:avLst/>
          </a:prstGeom>
        </p:spPr>
      </p:pic>
      <p:pic>
        <p:nvPicPr>
          <p:cNvPr id="1026" name="Picture 2">
            <a:extLst>
              <a:ext uri="{FF2B5EF4-FFF2-40B4-BE49-F238E27FC236}">
                <a16:creationId xmlns:a16="http://schemas.microsoft.com/office/drawing/2014/main" id="{1C1D184C-204C-4E10-8413-4755428A4BFE}"/>
              </a:ext>
            </a:extLst>
          </p:cNvPr>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2483853" y="149752"/>
            <a:ext cx="1913465" cy="49829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595DF12B-75B2-42D2-8281-0FF9931E516A}"/>
              </a:ext>
            </a:extLst>
          </p:cNvPr>
          <p:cNvGrpSpPr/>
          <p:nvPr/>
        </p:nvGrpSpPr>
        <p:grpSpPr>
          <a:xfrm>
            <a:off x="435759" y="1601028"/>
            <a:ext cx="3380998" cy="4763184"/>
            <a:chOff x="435759" y="1601028"/>
            <a:chExt cx="3380998" cy="4763184"/>
          </a:xfrm>
        </p:grpSpPr>
        <p:pic>
          <p:nvPicPr>
            <p:cNvPr id="5" name="Picture 4">
              <a:extLst>
                <a:ext uri="{FF2B5EF4-FFF2-40B4-BE49-F238E27FC236}">
                  <a16:creationId xmlns:a16="http://schemas.microsoft.com/office/drawing/2014/main" id="{C505E570-761B-4FBD-A247-CBE69BAD76EA}"/>
                </a:ext>
              </a:extLst>
            </p:cNvPr>
            <p:cNvPicPr>
              <a:picLocks noChangeAspect="1"/>
            </p:cNvPicPr>
            <p:nvPr/>
          </p:nvPicPr>
          <p:blipFill>
            <a:blip r:embed="rId7">
              <a:alphaModFix amt="50000"/>
            </a:blip>
            <a:stretch>
              <a:fillRect/>
            </a:stretch>
          </p:blipFill>
          <p:spPr>
            <a:xfrm>
              <a:off x="435759" y="1601028"/>
              <a:ext cx="3289574" cy="4763184"/>
            </a:xfrm>
            <a:prstGeom prst="rect">
              <a:avLst/>
            </a:prstGeom>
            <a:ln>
              <a:noFill/>
            </a:ln>
            <a:effectLst>
              <a:softEdge rad="112500"/>
            </a:effectLst>
          </p:spPr>
        </p:pic>
        <p:sp>
          <p:nvSpPr>
            <p:cNvPr id="6" name="TextBox 5">
              <a:extLst>
                <a:ext uri="{FF2B5EF4-FFF2-40B4-BE49-F238E27FC236}">
                  <a16:creationId xmlns:a16="http://schemas.microsoft.com/office/drawing/2014/main" id="{80388505-EB07-4137-93FF-5317FFCA7466}"/>
                </a:ext>
              </a:extLst>
            </p:cNvPr>
            <p:cNvSpPr txBox="1"/>
            <p:nvPr/>
          </p:nvSpPr>
          <p:spPr>
            <a:xfrm>
              <a:off x="881051" y="5329162"/>
              <a:ext cx="2935706" cy="646331"/>
            </a:xfrm>
            <a:prstGeom prst="rect">
              <a:avLst/>
            </a:prstGeom>
            <a:noFill/>
          </p:spPr>
          <p:txBody>
            <a:bodyPr wrap="square" rtlCol="0">
              <a:spAutoFit/>
            </a:bodyPr>
            <a:lstStyle/>
            <a:p>
              <a:r>
                <a:rPr lang="en-SG" b="1" dirty="0">
                  <a:solidFill>
                    <a:srgbClr val="002060"/>
                  </a:solidFill>
                </a:rPr>
                <a:t>Analytics that look beneath the surface</a:t>
              </a:r>
            </a:p>
          </p:txBody>
        </p:sp>
      </p:grpSp>
    </p:spTree>
    <p:custDataLst>
      <p:tags r:id="rId1"/>
    </p:custDataLst>
    <p:extLst>
      <p:ext uri="{BB962C8B-B14F-4D97-AF65-F5344CB8AC3E}">
        <p14:creationId xmlns:p14="http://schemas.microsoft.com/office/powerpoint/2010/main" val="1275557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500"/>
                                        <p:tgtEl>
                                          <p:spTgt spid="10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D610F5E-EC24-43BC-A7A8-377CA8C40B13}"/>
              </a:ext>
            </a:extLst>
          </p:cNvPr>
          <p:cNvPicPr>
            <a:picLocks noChangeAspect="1"/>
          </p:cNvPicPr>
          <p:nvPr/>
        </p:nvPicPr>
        <p:blipFill>
          <a:blip r:embed="rId4"/>
          <a:stretch>
            <a:fillRect/>
          </a:stretch>
        </p:blipFill>
        <p:spPr>
          <a:xfrm>
            <a:off x="9485046" y="4609429"/>
            <a:ext cx="2462063" cy="1389874"/>
          </a:xfrm>
          <a:prstGeom prst="rect">
            <a:avLst/>
          </a:prstGeom>
        </p:spPr>
      </p:pic>
      <p:pic>
        <p:nvPicPr>
          <p:cNvPr id="2052" name="Picture 4">
            <a:extLst>
              <a:ext uri="{FF2B5EF4-FFF2-40B4-BE49-F238E27FC236}">
                <a16:creationId xmlns:a16="http://schemas.microsoft.com/office/drawing/2014/main" id="{84C9D393-D1BE-4320-8DC7-9DFA9CA5D78E}"/>
              </a:ext>
            </a:extLst>
          </p:cNvPr>
          <p:cNvPicPr>
            <a:picLocks noChangeAspect="1" noChangeArrowheads="1"/>
          </p:cNvPicPr>
          <p:nvPr/>
        </p:nvPicPr>
        <p:blipFill>
          <a:blip r:embed="rId5" cstate="hqprint">
            <a:alphaModFix amt="35000"/>
            <a:extLst>
              <a:ext uri="{28A0092B-C50C-407E-A947-70E740481C1C}">
                <a14:useLocalDpi xmlns:a14="http://schemas.microsoft.com/office/drawing/2010/main" val="0"/>
              </a:ext>
            </a:extLst>
          </a:blip>
          <a:srcRect/>
          <a:stretch>
            <a:fillRect/>
          </a:stretch>
        </p:blipFill>
        <p:spPr bwMode="auto">
          <a:xfrm>
            <a:off x="244891" y="4609429"/>
            <a:ext cx="3272341" cy="184069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5DF9C44-37FA-4678-AA94-210AF9487B7E}"/>
              </a:ext>
            </a:extLst>
          </p:cNvPr>
          <p:cNvSpPr>
            <a:spLocks noGrp="1"/>
          </p:cNvSpPr>
          <p:nvPr>
            <p:ph type="title"/>
          </p:nvPr>
        </p:nvSpPr>
        <p:spPr/>
        <p:txBody>
          <a:bodyPr/>
          <a:lstStyle/>
          <a:p>
            <a:r>
              <a:rPr lang="en-SG" dirty="0"/>
              <a:t>Why does it matter? </a:t>
            </a:r>
          </a:p>
        </p:txBody>
      </p:sp>
      <p:sp>
        <p:nvSpPr>
          <p:cNvPr id="3" name="Content Placeholder 2">
            <a:extLst>
              <a:ext uri="{FF2B5EF4-FFF2-40B4-BE49-F238E27FC236}">
                <a16:creationId xmlns:a16="http://schemas.microsoft.com/office/drawing/2014/main" id="{B475BBF0-6F40-4F33-802E-98AE180827D6}"/>
              </a:ext>
            </a:extLst>
          </p:cNvPr>
          <p:cNvSpPr>
            <a:spLocks noGrp="1"/>
          </p:cNvSpPr>
          <p:nvPr>
            <p:ph idx="1"/>
          </p:nvPr>
        </p:nvSpPr>
        <p:spPr>
          <a:xfrm>
            <a:off x="5050905" y="705113"/>
            <a:ext cx="6172412" cy="4211053"/>
          </a:xfrm>
        </p:spPr>
        <p:txBody>
          <a:bodyPr>
            <a:noAutofit/>
          </a:bodyPr>
          <a:lstStyle/>
          <a:p>
            <a:pPr marL="285750" indent="-285750">
              <a:buFont typeface="Arial" panose="020B0604020202020204" pitchFamily="34" charset="0"/>
              <a:buChar char="•"/>
            </a:pPr>
            <a:r>
              <a:rPr lang="en-SG" sz="2400" dirty="0"/>
              <a:t>To predict outcomes (possible machine/components failures)</a:t>
            </a:r>
          </a:p>
          <a:p>
            <a:pPr marL="285750" indent="-285750">
              <a:buFont typeface="Arial" panose="020B0604020202020204" pitchFamily="34" charset="0"/>
              <a:buChar char="•"/>
            </a:pPr>
            <a:r>
              <a:rPr lang="en-SG" sz="2400" dirty="0"/>
              <a:t>To optimize processes</a:t>
            </a:r>
          </a:p>
          <a:p>
            <a:pPr marL="285750" indent="-285750">
              <a:buFont typeface="Arial" panose="020B0604020202020204" pitchFamily="34" charset="0"/>
              <a:buChar char="•"/>
            </a:pPr>
            <a:r>
              <a:rPr lang="en-SG" sz="2400" dirty="0"/>
              <a:t>To make actionable decision (data driven)</a:t>
            </a:r>
          </a:p>
          <a:p>
            <a:pPr marL="285750" indent="-285750">
              <a:buFont typeface="Arial" panose="020B0604020202020204" pitchFamily="34" charset="0"/>
              <a:buChar char="•"/>
            </a:pPr>
            <a:r>
              <a:rPr lang="en-SG" sz="2400" dirty="0"/>
              <a:t>To increase overall efficiency of a business process</a:t>
            </a:r>
          </a:p>
        </p:txBody>
      </p:sp>
      <p:pic>
        <p:nvPicPr>
          <p:cNvPr id="4" name="Picture 3">
            <a:extLst>
              <a:ext uri="{FF2B5EF4-FFF2-40B4-BE49-F238E27FC236}">
                <a16:creationId xmlns:a16="http://schemas.microsoft.com/office/drawing/2014/main" id="{DD490762-503C-4263-9ED7-06F0B9818A54}"/>
              </a:ext>
            </a:extLst>
          </p:cNvPr>
          <p:cNvPicPr>
            <a:picLocks noChangeAspect="1"/>
          </p:cNvPicPr>
          <p:nvPr/>
        </p:nvPicPr>
        <p:blipFill>
          <a:blip r:embed="rId6"/>
          <a:stretch>
            <a:fillRect/>
          </a:stretch>
        </p:blipFill>
        <p:spPr>
          <a:xfrm>
            <a:off x="5378116" y="5091975"/>
            <a:ext cx="1975184" cy="1204563"/>
          </a:xfrm>
          <a:prstGeom prst="rect">
            <a:avLst/>
          </a:prstGeom>
        </p:spPr>
      </p:pic>
      <p:pic>
        <p:nvPicPr>
          <p:cNvPr id="2050" name="Picture 2">
            <a:extLst>
              <a:ext uri="{FF2B5EF4-FFF2-40B4-BE49-F238E27FC236}">
                <a16:creationId xmlns:a16="http://schemas.microsoft.com/office/drawing/2014/main" id="{3D8ED3D6-C98B-487C-979C-D674920B89DC}"/>
              </a:ext>
            </a:extLst>
          </p:cNvPr>
          <p:cNvPicPr>
            <a:picLocks noChangeAspect="1" noChangeArrowheads="1"/>
          </p:cNvPicPr>
          <p:nvPr/>
        </p:nvPicPr>
        <p:blipFill>
          <a:blip r:embed="rId7">
            <a:alphaModFix amt="50000"/>
            <a:extLst>
              <a:ext uri="{28A0092B-C50C-407E-A947-70E740481C1C}">
                <a14:useLocalDpi xmlns:a14="http://schemas.microsoft.com/office/drawing/2010/main" val="0"/>
              </a:ext>
            </a:extLst>
          </a:blip>
          <a:srcRect/>
          <a:stretch>
            <a:fillRect/>
          </a:stretch>
        </p:blipFill>
        <p:spPr bwMode="auto">
          <a:xfrm>
            <a:off x="244891" y="227287"/>
            <a:ext cx="3810000" cy="30765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703748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050"/>
                                        </p:tgtEl>
                                        <p:attrNameLst>
                                          <p:attrName>style.visibility</p:attrName>
                                        </p:attrNameLst>
                                      </p:cBhvr>
                                      <p:to>
                                        <p:strVal val="visible"/>
                                      </p:to>
                                    </p:set>
                                    <p:animEffect transition="in" filter="fade">
                                      <p:cBhvr>
                                        <p:cTn id="20" dur="500"/>
                                        <p:tgtEl>
                                          <p:spTgt spid="205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052"/>
                                        </p:tgtEl>
                                        <p:attrNameLst>
                                          <p:attrName>style.visibility</p:attrName>
                                        </p:attrNameLst>
                                      </p:cBhvr>
                                      <p:to>
                                        <p:strVal val="visible"/>
                                      </p:to>
                                    </p:set>
                                    <p:animEffect transition="in" filter="fade">
                                      <p:cBhvr>
                                        <p:cTn id="29" dur="500"/>
                                        <p:tgtEl>
                                          <p:spTgt spid="205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03F14-57CE-06FD-6970-0C0D284C8E18}"/>
              </a:ext>
            </a:extLst>
          </p:cNvPr>
          <p:cNvSpPr>
            <a:spLocks noGrp="1"/>
          </p:cNvSpPr>
          <p:nvPr>
            <p:ph type="title"/>
          </p:nvPr>
        </p:nvSpPr>
        <p:spPr>
          <a:xfrm>
            <a:off x="492636" y="217492"/>
            <a:ext cx="3411973" cy="3582321"/>
          </a:xfrm>
        </p:spPr>
        <p:txBody>
          <a:bodyPr/>
          <a:lstStyle/>
          <a:p>
            <a:r>
              <a:rPr lang="en-US" dirty="0"/>
              <a:t>Example of gathering insights from data</a:t>
            </a:r>
            <a:endParaRPr lang="en-SG" dirty="0"/>
          </a:p>
        </p:txBody>
      </p:sp>
      <p:pic>
        <p:nvPicPr>
          <p:cNvPr id="5" name="Content Placeholder 4">
            <a:extLst>
              <a:ext uri="{FF2B5EF4-FFF2-40B4-BE49-F238E27FC236}">
                <a16:creationId xmlns:a16="http://schemas.microsoft.com/office/drawing/2014/main" id="{E8FB2981-35A6-802D-3C22-EB5AFC3B0D63}"/>
              </a:ext>
            </a:extLst>
          </p:cNvPr>
          <p:cNvPicPr>
            <a:picLocks noGrp="1" noChangeAspect="1"/>
          </p:cNvPicPr>
          <p:nvPr>
            <p:ph idx="1"/>
          </p:nvPr>
        </p:nvPicPr>
        <p:blipFill>
          <a:blip r:embed="rId3"/>
          <a:stretch>
            <a:fillRect/>
          </a:stretch>
        </p:blipFill>
        <p:spPr>
          <a:xfrm>
            <a:off x="5897684" y="121120"/>
            <a:ext cx="4568035" cy="3118180"/>
          </a:xfrm>
        </p:spPr>
      </p:pic>
      <p:sp>
        <p:nvSpPr>
          <p:cNvPr id="6" name="TextBox 5">
            <a:extLst>
              <a:ext uri="{FF2B5EF4-FFF2-40B4-BE49-F238E27FC236}">
                <a16:creationId xmlns:a16="http://schemas.microsoft.com/office/drawing/2014/main" id="{CD000E1A-CF89-4A13-FA6E-9604FDA3AFBF}"/>
              </a:ext>
            </a:extLst>
          </p:cNvPr>
          <p:cNvSpPr txBox="1"/>
          <p:nvPr/>
        </p:nvSpPr>
        <p:spPr>
          <a:xfrm>
            <a:off x="4880611" y="4000028"/>
            <a:ext cx="7018020" cy="2031325"/>
          </a:xfrm>
          <a:prstGeom prst="rect">
            <a:avLst/>
          </a:prstGeom>
          <a:noFill/>
        </p:spPr>
        <p:txBody>
          <a:bodyPr wrap="square" rtlCol="0">
            <a:spAutoFit/>
          </a:bodyPr>
          <a:lstStyle/>
          <a:p>
            <a:r>
              <a:rPr lang="en-US" dirty="0"/>
              <a:t>Insights:</a:t>
            </a:r>
          </a:p>
          <a:p>
            <a:r>
              <a:rPr lang="en-US" dirty="0"/>
              <a:t>There are lesser fire injuries but more deaths compared to last year.</a:t>
            </a:r>
          </a:p>
          <a:p>
            <a:r>
              <a:rPr lang="en-US" dirty="0"/>
              <a:t>There is an increase of fire incidences.</a:t>
            </a:r>
          </a:p>
          <a:p>
            <a:endParaRPr lang="en-US" dirty="0"/>
          </a:p>
          <a:p>
            <a:r>
              <a:rPr lang="en-US" dirty="0"/>
              <a:t>Next question:</a:t>
            </a:r>
          </a:p>
          <a:p>
            <a:r>
              <a:rPr lang="en-US" dirty="0"/>
              <a:t>What are the causes for the fire?  </a:t>
            </a:r>
          </a:p>
        </p:txBody>
      </p:sp>
      <p:sp>
        <p:nvSpPr>
          <p:cNvPr id="3" name="Rectangle 2">
            <a:extLst>
              <a:ext uri="{FF2B5EF4-FFF2-40B4-BE49-F238E27FC236}">
                <a16:creationId xmlns:a16="http://schemas.microsoft.com/office/drawing/2014/main" id="{103F2CE5-7BC0-BAF4-DE7B-AF8403B5F05F}"/>
              </a:ext>
            </a:extLst>
          </p:cNvPr>
          <p:cNvSpPr/>
          <p:nvPr/>
        </p:nvSpPr>
        <p:spPr>
          <a:xfrm>
            <a:off x="5615291" y="3239300"/>
            <a:ext cx="5264426" cy="5605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can you interpret from these charts?</a:t>
            </a:r>
            <a:endParaRPr lang="en-SG" dirty="0"/>
          </a:p>
        </p:txBody>
      </p:sp>
    </p:spTree>
    <p:extLst>
      <p:ext uri="{BB962C8B-B14F-4D97-AF65-F5344CB8AC3E}">
        <p14:creationId xmlns:p14="http://schemas.microsoft.com/office/powerpoint/2010/main" val="339908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85CAD-A8A1-C7DB-9A6C-B6F5C5106BFA}"/>
              </a:ext>
            </a:extLst>
          </p:cNvPr>
          <p:cNvSpPr>
            <a:spLocks noGrp="1"/>
          </p:cNvSpPr>
          <p:nvPr>
            <p:ph type="title"/>
          </p:nvPr>
        </p:nvSpPr>
        <p:spPr>
          <a:xfrm>
            <a:off x="642918" y="705113"/>
            <a:ext cx="3411973" cy="2369557"/>
          </a:xfrm>
        </p:spPr>
        <p:txBody>
          <a:bodyPr/>
          <a:lstStyle/>
          <a:p>
            <a:r>
              <a:rPr lang="en-US" dirty="0"/>
              <a:t>Further insights</a:t>
            </a:r>
            <a:endParaRPr lang="en-SG" dirty="0"/>
          </a:p>
        </p:txBody>
      </p:sp>
      <p:pic>
        <p:nvPicPr>
          <p:cNvPr id="5" name="Content Placeholder 4">
            <a:extLst>
              <a:ext uri="{FF2B5EF4-FFF2-40B4-BE49-F238E27FC236}">
                <a16:creationId xmlns:a16="http://schemas.microsoft.com/office/drawing/2014/main" id="{E48A8689-7F24-97A8-8964-16A9CE35C159}"/>
              </a:ext>
            </a:extLst>
          </p:cNvPr>
          <p:cNvPicPr>
            <a:picLocks noGrp="1" noChangeAspect="1"/>
          </p:cNvPicPr>
          <p:nvPr>
            <p:ph idx="1"/>
          </p:nvPr>
        </p:nvPicPr>
        <p:blipFill>
          <a:blip r:embed="rId3"/>
          <a:stretch>
            <a:fillRect/>
          </a:stretch>
        </p:blipFill>
        <p:spPr>
          <a:xfrm>
            <a:off x="4937247" y="41275"/>
            <a:ext cx="4117704" cy="4784113"/>
          </a:xfrm>
        </p:spPr>
      </p:pic>
      <p:sp>
        <p:nvSpPr>
          <p:cNvPr id="6" name="TextBox 5">
            <a:extLst>
              <a:ext uri="{FF2B5EF4-FFF2-40B4-BE49-F238E27FC236}">
                <a16:creationId xmlns:a16="http://schemas.microsoft.com/office/drawing/2014/main" id="{2C4B5234-BADA-6358-E15B-6257D3ACA3AF}"/>
              </a:ext>
            </a:extLst>
          </p:cNvPr>
          <p:cNvSpPr txBox="1"/>
          <p:nvPr/>
        </p:nvSpPr>
        <p:spPr>
          <a:xfrm>
            <a:off x="4830176" y="4979281"/>
            <a:ext cx="7038088" cy="923330"/>
          </a:xfrm>
          <a:prstGeom prst="rect">
            <a:avLst/>
          </a:prstGeom>
          <a:noFill/>
        </p:spPr>
        <p:txBody>
          <a:bodyPr wrap="square" rtlCol="0">
            <a:spAutoFit/>
          </a:bodyPr>
          <a:lstStyle/>
          <a:p>
            <a:r>
              <a:rPr lang="en-US" dirty="0"/>
              <a:t>Vegetation fire has the highest percentage of increase cases in 2024.</a:t>
            </a:r>
          </a:p>
          <a:p>
            <a:r>
              <a:rPr lang="en-US" dirty="0"/>
              <a:t>Next question: Is Climate change a key factor?</a:t>
            </a:r>
            <a:endParaRPr lang="en-SG" dirty="0"/>
          </a:p>
        </p:txBody>
      </p:sp>
      <p:sp>
        <p:nvSpPr>
          <p:cNvPr id="3" name="Rectangle 2">
            <a:extLst>
              <a:ext uri="{FF2B5EF4-FFF2-40B4-BE49-F238E27FC236}">
                <a16:creationId xmlns:a16="http://schemas.microsoft.com/office/drawing/2014/main" id="{6D1E3C16-76F0-3DC5-26D8-3ED06DE03A11}"/>
              </a:ext>
            </a:extLst>
          </p:cNvPr>
          <p:cNvSpPr/>
          <p:nvPr/>
        </p:nvSpPr>
        <p:spPr>
          <a:xfrm>
            <a:off x="308610" y="3074670"/>
            <a:ext cx="3989070" cy="15659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Which fire category has the highest increasing case compared to last year?</a:t>
            </a:r>
            <a:endParaRPr lang="en-SG" dirty="0"/>
          </a:p>
        </p:txBody>
      </p:sp>
    </p:spTree>
    <p:extLst>
      <p:ext uri="{BB962C8B-B14F-4D97-AF65-F5344CB8AC3E}">
        <p14:creationId xmlns:p14="http://schemas.microsoft.com/office/powerpoint/2010/main" val="23804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69213-3F3F-4387-9F7D-08BDE0AAA6D4}"/>
              </a:ext>
            </a:extLst>
          </p:cNvPr>
          <p:cNvSpPr>
            <a:spLocks noGrp="1"/>
          </p:cNvSpPr>
          <p:nvPr>
            <p:ph type="title"/>
          </p:nvPr>
        </p:nvSpPr>
        <p:spPr>
          <a:xfrm>
            <a:off x="252662" y="255935"/>
            <a:ext cx="4383505" cy="6152887"/>
          </a:xfrm>
        </p:spPr>
        <p:txBody>
          <a:bodyPr>
            <a:normAutofit/>
          </a:bodyPr>
          <a:lstStyle/>
          <a:p>
            <a:r>
              <a:rPr lang="en-SG" sz="2400" dirty="0"/>
              <a:t>Tools that help us to manage data:</a:t>
            </a:r>
            <a:br>
              <a:rPr lang="en-SG" sz="2400" dirty="0"/>
            </a:br>
            <a:br>
              <a:rPr lang="en-SG" sz="2400" dirty="0"/>
            </a:br>
            <a:r>
              <a:rPr lang="en-SG" sz="2400" dirty="0"/>
              <a:t>- Use KNIME and TABLEAU</a:t>
            </a:r>
            <a:br>
              <a:rPr lang="en-SG" sz="2400" dirty="0"/>
            </a:br>
            <a:br>
              <a:rPr lang="en-SG" sz="2400" dirty="0"/>
            </a:br>
            <a:r>
              <a:rPr lang="en-SG" sz="2400" dirty="0"/>
              <a:t>Gather insights from statistics and data visualisation</a:t>
            </a:r>
            <a:br>
              <a:rPr lang="en-SG" sz="2400" dirty="0"/>
            </a:br>
            <a:endParaRPr lang="en-SG" sz="2400" dirty="0"/>
          </a:p>
        </p:txBody>
      </p:sp>
      <p:sp>
        <p:nvSpPr>
          <p:cNvPr id="3" name="Content Placeholder 2">
            <a:extLst>
              <a:ext uri="{FF2B5EF4-FFF2-40B4-BE49-F238E27FC236}">
                <a16:creationId xmlns:a16="http://schemas.microsoft.com/office/drawing/2014/main" id="{F8B451AF-663D-4B18-8447-918F45B9116B}"/>
              </a:ext>
            </a:extLst>
          </p:cNvPr>
          <p:cNvSpPr>
            <a:spLocks noGrp="1"/>
          </p:cNvSpPr>
          <p:nvPr>
            <p:ph idx="1"/>
          </p:nvPr>
        </p:nvSpPr>
        <p:spPr>
          <a:xfrm>
            <a:off x="4636168" y="255935"/>
            <a:ext cx="7555832" cy="2631644"/>
          </a:xfrm>
        </p:spPr>
        <p:txBody>
          <a:bodyPr>
            <a:normAutofit/>
          </a:bodyPr>
          <a:lstStyle/>
          <a:p>
            <a:pPr algn="ctr"/>
            <a:r>
              <a:rPr lang="en-US" sz="2400" dirty="0"/>
              <a:t>We must be able to </a:t>
            </a:r>
            <a:r>
              <a:rPr lang="en-US" sz="2400" dirty="0">
                <a:solidFill>
                  <a:srgbClr val="FF0000"/>
                </a:solidFill>
              </a:rPr>
              <a:t>question</a:t>
            </a:r>
            <a:r>
              <a:rPr lang="en-US" sz="2400" dirty="0"/>
              <a:t> and </a:t>
            </a:r>
            <a:r>
              <a:rPr lang="en-US" sz="2400" dirty="0" err="1">
                <a:solidFill>
                  <a:srgbClr val="FF0000"/>
                </a:solidFill>
              </a:rPr>
              <a:t>analyse</a:t>
            </a:r>
            <a:r>
              <a:rPr lang="en-US" sz="2400" dirty="0"/>
              <a:t> the underlying raw data effectively with modern </a:t>
            </a:r>
            <a:r>
              <a:rPr lang="en-US" sz="2400" dirty="0">
                <a:solidFill>
                  <a:srgbClr val="FF0000"/>
                </a:solidFill>
              </a:rPr>
              <a:t>tools</a:t>
            </a:r>
            <a:r>
              <a:rPr lang="en-US" sz="2400" dirty="0"/>
              <a:t>.</a:t>
            </a:r>
            <a:endParaRPr lang="en-SG" sz="2400" dirty="0"/>
          </a:p>
        </p:txBody>
      </p:sp>
      <p:pic>
        <p:nvPicPr>
          <p:cNvPr id="5" name="Picture 4">
            <a:extLst>
              <a:ext uri="{FF2B5EF4-FFF2-40B4-BE49-F238E27FC236}">
                <a16:creationId xmlns:a16="http://schemas.microsoft.com/office/drawing/2014/main" id="{1FE9B5FA-16D1-4200-9F01-80BA839B020E}"/>
              </a:ext>
            </a:extLst>
          </p:cNvPr>
          <p:cNvPicPr>
            <a:picLocks noChangeAspect="1"/>
          </p:cNvPicPr>
          <p:nvPr/>
        </p:nvPicPr>
        <p:blipFill>
          <a:blip r:embed="rId4"/>
          <a:stretch>
            <a:fillRect/>
          </a:stretch>
        </p:blipFill>
        <p:spPr>
          <a:xfrm>
            <a:off x="6096000" y="2803358"/>
            <a:ext cx="3411973" cy="2805034"/>
          </a:xfrm>
          <a:prstGeom prst="rect">
            <a:avLst/>
          </a:prstGeom>
        </p:spPr>
      </p:pic>
      <p:pic>
        <p:nvPicPr>
          <p:cNvPr id="6" name="Picture 5">
            <a:extLst>
              <a:ext uri="{FF2B5EF4-FFF2-40B4-BE49-F238E27FC236}">
                <a16:creationId xmlns:a16="http://schemas.microsoft.com/office/drawing/2014/main" id="{245851CA-E6F0-46E5-A12E-671D82F6F5CF}"/>
              </a:ext>
            </a:extLst>
          </p:cNvPr>
          <p:cNvPicPr>
            <a:picLocks noChangeAspect="1"/>
          </p:cNvPicPr>
          <p:nvPr/>
        </p:nvPicPr>
        <p:blipFill>
          <a:blip r:embed="rId5"/>
          <a:stretch>
            <a:fillRect/>
          </a:stretch>
        </p:blipFill>
        <p:spPr>
          <a:xfrm>
            <a:off x="5345972" y="2803358"/>
            <a:ext cx="2209863" cy="3055375"/>
          </a:xfrm>
          <a:prstGeom prst="rect">
            <a:avLst/>
          </a:prstGeom>
        </p:spPr>
      </p:pic>
    </p:spTree>
    <p:custDataLst>
      <p:tags r:id="rId1"/>
    </p:custDataLst>
    <p:extLst>
      <p:ext uri="{BB962C8B-B14F-4D97-AF65-F5344CB8AC3E}">
        <p14:creationId xmlns:p14="http://schemas.microsoft.com/office/powerpoint/2010/main" val="1096860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C8646A-03E1-4F3C-8F44-BD024B22DC78}"/>
              </a:ext>
            </a:extLst>
          </p:cNvPr>
          <p:cNvSpPr>
            <a:spLocks noGrp="1"/>
          </p:cNvSpPr>
          <p:nvPr>
            <p:ph type="title"/>
          </p:nvPr>
        </p:nvSpPr>
        <p:spPr>
          <a:xfrm>
            <a:off x="1535371" y="1044054"/>
            <a:ext cx="10013709" cy="1030360"/>
          </a:xfrm>
        </p:spPr>
        <p:txBody>
          <a:bodyPr>
            <a:normAutofit/>
          </a:bodyPr>
          <a:lstStyle/>
          <a:p>
            <a:r>
              <a:rPr lang="en-SG" dirty="0">
                <a:solidFill>
                  <a:schemeClr val="bg1"/>
                </a:solidFill>
              </a:rPr>
              <a:t>Applications of Data Analytics</a:t>
            </a:r>
          </a:p>
        </p:txBody>
      </p:sp>
      <p:sp>
        <p:nvSpPr>
          <p:cNvPr id="14" name="Rectangle 13">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1F699E1-C21F-4336-8BEF-DECF6958713F}"/>
              </a:ext>
            </a:extLst>
          </p:cNvPr>
          <p:cNvSpPr>
            <a:spLocks noGrp="1"/>
          </p:cNvSpPr>
          <p:nvPr>
            <p:ph idx="1"/>
          </p:nvPr>
        </p:nvSpPr>
        <p:spPr>
          <a:xfrm>
            <a:off x="1390992" y="2391770"/>
            <a:ext cx="9935571" cy="5389320"/>
          </a:xfrm>
        </p:spPr>
        <p:txBody>
          <a:bodyPr anchor="t">
            <a:noAutofit/>
          </a:bodyPr>
          <a:lstStyle/>
          <a:p>
            <a:r>
              <a:rPr lang="en-SG" sz="2400" dirty="0"/>
              <a:t>Manufacturing Industry: Preventive Maintenance</a:t>
            </a:r>
          </a:p>
          <a:p>
            <a:pPr rtl="0">
              <a:spcBef>
                <a:spcPts val="900"/>
              </a:spcBef>
              <a:spcAft>
                <a:spcPts val="0"/>
              </a:spcAft>
            </a:pPr>
            <a:r>
              <a:rPr lang="en-SG" sz="2400" dirty="0"/>
              <a:t>Facility/Building Management : </a:t>
            </a:r>
            <a:r>
              <a:rPr lang="en-US" sz="2400" b="1" i="0" u="none" strike="noStrike" dirty="0">
                <a:solidFill>
                  <a:srgbClr val="5B874E"/>
                </a:solidFill>
                <a:effectLst/>
                <a:latin typeface="Arial" panose="020B0604020202020204" pitchFamily="34" charset="0"/>
              </a:rPr>
              <a:t>Optimize facility’s energy performance and remove any inefficiencies.</a:t>
            </a:r>
          </a:p>
          <a:p>
            <a:pPr rtl="0">
              <a:spcBef>
                <a:spcPts val="900"/>
              </a:spcBef>
              <a:spcAft>
                <a:spcPts val="0"/>
              </a:spcAft>
            </a:pPr>
            <a:r>
              <a:rPr lang="en-US" sz="2400" dirty="0">
                <a:effectLst/>
              </a:rPr>
              <a:t>Aviation Industry: </a:t>
            </a:r>
            <a:r>
              <a:rPr lang="en-US" sz="2400" b="1" i="0" u="none" strike="noStrike" dirty="0">
                <a:solidFill>
                  <a:srgbClr val="00B0F0"/>
                </a:solidFill>
                <a:effectLst/>
                <a:latin typeface="Arial" panose="020B0604020202020204" pitchFamily="34" charset="0"/>
              </a:rPr>
              <a:t>To Optimize Flight Route</a:t>
            </a:r>
            <a:endParaRPr lang="en-US" sz="2400" b="0" dirty="0">
              <a:effectLst/>
            </a:endParaRPr>
          </a:p>
          <a:p>
            <a:pPr marL="342900" indent="-342900" rtl="0">
              <a:spcBef>
                <a:spcPts val="900"/>
              </a:spcBef>
              <a:spcAft>
                <a:spcPts val="0"/>
              </a:spcAft>
              <a:buFont typeface="Arial" panose="020B0604020202020204" pitchFamily="34" charset="0"/>
              <a:buChar char="•"/>
            </a:pPr>
            <a:r>
              <a:rPr lang="en-US" sz="2400" b="1" i="0" u="none" strike="noStrike" dirty="0">
                <a:solidFill>
                  <a:srgbClr val="7030A0"/>
                </a:solidFill>
                <a:effectLst/>
                <a:latin typeface="Arial" panose="020B0604020202020204" pitchFamily="34" charset="0"/>
              </a:rPr>
              <a:t>To forecast demand</a:t>
            </a:r>
            <a:endParaRPr lang="en-US" sz="2400" b="0" dirty="0">
              <a:solidFill>
                <a:srgbClr val="7030A0"/>
              </a:solidFill>
              <a:effectLst/>
            </a:endParaRPr>
          </a:p>
          <a:p>
            <a:pPr marL="342900" indent="-342900" rtl="0">
              <a:spcBef>
                <a:spcPts val="900"/>
              </a:spcBef>
              <a:spcAft>
                <a:spcPts val="0"/>
              </a:spcAft>
              <a:buFont typeface="Arial" panose="020B0604020202020204" pitchFamily="34" charset="0"/>
              <a:buChar char="•"/>
            </a:pPr>
            <a:r>
              <a:rPr lang="en-US" sz="2400" b="1" i="0" u="none" strike="noStrike" dirty="0">
                <a:solidFill>
                  <a:srgbClr val="7030A0"/>
                </a:solidFill>
                <a:effectLst/>
                <a:latin typeface="Arial" panose="020B0604020202020204" pitchFamily="34" charset="0"/>
              </a:rPr>
              <a:t>To improve fuel efficiency</a:t>
            </a:r>
            <a:endParaRPr lang="en-US" sz="2400" b="0" dirty="0">
              <a:solidFill>
                <a:srgbClr val="7030A0"/>
              </a:solidFill>
              <a:effectLst/>
            </a:endParaRPr>
          </a:p>
          <a:p>
            <a:pPr marL="342900" indent="-342900" rtl="0">
              <a:spcBef>
                <a:spcPts val="900"/>
              </a:spcBef>
              <a:spcAft>
                <a:spcPts val="0"/>
              </a:spcAft>
              <a:buFont typeface="Arial" panose="020B0604020202020204" pitchFamily="34" charset="0"/>
              <a:buChar char="•"/>
            </a:pPr>
            <a:r>
              <a:rPr lang="en-US" sz="2400" b="1" i="0" u="none" strike="noStrike" dirty="0">
                <a:solidFill>
                  <a:srgbClr val="7030A0"/>
                </a:solidFill>
                <a:effectLst/>
                <a:latin typeface="Arial" panose="020B0604020202020204" pitchFamily="34" charset="0"/>
              </a:rPr>
              <a:t>To measure performance</a:t>
            </a:r>
            <a:endParaRPr lang="en-US" sz="2400" b="0" dirty="0">
              <a:solidFill>
                <a:srgbClr val="7030A0"/>
              </a:solidFill>
              <a:effectLst/>
            </a:endParaRPr>
          </a:p>
          <a:p>
            <a:br>
              <a:rPr lang="en-US" sz="2400" dirty="0"/>
            </a:br>
            <a:endParaRPr lang="en-SG" sz="2400" dirty="0"/>
          </a:p>
        </p:txBody>
      </p:sp>
    </p:spTree>
    <p:custDataLst>
      <p:tags r:id="rId1"/>
    </p:custDataLst>
    <p:extLst>
      <p:ext uri="{BB962C8B-B14F-4D97-AF65-F5344CB8AC3E}">
        <p14:creationId xmlns:p14="http://schemas.microsoft.com/office/powerpoint/2010/main" val="3103923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61363234-E0BA-4476-B051-D8D9FA506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70646"/>
            <a:ext cx="4062884" cy="57213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CADABD-9121-4395-B701-D9D05EAF87B3}"/>
              </a:ext>
            </a:extLst>
          </p:cNvPr>
          <p:cNvSpPr>
            <a:spLocks noGrp="1"/>
          </p:cNvSpPr>
          <p:nvPr>
            <p:ph type="title"/>
          </p:nvPr>
        </p:nvSpPr>
        <p:spPr>
          <a:xfrm>
            <a:off x="645459" y="1200863"/>
            <a:ext cx="3119717" cy="4306007"/>
          </a:xfrm>
        </p:spPr>
        <p:txBody>
          <a:bodyPr>
            <a:normAutofit/>
          </a:bodyPr>
          <a:lstStyle/>
          <a:p>
            <a:r>
              <a:rPr lang="en-SG">
                <a:solidFill>
                  <a:schemeClr val="bg1"/>
                </a:solidFill>
              </a:rPr>
              <a:t>Why data analytics?</a:t>
            </a:r>
            <a:br>
              <a:rPr lang="en-SG">
                <a:solidFill>
                  <a:schemeClr val="bg1"/>
                </a:solidFill>
              </a:rPr>
            </a:br>
            <a:r>
              <a:rPr lang="en-SG">
                <a:solidFill>
                  <a:schemeClr val="bg1"/>
                </a:solidFill>
              </a:rPr>
              <a:t>The Purpose</a:t>
            </a:r>
          </a:p>
        </p:txBody>
      </p:sp>
      <p:sp>
        <p:nvSpPr>
          <p:cNvPr id="32" name="Rectangle 31">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6572"/>
            <a:ext cx="4056987" cy="51328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20996" y="534650"/>
            <a:ext cx="8071002" cy="568327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FA286C7-EFC7-4DFE-967A-7E37BA0F3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92001"/>
            <a:ext cx="121920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sp>
        <p:nvSpPr>
          <p:cNvPr id="38" name="Rectangle 37">
            <a:extLst>
              <a:ext uri="{FF2B5EF4-FFF2-40B4-BE49-F238E27FC236}">
                <a16:creationId xmlns:a16="http://schemas.microsoft.com/office/drawing/2014/main" id="{10C9F0E8-EF8B-43C1-9C77-E9DDAF1A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59990"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sp>
        <p:nvSpPr>
          <p:cNvPr id="40" name="Rectangle 39">
            <a:extLst>
              <a:ext uri="{FF2B5EF4-FFF2-40B4-BE49-F238E27FC236}">
                <a16:creationId xmlns:a16="http://schemas.microsoft.com/office/drawing/2014/main" id="{379DC473-98F8-45DF-B136-EC0F0F4C6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70645"/>
            <a:ext cx="121920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graphicFrame>
        <p:nvGraphicFramePr>
          <p:cNvPr id="24" name="Content Placeholder 8">
            <a:extLst>
              <a:ext uri="{FF2B5EF4-FFF2-40B4-BE49-F238E27FC236}">
                <a16:creationId xmlns:a16="http://schemas.microsoft.com/office/drawing/2014/main" id="{456FE27A-EA5A-4286-85C1-DBE79AE71A78}"/>
              </a:ext>
            </a:extLst>
          </p:cNvPr>
          <p:cNvGraphicFramePr>
            <a:graphicFrameLocks noGrp="1"/>
          </p:cNvGraphicFramePr>
          <p:nvPr>
            <p:ph idx="1"/>
            <p:extLst>
              <p:ext uri="{D42A27DB-BD31-4B8C-83A1-F6EECF244321}">
                <p14:modId xmlns:p14="http://schemas.microsoft.com/office/powerpoint/2010/main" val="1884396365"/>
              </p:ext>
            </p:extLst>
          </p:nvPr>
        </p:nvGraphicFramePr>
        <p:xfrm>
          <a:off x="4757928" y="640080"/>
          <a:ext cx="7091765" cy="53521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B75FA902-A531-4322-9EC1-F12309D9C4CA}"/>
              </a:ext>
            </a:extLst>
          </p:cNvPr>
          <p:cNvSpPr txBox="1"/>
          <p:nvPr/>
        </p:nvSpPr>
        <p:spPr>
          <a:xfrm rot="19802488">
            <a:off x="116982" y="837985"/>
            <a:ext cx="1511952" cy="584775"/>
          </a:xfrm>
          <a:prstGeom prst="rect">
            <a:avLst/>
          </a:prstGeom>
          <a:noFill/>
        </p:spPr>
        <p:txBody>
          <a:bodyPr wrap="none" rtlCol="0">
            <a:spAutoFit/>
          </a:bodyPr>
          <a:lstStyle/>
          <a:p>
            <a:r>
              <a:rPr lang="en-SG" sz="3200" dirty="0">
                <a:solidFill>
                  <a:schemeClr val="bg1"/>
                </a:solidFill>
                <a:latin typeface="Calibri" panose="020F0502020204030204" pitchFamily="34" charset="0"/>
                <a:cs typeface="Calibri" panose="020F0502020204030204" pitchFamily="34" charset="0"/>
              </a:rPr>
              <a:t>REVIEW</a:t>
            </a:r>
          </a:p>
        </p:txBody>
      </p:sp>
    </p:spTree>
    <p:custDataLst>
      <p:tags r:id="rId1"/>
    </p:custDataLst>
    <p:extLst>
      <p:ext uri="{BB962C8B-B14F-4D97-AF65-F5344CB8AC3E}">
        <p14:creationId xmlns:p14="http://schemas.microsoft.com/office/powerpoint/2010/main" val="1794280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B905DC-E478-47D8-9E5D-AE0955BF33CC}"/>
              </a:ext>
            </a:extLst>
          </p:cNvPr>
          <p:cNvSpPr>
            <a:spLocks noGrp="1"/>
          </p:cNvSpPr>
          <p:nvPr>
            <p:ph type="title" idx="4294967295"/>
          </p:nvPr>
        </p:nvSpPr>
        <p:spPr>
          <a:xfrm>
            <a:off x="1535371" y="1044054"/>
            <a:ext cx="10013709" cy="1030360"/>
          </a:xfrm>
        </p:spPr>
        <p:txBody>
          <a:bodyPr vert="horz" lIns="109728" tIns="109728" rIns="109728" bIns="91440" rtlCol="0" anchor="ctr">
            <a:normAutofit/>
          </a:bodyPr>
          <a:lstStyle/>
          <a:p>
            <a:r>
              <a:rPr lang="en-US">
                <a:solidFill>
                  <a:schemeClr val="bg1"/>
                </a:solidFill>
              </a:rPr>
              <a:t>Today’s Learning Topics</a:t>
            </a:r>
          </a:p>
        </p:txBody>
      </p:sp>
      <p:sp>
        <p:nvSpPr>
          <p:cNvPr id="20" name="Rectangle 19">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B3E1169-9C52-48CA-9893-B4FEF9130416}"/>
              </a:ext>
            </a:extLst>
          </p:cNvPr>
          <p:cNvGraphicFramePr>
            <a:graphicFrameLocks noGrp="1"/>
          </p:cNvGraphicFramePr>
          <p:nvPr>
            <p:ph idx="4294967295"/>
            <p:extLst>
              <p:ext uri="{D42A27DB-BD31-4B8C-83A1-F6EECF244321}">
                <p14:modId xmlns:p14="http://schemas.microsoft.com/office/powerpoint/2010/main" val="2655715669"/>
              </p:ext>
            </p:extLst>
          </p:nvPr>
        </p:nvGraphicFramePr>
        <p:xfrm>
          <a:off x="1713976" y="2887824"/>
          <a:ext cx="9835087" cy="33575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descr="Shape, arrow&#10;&#10;Description automatically generated">
            <a:extLst>
              <a:ext uri="{FF2B5EF4-FFF2-40B4-BE49-F238E27FC236}">
                <a16:creationId xmlns:a16="http://schemas.microsoft.com/office/drawing/2014/main" id="{1B03B560-AD77-45FA-B979-9D08179112A2}"/>
              </a:ext>
            </a:extLst>
          </p:cNvPr>
          <p:cNvPicPr>
            <a:picLocks noChangeAspect="1"/>
          </p:cNvPicPr>
          <p:nvPr/>
        </p:nvPicPr>
        <p:blipFill>
          <a:blip r:embed="rId9">
            <a:clrChange>
              <a:clrFrom>
                <a:srgbClr val="F5F5F5"/>
              </a:clrFrom>
              <a:clrTo>
                <a:srgbClr val="F5F5F5">
                  <a:alpha val="0"/>
                </a:srgbClr>
              </a:clrTo>
            </a:clrChange>
            <a:extLst>
              <a:ext uri="{28A0092B-C50C-407E-A947-70E740481C1C}">
                <a14:useLocalDpi xmlns:a14="http://schemas.microsoft.com/office/drawing/2010/main" val="0"/>
              </a:ext>
            </a:extLst>
          </a:blip>
          <a:stretch>
            <a:fillRect/>
          </a:stretch>
        </p:blipFill>
        <p:spPr>
          <a:xfrm>
            <a:off x="4381501" y="3595068"/>
            <a:ext cx="1076324" cy="971550"/>
          </a:xfrm>
          <a:prstGeom prst="rect">
            <a:avLst/>
          </a:prstGeom>
        </p:spPr>
      </p:pic>
    </p:spTree>
    <p:custDataLst>
      <p:tags r:id="rId1"/>
    </p:custDataLst>
    <p:extLst>
      <p:ext uri="{BB962C8B-B14F-4D97-AF65-F5344CB8AC3E}">
        <p14:creationId xmlns:p14="http://schemas.microsoft.com/office/powerpoint/2010/main" val="461361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CDA25-BF82-4E50-8B2D-A5D61474417A}"/>
              </a:ext>
            </a:extLst>
          </p:cNvPr>
          <p:cNvSpPr>
            <a:spLocks noGrp="1"/>
          </p:cNvSpPr>
          <p:nvPr>
            <p:ph type="title" idx="4294967295"/>
          </p:nvPr>
        </p:nvSpPr>
        <p:spPr>
          <a:xfrm>
            <a:off x="-30394" y="11534"/>
            <a:ext cx="12193561" cy="1230109"/>
          </a:xfrm>
          <a:solidFill>
            <a:schemeClr val="accent5">
              <a:lumMod val="20000"/>
              <a:lumOff val="80000"/>
            </a:schemeClr>
          </a:solidFill>
        </p:spPr>
        <p:txBody>
          <a:bodyPr/>
          <a:lstStyle/>
          <a:p>
            <a:pPr algn="ctr"/>
            <a:r>
              <a:rPr lang="en-SG" sz="3200" dirty="0"/>
              <a:t>Four levels of analytics</a:t>
            </a:r>
          </a:p>
        </p:txBody>
      </p:sp>
      <p:graphicFrame>
        <p:nvGraphicFramePr>
          <p:cNvPr id="5" name="Diagram 4">
            <a:extLst>
              <a:ext uri="{FF2B5EF4-FFF2-40B4-BE49-F238E27FC236}">
                <a16:creationId xmlns:a16="http://schemas.microsoft.com/office/drawing/2014/main" id="{61DC0849-3AA7-46F9-87D7-8DBF3158065F}"/>
              </a:ext>
            </a:extLst>
          </p:cNvPr>
          <p:cNvGraphicFramePr/>
          <p:nvPr/>
        </p:nvGraphicFramePr>
        <p:xfrm>
          <a:off x="2058935" y="1241643"/>
          <a:ext cx="9016952" cy="51780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Speech Bubble: Rectangle with Corners Rounded 5">
            <a:extLst>
              <a:ext uri="{FF2B5EF4-FFF2-40B4-BE49-F238E27FC236}">
                <a16:creationId xmlns:a16="http://schemas.microsoft.com/office/drawing/2014/main" id="{7C5BEF65-5618-492F-A6E6-528B2102046D}"/>
              </a:ext>
            </a:extLst>
          </p:cNvPr>
          <p:cNvSpPr/>
          <p:nvPr/>
        </p:nvSpPr>
        <p:spPr>
          <a:xfrm>
            <a:off x="2786346" y="5654789"/>
            <a:ext cx="2188294" cy="691374"/>
          </a:xfrm>
          <a:prstGeom prst="wedgeRoundRectCallout">
            <a:avLst>
              <a:gd name="adj1" fmla="val 19953"/>
              <a:gd name="adj2" fmla="val -7623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SG" dirty="0"/>
              <a:t>What happens?</a:t>
            </a:r>
          </a:p>
        </p:txBody>
      </p:sp>
      <p:cxnSp>
        <p:nvCxnSpPr>
          <p:cNvPr id="7" name="Straight Arrow Connector 6">
            <a:extLst>
              <a:ext uri="{FF2B5EF4-FFF2-40B4-BE49-F238E27FC236}">
                <a16:creationId xmlns:a16="http://schemas.microsoft.com/office/drawing/2014/main" id="{A2C309CF-15CA-4DE9-A71A-D08A80C0ACC7}"/>
              </a:ext>
            </a:extLst>
          </p:cNvPr>
          <p:cNvCxnSpPr/>
          <p:nvPr/>
        </p:nvCxnSpPr>
        <p:spPr>
          <a:xfrm>
            <a:off x="2566738" y="6366932"/>
            <a:ext cx="6110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36BC3C2-B663-484D-97E0-9139E59F2F4C}"/>
              </a:ext>
            </a:extLst>
          </p:cNvPr>
          <p:cNvSpPr txBox="1"/>
          <p:nvPr/>
        </p:nvSpPr>
        <p:spPr>
          <a:xfrm>
            <a:off x="8696921" y="6043766"/>
            <a:ext cx="2069323" cy="646331"/>
          </a:xfrm>
          <a:prstGeom prst="rect">
            <a:avLst/>
          </a:prstGeom>
          <a:noFill/>
        </p:spPr>
        <p:txBody>
          <a:bodyPr wrap="square" rtlCol="0">
            <a:spAutoFit/>
          </a:bodyPr>
          <a:lstStyle/>
          <a:p>
            <a:r>
              <a:rPr lang="en-SG" dirty="0"/>
              <a:t>Computing Process</a:t>
            </a:r>
          </a:p>
        </p:txBody>
      </p:sp>
      <p:cxnSp>
        <p:nvCxnSpPr>
          <p:cNvPr id="9" name="Straight Arrow Connector 8">
            <a:extLst>
              <a:ext uri="{FF2B5EF4-FFF2-40B4-BE49-F238E27FC236}">
                <a16:creationId xmlns:a16="http://schemas.microsoft.com/office/drawing/2014/main" id="{6FA4DF1B-9B2E-4C75-96BF-9760913CADAC}"/>
              </a:ext>
            </a:extLst>
          </p:cNvPr>
          <p:cNvCxnSpPr/>
          <p:nvPr/>
        </p:nvCxnSpPr>
        <p:spPr>
          <a:xfrm flipH="1" flipV="1">
            <a:off x="2058935" y="1904841"/>
            <a:ext cx="10633" cy="3851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1805BF9-61DD-42EA-BEDD-96E7667AFBA3}"/>
              </a:ext>
            </a:extLst>
          </p:cNvPr>
          <p:cNvSpPr txBox="1"/>
          <p:nvPr/>
        </p:nvSpPr>
        <p:spPr>
          <a:xfrm>
            <a:off x="1579490" y="1368900"/>
            <a:ext cx="1159458" cy="646331"/>
          </a:xfrm>
          <a:prstGeom prst="rect">
            <a:avLst/>
          </a:prstGeom>
          <a:noFill/>
        </p:spPr>
        <p:txBody>
          <a:bodyPr wrap="square" rtlCol="0">
            <a:spAutoFit/>
          </a:bodyPr>
          <a:lstStyle/>
          <a:p>
            <a:r>
              <a:rPr lang="en-SG" dirty="0"/>
              <a:t>volume of data</a:t>
            </a:r>
          </a:p>
        </p:txBody>
      </p:sp>
      <p:sp>
        <p:nvSpPr>
          <p:cNvPr id="11" name="TextBox 10">
            <a:extLst>
              <a:ext uri="{FF2B5EF4-FFF2-40B4-BE49-F238E27FC236}">
                <a16:creationId xmlns:a16="http://schemas.microsoft.com/office/drawing/2014/main" id="{4CE62C4F-9C5B-4B8B-9357-7CF3598156ED}"/>
              </a:ext>
            </a:extLst>
          </p:cNvPr>
          <p:cNvSpPr txBox="1"/>
          <p:nvPr/>
        </p:nvSpPr>
        <p:spPr>
          <a:xfrm rot="18465299">
            <a:off x="1890691" y="4579441"/>
            <a:ext cx="1662635" cy="400110"/>
          </a:xfrm>
          <a:prstGeom prst="rect">
            <a:avLst/>
          </a:prstGeom>
          <a:noFill/>
        </p:spPr>
        <p:txBody>
          <a:bodyPr wrap="none" rtlCol="0">
            <a:spAutoFit/>
          </a:bodyPr>
          <a:lstStyle/>
          <a:p>
            <a:r>
              <a:rPr lang="en-SG" sz="2000" dirty="0"/>
              <a:t>Information</a:t>
            </a:r>
          </a:p>
        </p:txBody>
      </p:sp>
      <p:sp>
        <p:nvSpPr>
          <p:cNvPr id="12" name="TextBox 11">
            <a:extLst>
              <a:ext uri="{FF2B5EF4-FFF2-40B4-BE49-F238E27FC236}">
                <a16:creationId xmlns:a16="http://schemas.microsoft.com/office/drawing/2014/main" id="{26EA804C-CC5C-4B13-83B3-FE1A47E364CD}"/>
              </a:ext>
            </a:extLst>
          </p:cNvPr>
          <p:cNvSpPr txBox="1"/>
          <p:nvPr/>
        </p:nvSpPr>
        <p:spPr>
          <a:xfrm rot="20801657">
            <a:off x="6614144" y="1849783"/>
            <a:ext cx="1763624" cy="400110"/>
          </a:xfrm>
          <a:prstGeom prst="rect">
            <a:avLst/>
          </a:prstGeom>
          <a:noFill/>
        </p:spPr>
        <p:txBody>
          <a:bodyPr wrap="none" rtlCol="0">
            <a:spAutoFit/>
          </a:bodyPr>
          <a:lstStyle/>
          <a:p>
            <a:r>
              <a:rPr lang="en-SG" sz="2000" dirty="0"/>
              <a:t>Optimisation</a:t>
            </a:r>
          </a:p>
        </p:txBody>
      </p:sp>
      <p:sp>
        <p:nvSpPr>
          <p:cNvPr id="13" name="Speech Bubble: Rectangle with Corners Rounded 12">
            <a:extLst>
              <a:ext uri="{FF2B5EF4-FFF2-40B4-BE49-F238E27FC236}">
                <a16:creationId xmlns:a16="http://schemas.microsoft.com/office/drawing/2014/main" id="{019A0651-E5E2-49E3-827C-8D2D4E329E07}"/>
              </a:ext>
            </a:extLst>
          </p:cNvPr>
          <p:cNvSpPr/>
          <p:nvPr/>
        </p:nvSpPr>
        <p:spPr>
          <a:xfrm>
            <a:off x="5200109" y="5060504"/>
            <a:ext cx="1553375" cy="691374"/>
          </a:xfrm>
          <a:prstGeom prst="wedgeRoundRectCallout">
            <a:avLst>
              <a:gd name="adj1" fmla="val -19137"/>
              <a:gd name="adj2" fmla="val -9208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SG" dirty="0"/>
              <a:t>Why did it happen?</a:t>
            </a:r>
          </a:p>
        </p:txBody>
      </p:sp>
      <p:sp>
        <p:nvSpPr>
          <p:cNvPr id="14" name="Speech Bubble: Rectangle with Corners Rounded 13">
            <a:extLst>
              <a:ext uri="{FF2B5EF4-FFF2-40B4-BE49-F238E27FC236}">
                <a16:creationId xmlns:a16="http://schemas.microsoft.com/office/drawing/2014/main" id="{20B87C23-1898-4A9E-9A86-3E012F147736}"/>
              </a:ext>
            </a:extLst>
          </p:cNvPr>
          <p:cNvSpPr/>
          <p:nvPr/>
        </p:nvSpPr>
        <p:spPr>
          <a:xfrm>
            <a:off x="6906013" y="4942659"/>
            <a:ext cx="1896805" cy="691360"/>
          </a:xfrm>
          <a:prstGeom prst="wedgeRoundRectCallout">
            <a:avLst>
              <a:gd name="adj1" fmla="val -20352"/>
              <a:gd name="adj2" fmla="val -15441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SG" dirty="0"/>
              <a:t>What will happen?</a:t>
            </a:r>
          </a:p>
        </p:txBody>
      </p:sp>
      <p:sp>
        <p:nvSpPr>
          <p:cNvPr id="15" name="Speech Bubble: Rectangle with Corners Rounded 14">
            <a:extLst>
              <a:ext uri="{FF2B5EF4-FFF2-40B4-BE49-F238E27FC236}">
                <a16:creationId xmlns:a16="http://schemas.microsoft.com/office/drawing/2014/main" id="{993535F6-51E1-4E71-A130-26D334215498}"/>
              </a:ext>
            </a:extLst>
          </p:cNvPr>
          <p:cNvSpPr/>
          <p:nvPr/>
        </p:nvSpPr>
        <p:spPr>
          <a:xfrm>
            <a:off x="8696921" y="4015026"/>
            <a:ext cx="2245819" cy="780501"/>
          </a:xfrm>
          <a:prstGeom prst="wedgeRoundRectCallout">
            <a:avLst>
              <a:gd name="adj1" fmla="val -25945"/>
              <a:gd name="adj2" fmla="val -7364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SG" dirty="0"/>
              <a:t>What can we do?</a:t>
            </a:r>
          </a:p>
        </p:txBody>
      </p:sp>
      <p:pic>
        <p:nvPicPr>
          <p:cNvPr id="3" name="Picture 2">
            <a:extLst>
              <a:ext uri="{FF2B5EF4-FFF2-40B4-BE49-F238E27FC236}">
                <a16:creationId xmlns:a16="http://schemas.microsoft.com/office/drawing/2014/main" id="{32942903-9611-469A-816A-556C5B2064AE}"/>
              </a:ext>
            </a:extLst>
          </p:cNvPr>
          <p:cNvPicPr>
            <a:picLocks noChangeAspect="1"/>
          </p:cNvPicPr>
          <p:nvPr/>
        </p:nvPicPr>
        <p:blipFill>
          <a:blip r:embed="rId9"/>
          <a:stretch>
            <a:fillRect/>
          </a:stretch>
        </p:blipFill>
        <p:spPr>
          <a:xfrm>
            <a:off x="3425721" y="1241643"/>
            <a:ext cx="2805112" cy="1404937"/>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187998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1030"/>
          <p:cNvSpPr>
            <a:spLocks noChangeArrowheads="1"/>
          </p:cNvSpPr>
          <p:nvPr/>
        </p:nvSpPr>
        <p:spPr bwMode="auto">
          <a:xfrm>
            <a:off x="368968" y="-81695"/>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3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defRPr/>
            </a:pPr>
            <a:r>
              <a:rPr lang="en-US" altLang="en-US" b="1" dirty="0">
                <a:solidFill>
                  <a:srgbClr val="EF0C1D"/>
                </a:solidFill>
                <a:cs typeface="Arial" charset="0"/>
              </a:rPr>
              <a:t>Types of Data Analytics        (Review)</a:t>
            </a:r>
          </a:p>
        </p:txBody>
      </p:sp>
      <p:sp>
        <p:nvSpPr>
          <p:cNvPr id="5126" name="Slide Number Placeholder 1"/>
          <p:cNvSpPr>
            <a:spLocks noGrp="1"/>
          </p:cNvSpPr>
          <p:nvPr>
            <p:ph type="sldNum" sz="quarter" idx="12"/>
          </p:nvPr>
        </p:nvSpPr>
        <p:spPr bwMode="auto">
          <a:xfrm>
            <a:off x="1355813" y="1423576"/>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561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55613">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55613">
              <a:spcBef>
                <a:spcPct val="20000"/>
              </a:spcBef>
              <a:buFont typeface="Arial" panose="020B0604020202020204" pitchFamily="34" charset="0"/>
              <a:buChar char="•"/>
              <a:defRPr sz="2300">
                <a:solidFill>
                  <a:schemeClr val="tx1"/>
                </a:solidFill>
                <a:latin typeface="Calibri" panose="020F0502020204030204" pitchFamily="34" charset="0"/>
              </a:defRPr>
            </a:lvl3pPr>
            <a:lvl4pPr marL="1600200" indent="-228600" defTabSz="455613">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55613">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56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56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56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56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fontAlgn="base">
              <a:spcBef>
                <a:spcPct val="0"/>
              </a:spcBef>
              <a:spcAft>
                <a:spcPct val="0"/>
              </a:spcAft>
              <a:buNone/>
              <a:defRPr/>
            </a:pPr>
            <a:fld id="{7F26BCBA-EF85-4B41-A6DB-6B2E4D965B65}" type="slidenum">
              <a:rPr lang="en-US" altLang="en-US" sz="1200" b="0" spc="0">
                <a:solidFill>
                  <a:srgbClr val="A0A0A0"/>
                </a:solidFill>
                <a:cs typeface="Arial" charset="0"/>
              </a:rPr>
              <a:pPr algn="ctr" fontAlgn="base">
                <a:spcBef>
                  <a:spcPct val="0"/>
                </a:spcBef>
                <a:spcAft>
                  <a:spcPct val="0"/>
                </a:spcAft>
                <a:buNone/>
                <a:defRPr/>
              </a:pPr>
              <a:t>24</a:t>
            </a:fld>
            <a:endParaRPr lang="en-US" altLang="en-US" sz="1200" b="0" spc="0" dirty="0">
              <a:solidFill>
                <a:srgbClr val="A0A0A0"/>
              </a:solidFill>
              <a:cs typeface="Arial" charset="0"/>
            </a:endParaRPr>
          </a:p>
        </p:txBody>
      </p:sp>
      <p:sp>
        <p:nvSpPr>
          <p:cNvPr id="3" name="Freeform 2"/>
          <p:cNvSpPr/>
          <p:nvPr/>
        </p:nvSpPr>
        <p:spPr>
          <a:xfrm>
            <a:off x="5087226" y="1051645"/>
            <a:ext cx="6775911" cy="1292368"/>
          </a:xfrm>
          <a:custGeom>
            <a:avLst/>
            <a:gdLst>
              <a:gd name="connsiteX0" fmla="*/ 152548 w 915267"/>
              <a:gd name="connsiteY0" fmla="*/ 0 h 4911662"/>
              <a:gd name="connsiteX1" fmla="*/ 762719 w 915267"/>
              <a:gd name="connsiteY1" fmla="*/ 0 h 4911662"/>
              <a:gd name="connsiteX2" fmla="*/ 915267 w 915267"/>
              <a:gd name="connsiteY2" fmla="*/ 152548 h 4911662"/>
              <a:gd name="connsiteX3" fmla="*/ 915267 w 915267"/>
              <a:gd name="connsiteY3" fmla="*/ 4911662 h 4911662"/>
              <a:gd name="connsiteX4" fmla="*/ 915267 w 915267"/>
              <a:gd name="connsiteY4" fmla="*/ 4911662 h 4911662"/>
              <a:gd name="connsiteX5" fmla="*/ 0 w 915267"/>
              <a:gd name="connsiteY5" fmla="*/ 4911662 h 4911662"/>
              <a:gd name="connsiteX6" fmla="*/ 0 w 915267"/>
              <a:gd name="connsiteY6" fmla="*/ 4911662 h 4911662"/>
              <a:gd name="connsiteX7" fmla="*/ 0 w 915267"/>
              <a:gd name="connsiteY7" fmla="*/ 152548 h 4911662"/>
              <a:gd name="connsiteX8" fmla="*/ 152548 w 915267"/>
              <a:gd name="connsiteY8" fmla="*/ 0 h 491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267" h="4911662">
                <a:moveTo>
                  <a:pt x="915267" y="818631"/>
                </a:moveTo>
                <a:lnTo>
                  <a:pt x="915267" y="4093031"/>
                </a:lnTo>
                <a:cubicBezTo>
                  <a:pt x="915267" y="4545147"/>
                  <a:pt x="902540" y="4911659"/>
                  <a:pt x="886840" y="4911659"/>
                </a:cubicBezTo>
                <a:lnTo>
                  <a:pt x="0" y="4911659"/>
                </a:lnTo>
                <a:lnTo>
                  <a:pt x="0" y="4911659"/>
                </a:lnTo>
                <a:lnTo>
                  <a:pt x="0" y="3"/>
                </a:lnTo>
                <a:lnTo>
                  <a:pt x="0" y="3"/>
                </a:lnTo>
                <a:lnTo>
                  <a:pt x="886840" y="3"/>
                </a:lnTo>
                <a:cubicBezTo>
                  <a:pt x="902540" y="3"/>
                  <a:pt x="915267" y="366515"/>
                  <a:pt x="915267" y="818631"/>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68505" rIns="292330" bIns="168506" numCol="1" spcCol="1270" anchor="ctr" anchorCtr="0">
            <a:noAutofit/>
          </a:bodyPr>
          <a:lstStyle/>
          <a:p>
            <a:pPr marL="171450" lvl="1" indent="-171450" defTabSz="800100">
              <a:lnSpc>
                <a:spcPct val="90000"/>
              </a:lnSpc>
              <a:spcBef>
                <a:spcPct val="0"/>
              </a:spcBef>
              <a:spcAft>
                <a:spcPct val="15000"/>
              </a:spcAft>
              <a:buChar char="••"/>
            </a:pPr>
            <a:r>
              <a:rPr lang="en-US" sz="2400" dirty="0"/>
              <a:t>What happened?</a:t>
            </a:r>
          </a:p>
          <a:p>
            <a:pPr marL="171450" lvl="1" indent="-171450" defTabSz="800100">
              <a:lnSpc>
                <a:spcPct val="90000"/>
              </a:lnSpc>
              <a:spcBef>
                <a:spcPct val="0"/>
              </a:spcBef>
              <a:spcAft>
                <a:spcPct val="15000"/>
              </a:spcAft>
              <a:buChar char="••"/>
            </a:pPr>
            <a:r>
              <a:rPr lang="en-US" sz="2400" dirty="0"/>
              <a:t>Uses historical data to give a perspective of what is going on</a:t>
            </a:r>
          </a:p>
        </p:txBody>
      </p:sp>
      <p:sp>
        <p:nvSpPr>
          <p:cNvPr id="4" name="Freeform 3"/>
          <p:cNvSpPr/>
          <p:nvPr/>
        </p:nvSpPr>
        <p:spPr>
          <a:xfrm>
            <a:off x="867807" y="1125788"/>
            <a:ext cx="2762810" cy="1144083"/>
          </a:xfrm>
          <a:custGeom>
            <a:avLst/>
            <a:gdLst>
              <a:gd name="connsiteX0" fmla="*/ 0 w 2762810"/>
              <a:gd name="connsiteY0" fmla="*/ 190684 h 1144083"/>
              <a:gd name="connsiteX1" fmla="*/ 190684 w 2762810"/>
              <a:gd name="connsiteY1" fmla="*/ 0 h 1144083"/>
              <a:gd name="connsiteX2" fmla="*/ 2572126 w 2762810"/>
              <a:gd name="connsiteY2" fmla="*/ 0 h 1144083"/>
              <a:gd name="connsiteX3" fmla="*/ 2762810 w 2762810"/>
              <a:gd name="connsiteY3" fmla="*/ 190684 h 1144083"/>
              <a:gd name="connsiteX4" fmla="*/ 2762810 w 2762810"/>
              <a:gd name="connsiteY4" fmla="*/ 953399 h 1144083"/>
              <a:gd name="connsiteX5" fmla="*/ 2572126 w 2762810"/>
              <a:gd name="connsiteY5" fmla="*/ 1144083 h 1144083"/>
              <a:gd name="connsiteX6" fmla="*/ 190684 w 2762810"/>
              <a:gd name="connsiteY6" fmla="*/ 1144083 h 1144083"/>
              <a:gd name="connsiteX7" fmla="*/ 0 w 2762810"/>
              <a:gd name="connsiteY7" fmla="*/ 953399 h 1144083"/>
              <a:gd name="connsiteX8" fmla="*/ 0 w 2762810"/>
              <a:gd name="connsiteY8" fmla="*/ 190684 h 1144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2810" h="1144083">
                <a:moveTo>
                  <a:pt x="0" y="190684"/>
                </a:moveTo>
                <a:cubicBezTo>
                  <a:pt x="0" y="85372"/>
                  <a:pt x="85372" y="0"/>
                  <a:pt x="190684" y="0"/>
                </a:cubicBezTo>
                <a:lnTo>
                  <a:pt x="2572126" y="0"/>
                </a:lnTo>
                <a:cubicBezTo>
                  <a:pt x="2677438" y="0"/>
                  <a:pt x="2762810" y="85372"/>
                  <a:pt x="2762810" y="190684"/>
                </a:cubicBezTo>
                <a:lnTo>
                  <a:pt x="2762810" y="953399"/>
                </a:lnTo>
                <a:cubicBezTo>
                  <a:pt x="2762810" y="1058711"/>
                  <a:pt x="2677438" y="1144083"/>
                  <a:pt x="2572126" y="1144083"/>
                </a:cubicBezTo>
                <a:lnTo>
                  <a:pt x="190684" y="1144083"/>
                </a:lnTo>
                <a:cubicBezTo>
                  <a:pt x="85372" y="1144083"/>
                  <a:pt x="0" y="1058711"/>
                  <a:pt x="0" y="953399"/>
                </a:cubicBezTo>
                <a:lnTo>
                  <a:pt x="0" y="1906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770" tIns="116810" rIns="177770" bIns="116810" numCol="1" spcCol="1270" anchor="ctr" anchorCtr="0">
            <a:noAutofit/>
          </a:bodyPr>
          <a:lstStyle/>
          <a:p>
            <a:pPr algn="ctr" defTabSz="1422400">
              <a:lnSpc>
                <a:spcPct val="90000"/>
              </a:lnSpc>
              <a:spcBef>
                <a:spcPct val="0"/>
              </a:spcBef>
              <a:spcAft>
                <a:spcPct val="35000"/>
              </a:spcAft>
            </a:pPr>
            <a:r>
              <a:rPr lang="en-US" sz="3200" dirty="0"/>
              <a:t>Descriptive Analytics</a:t>
            </a:r>
          </a:p>
        </p:txBody>
      </p:sp>
      <p:sp>
        <p:nvSpPr>
          <p:cNvPr id="5" name="Freeform 4"/>
          <p:cNvSpPr/>
          <p:nvPr/>
        </p:nvSpPr>
        <p:spPr>
          <a:xfrm>
            <a:off x="5139408" y="2459279"/>
            <a:ext cx="6723729" cy="1041910"/>
          </a:xfrm>
          <a:custGeom>
            <a:avLst/>
            <a:gdLst>
              <a:gd name="connsiteX0" fmla="*/ 152548 w 915267"/>
              <a:gd name="connsiteY0" fmla="*/ 0 h 4911662"/>
              <a:gd name="connsiteX1" fmla="*/ 762719 w 915267"/>
              <a:gd name="connsiteY1" fmla="*/ 0 h 4911662"/>
              <a:gd name="connsiteX2" fmla="*/ 915267 w 915267"/>
              <a:gd name="connsiteY2" fmla="*/ 152548 h 4911662"/>
              <a:gd name="connsiteX3" fmla="*/ 915267 w 915267"/>
              <a:gd name="connsiteY3" fmla="*/ 4911662 h 4911662"/>
              <a:gd name="connsiteX4" fmla="*/ 915267 w 915267"/>
              <a:gd name="connsiteY4" fmla="*/ 4911662 h 4911662"/>
              <a:gd name="connsiteX5" fmla="*/ 0 w 915267"/>
              <a:gd name="connsiteY5" fmla="*/ 4911662 h 4911662"/>
              <a:gd name="connsiteX6" fmla="*/ 0 w 915267"/>
              <a:gd name="connsiteY6" fmla="*/ 4911662 h 4911662"/>
              <a:gd name="connsiteX7" fmla="*/ 0 w 915267"/>
              <a:gd name="connsiteY7" fmla="*/ 152548 h 4911662"/>
              <a:gd name="connsiteX8" fmla="*/ 152548 w 915267"/>
              <a:gd name="connsiteY8" fmla="*/ 0 h 491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267" h="4911662">
                <a:moveTo>
                  <a:pt x="915267" y="818631"/>
                </a:moveTo>
                <a:lnTo>
                  <a:pt x="915267" y="4093031"/>
                </a:lnTo>
                <a:cubicBezTo>
                  <a:pt x="915267" y="4545147"/>
                  <a:pt x="902540" y="4911659"/>
                  <a:pt x="886840" y="4911659"/>
                </a:cubicBezTo>
                <a:lnTo>
                  <a:pt x="0" y="4911659"/>
                </a:lnTo>
                <a:lnTo>
                  <a:pt x="0" y="4911659"/>
                </a:lnTo>
                <a:lnTo>
                  <a:pt x="0" y="3"/>
                </a:lnTo>
                <a:lnTo>
                  <a:pt x="0" y="3"/>
                </a:lnTo>
                <a:lnTo>
                  <a:pt x="886840" y="3"/>
                </a:lnTo>
                <a:cubicBezTo>
                  <a:pt x="902540" y="3"/>
                  <a:pt x="915267" y="366515"/>
                  <a:pt x="915267" y="818631"/>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68505" rIns="292330" bIns="168506" numCol="1" spcCol="1270" anchor="ctr" anchorCtr="0">
            <a:noAutofit/>
          </a:bodyPr>
          <a:lstStyle/>
          <a:p>
            <a:pPr marL="171450" lvl="1" indent="-171450" defTabSz="800100">
              <a:lnSpc>
                <a:spcPct val="90000"/>
              </a:lnSpc>
              <a:spcBef>
                <a:spcPct val="0"/>
              </a:spcBef>
              <a:spcAft>
                <a:spcPct val="15000"/>
              </a:spcAft>
              <a:buChar char="••"/>
            </a:pPr>
            <a:r>
              <a:rPr lang="en-US" sz="2400" dirty="0"/>
              <a:t>Why did it happen?</a:t>
            </a:r>
          </a:p>
          <a:p>
            <a:pPr marL="171450" lvl="1" indent="-171450" defTabSz="800100">
              <a:lnSpc>
                <a:spcPct val="90000"/>
              </a:lnSpc>
              <a:spcBef>
                <a:spcPct val="0"/>
              </a:spcBef>
              <a:spcAft>
                <a:spcPct val="15000"/>
              </a:spcAft>
              <a:buChar char="••"/>
            </a:pPr>
            <a:r>
              <a:rPr lang="en-US" sz="2400" dirty="0"/>
              <a:t>What and why it went wrong?</a:t>
            </a:r>
          </a:p>
        </p:txBody>
      </p:sp>
      <p:sp>
        <p:nvSpPr>
          <p:cNvPr id="6" name="Freeform 5"/>
          <p:cNvSpPr/>
          <p:nvPr/>
        </p:nvSpPr>
        <p:spPr>
          <a:xfrm>
            <a:off x="867807" y="2425226"/>
            <a:ext cx="2762810" cy="1144083"/>
          </a:xfrm>
          <a:custGeom>
            <a:avLst/>
            <a:gdLst>
              <a:gd name="connsiteX0" fmla="*/ 0 w 2762810"/>
              <a:gd name="connsiteY0" fmla="*/ 190684 h 1144083"/>
              <a:gd name="connsiteX1" fmla="*/ 190684 w 2762810"/>
              <a:gd name="connsiteY1" fmla="*/ 0 h 1144083"/>
              <a:gd name="connsiteX2" fmla="*/ 2572126 w 2762810"/>
              <a:gd name="connsiteY2" fmla="*/ 0 h 1144083"/>
              <a:gd name="connsiteX3" fmla="*/ 2762810 w 2762810"/>
              <a:gd name="connsiteY3" fmla="*/ 190684 h 1144083"/>
              <a:gd name="connsiteX4" fmla="*/ 2762810 w 2762810"/>
              <a:gd name="connsiteY4" fmla="*/ 953399 h 1144083"/>
              <a:gd name="connsiteX5" fmla="*/ 2572126 w 2762810"/>
              <a:gd name="connsiteY5" fmla="*/ 1144083 h 1144083"/>
              <a:gd name="connsiteX6" fmla="*/ 190684 w 2762810"/>
              <a:gd name="connsiteY6" fmla="*/ 1144083 h 1144083"/>
              <a:gd name="connsiteX7" fmla="*/ 0 w 2762810"/>
              <a:gd name="connsiteY7" fmla="*/ 953399 h 1144083"/>
              <a:gd name="connsiteX8" fmla="*/ 0 w 2762810"/>
              <a:gd name="connsiteY8" fmla="*/ 190684 h 1144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2810" h="1144083">
                <a:moveTo>
                  <a:pt x="0" y="190684"/>
                </a:moveTo>
                <a:cubicBezTo>
                  <a:pt x="0" y="85372"/>
                  <a:pt x="85372" y="0"/>
                  <a:pt x="190684" y="0"/>
                </a:cubicBezTo>
                <a:lnTo>
                  <a:pt x="2572126" y="0"/>
                </a:lnTo>
                <a:cubicBezTo>
                  <a:pt x="2677438" y="0"/>
                  <a:pt x="2762810" y="85372"/>
                  <a:pt x="2762810" y="190684"/>
                </a:cubicBezTo>
                <a:lnTo>
                  <a:pt x="2762810" y="953399"/>
                </a:lnTo>
                <a:cubicBezTo>
                  <a:pt x="2762810" y="1058711"/>
                  <a:pt x="2677438" y="1144083"/>
                  <a:pt x="2572126" y="1144083"/>
                </a:cubicBezTo>
                <a:lnTo>
                  <a:pt x="190684" y="1144083"/>
                </a:lnTo>
                <a:cubicBezTo>
                  <a:pt x="85372" y="1144083"/>
                  <a:pt x="0" y="1058711"/>
                  <a:pt x="0" y="953399"/>
                </a:cubicBezTo>
                <a:lnTo>
                  <a:pt x="0" y="1906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770" tIns="116810" rIns="177770" bIns="116810" numCol="1" spcCol="1270" anchor="ctr" anchorCtr="0">
            <a:noAutofit/>
          </a:bodyPr>
          <a:lstStyle/>
          <a:p>
            <a:pPr algn="ctr" defTabSz="1422400">
              <a:lnSpc>
                <a:spcPct val="90000"/>
              </a:lnSpc>
              <a:spcBef>
                <a:spcPct val="0"/>
              </a:spcBef>
              <a:spcAft>
                <a:spcPct val="35000"/>
              </a:spcAft>
            </a:pPr>
            <a:r>
              <a:rPr lang="en-US" sz="3200" dirty="0"/>
              <a:t>Diagnostic Analytics</a:t>
            </a:r>
          </a:p>
        </p:txBody>
      </p:sp>
      <p:sp>
        <p:nvSpPr>
          <p:cNvPr id="7" name="Freeform 6"/>
          <p:cNvSpPr/>
          <p:nvPr/>
        </p:nvSpPr>
        <p:spPr>
          <a:xfrm>
            <a:off x="5087226" y="3684377"/>
            <a:ext cx="6723729" cy="1292368"/>
          </a:xfrm>
          <a:custGeom>
            <a:avLst/>
            <a:gdLst>
              <a:gd name="connsiteX0" fmla="*/ 152548 w 915267"/>
              <a:gd name="connsiteY0" fmla="*/ 0 h 4911662"/>
              <a:gd name="connsiteX1" fmla="*/ 762719 w 915267"/>
              <a:gd name="connsiteY1" fmla="*/ 0 h 4911662"/>
              <a:gd name="connsiteX2" fmla="*/ 915267 w 915267"/>
              <a:gd name="connsiteY2" fmla="*/ 152548 h 4911662"/>
              <a:gd name="connsiteX3" fmla="*/ 915267 w 915267"/>
              <a:gd name="connsiteY3" fmla="*/ 4911662 h 4911662"/>
              <a:gd name="connsiteX4" fmla="*/ 915267 w 915267"/>
              <a:gd name="connsiteY4" fmla="*/ 4911662 h 4911662"/>
              <a:gd name="connsiteX5" fmla="*/ 0 w 915267"/>
              <a:gd name="connsiteY5" fmla="*/ 4911662 h 4911662"/>
              <a:gd name="connsiteX6" fmla="*/ 0 w 915267"/>
              <a:gd name="connsiteY6" fmla="*/ 4911662 h 4911662"/>
              <a:gd name="connsiteX7" fmla="*/ 0 w 915267"/>
              <a:gd name="connsiteY7" fmla="*/ 152548 h 4911662"/>
              <a:gd name="connsiteX8" fmla="*/ 152548 w 915267"/>
              <a:gd name="connsiteY8" fmla="*/ 0 h 491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267" h="4911662">
                <a:moveTo>
                  <a:pt x="915267" y="818631"/>
                </a:moveTo>
                <a:lnTo>
                  <a:pt x="915267" y="4093031"/>
                </a:lnTo>
                <a:cubicBezTo>
                  <a:pt x="915267" y="4545147"/>
                  <a:pt x="902540" y="4911659"/>
                  <a:pt x="886840" y="4911659"/>
                </a:cubicBezTo>
                <a:lnTo>
                  <a:pt x="0" y="4911659"/>
                </a:lnTo>
                <a:lnTo>
                  <a:pt x="0" y="4911659"/>
                </a:lnTo>
                <a:lnTo>
                  <a:pt x="0" y="3"/>
                </a:lnTo>
                <a:lnTo>
                  <a:pt x="0" y="3"/>
                </a:lnTo>
                <a:lnTo>
                  <a:pt x="886840" y="3"/>
                </a:lnTo>
                <a:cubicBezTo>
                  <a:pt x="902540" y="3"/>
                  <a:pt x="915267" y="366515"/>
                  <a:pt x="915267" y="818631"/>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68505" rIns="292330" bIns="168506" numCol="1" spcCol="1270" anchor="ctr" anchorCtr="0">
            <a:noAutofit/>
          </a:bodyPr>
          <a:lstStyle/>
          <a:p>
            <a:pPr marL="171450" lvl="1" indent="-171450" defTabSz="800100">
              <a:lnSpc>
                <a:spcPct val="90000"/>
              </a:lnSpc>
              <a:spcBef>
                <a:spcPct val="0"/>
              </a:spcBef>
              <a:spcAft>
                <a:spcPct val="15000"/>
              </a:spcAft>
              <a:buChar char="••"/>
            </a:pPr>
            <a:r>
              <a:rPr lang="en-US" sz="2400" dirty="0"/>
              <a:t>What is going to happen?</a:t>
            </a:r>
          </a:p>
          <a:p>
            <a:pPr marL="171450" lvl="1" indent="-171450" defTabSz="800100">
              <a:lnSpc>
                <a:spcPct val="90000"/>
              </a:lnSpc>
              <a:spcBef>
                <a:spcPct val="0"/>
              </a:spcBef>
              <a:spcAft>
                <a:spcPct val="15000"/>
              </a:spcAft>
              <a:buChar char="••"/>
            </a:pPr>
            <a:r>
              <a:rPr lang="en-US" sz="2400" dirty="0"/>
              <a:t>Building mathematical model using historical data</a:t>
            </a:r>
          </a:p>
        </p:txBody>
      </p:sp>
      <p:sp>
        <p:nvSpPr>
          <p:cNvPr id="9" name="Freeform 8"/>
          <p:cNvSpPr/>
          <p:nvPr/>
        </p:nvSpPr>
        <p:spPr>
          <a:xfrm>
            <a:off x="867807" y="3758520"/>
            <a:ext cx="2762810" cy="1144083"/>
          </a:xfrm>
          <a:custGeom>
            <a:avLst/>
            <a:gdLst>
              <a:gd name="connsiteX0" fmla="*/ 0 w 2762810"/>
              <a:gd name="connsiteY0" fmla="*/ 190684 h 1144083"/>
              <a:gd name="connsiteX1" fmla="*/ 190684 w 2762810"/>
              <a:gd name="connsiteY1" fmla="*/ 0 h 1144083"/>
              <a:gd name="connsiteX2" fmla="*/ 2572126 w 2762810"/>
              <a:gd name="connsiteY2" fmla="*/ 0 h 1144083"/>
              <a:gd name="connsiteX3" fmla="*/ 2762810 w 2762810"/>
              <a:gd name="connsiteY3" fmla="*/ 190684 h 1144083"/>
              <a:gd name="connsiteX4" fmla="*/ 2762810 w 2762810"/>
              <a:gd name="connsiteY4" fmla="*/ 953399 h 1144083"/>
              <a:gd name="connsiteX5" fmla="*/ 2572126 w 2762810"/>
              <a:gd name="connsiteY5" fmla="*/ 1144083 h 1144083"/>
              <a:gd name="connsiteX6" fmla="*/ 190684 w 2762810"/>
              <a:gd name="connsiteY6" fmla="*/ 1144083 h 1144083"/>
              <a:gd name="connsiteX7" fmla="*/ 0 w 2762810"/>
              <a:gd name="connsiteY7" fmla="*/ 953399 h 1144083"/>
              <a:gd name="connsiteX8" fmla="*/ 0 w 2762810"/>
              <a:gd name="connsiteY8" fmla="*/ 190684 h 1144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2810" h="1144083">
                <a:moveTo>
                  <a:pt x="0" y="190684"/>
                </a:moveTo>
                <a:cubicBezTo>
                  <a:pt x="0" y="85372"/>
                  <a:pt x="85372" y="0"/>
                  <a:pt x="190684" y="0"/>
                </a:cubicBezTo>
                <a:lnTo>
                  <a:pt x="2572126" y="0"/>
                </a:lnTo>
                <a:cubicBezTo>
                  <a:pt x="2677438" y="0"/>
                  <a:pt x="2762810" y="85372"/>
                  <a:pt x="2762810" y="190684"/>
                </a:cubicBezTo>
                <a:lnTo>
                  <a:pt x="2762810" y="953399"/>
                </a:lnTo>
                <a:cubicBezTo>
                  <a:pt x="2762810" y="1058711"/>
                  <a:pt x="2677438" y="1144083"/>
                  <a:pt x="2572126" y="1144083"/>
                </a:cubicBezTo>
                <a:lnTo>
                  <a:pt x="190684" y="1144083"/>
                </a:lnTo>
                <a:cubicBezTo>
                  <a:pt x="85372" y="1144083"/>
                  <a:pt x="0" y="1058711"/>
                  <a:pt x="0" y="953399"/>
                </a:cubicBezTo>
                <a:lnTo>
                  <a:pt x="0" y="1906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770" tIns="116810" rIns="177770" bIns="116810" numCol="1" spcCol="1270" anchor="ctr" anchorCtr="0">
            <a:noAutofit/>
          </a:bodyPr>
          <a:lstStyle/>
          <a:p>
            <a:pPr algn="ctr" defTabSz="1422400">
              <a:lnSpc>
                <a:spcPct val="90000"/>
              </a:lnSpc>
              <a:spcBef>
                <a:spcPct val="0"/>
              </a:spcBef>
              <a:spcAft>
                <a:spcPct val="35000"/>
              </a:spcAft>
            </a:pPr>
            <a:r>
              <a:rPr lang="en-US" sz="3200" dirty="0"/>
              <a:t>Predictive Analytics</a:t>
            </a:r>
          </a:p>
        </p:txBody>
      </p:sp>
      <p:sp>
        <p:nvSpPr>
          <p:cNvPr id="10" name="Freeform 9"/>
          <p:cNvSpPr/>
          <p:nvPr/>
        </p:nvSpPr>
        <p:spPr>
          <a:xfrm>
            <a:off x="5051207" y="5050018"/>
            <a:ext cx="6847947" cy="1292368"/>
          </a:xfrm>
          <a:custGeom>
            <a:avLst/>
            <a:gdLst>
              <a:gd name="connsiteX0" fmla="*/ 152548 w 915267"/>
              <a:gd name="connsiteY0" fmla="*/ 0 h 4911662"/>
              <a:gd name="connsiteX1" fmla="*/ 762719 w 915267"/>
              <a:gd name="connsiteY1" fmla="*/ 0 h 4911662"/>
              <a:gd name="connsiteX2" fmla="*/ 915267 w 915267"/>
              <a:gd name="connsiteY2" fmla="*/ 152548 h 4911662"/>
              <a:gd name="connsiteX3" fmla="*/ 915267 w 915267"/>
              <a:gd name="connsiteY3" fmla="*/ 4911662 h 4911662"/>
              <a:gd name="connsiteX4" fmla="*/ 915267 w 915267"/>
              <a:gd name="connsiteY4" fmla="*/ 4911662 h 4911662"/>
              <a:gd name="connsiteX5" fmla="*/ 0 w 915267"/>
              <a:gd name="connsiteY5" fmla="*/ 4911662 h 4911662"/>
              <a:gd name="connsiteX6" fmla="*/ 0 w 915267"/>
              <a:gd name="connsiteY6" fmla="*/ 4911662 h 4911662"/>
              <a:gd name="connsiteX7" fmla="*/ 0 w 915267"/>
              <a:gd name="connsiteY7" fmla="*/ 152548 h 4911662"/>
              <a:gd name="connsiteX8" fmla="*/ 152548 w 915267"/>
              <a:gd name="connsiteY8" fmla="*/ 0 h 491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267" h="4911662">
                <a:moveTo>
                  <a:pt x="915267" y="818631"/>
                </a:moveTo>
                <a:lnTo>
                  <a:pt x="915267" y="4093031"/>
                </a:lnTo>
                <a:cubicBezTo>
                  <a:pt x="915267" y="4545147"/>
                  <a:pt x="902540" y="4911659"/>
                  <a:pt x="886840" y="4911659"/>
                </a:cubicBezTo>
                <a:lnTo>
                  <a:pt x="0" y="4911659"/>
                </a:lnTo>
                <a:lnTo>
                  <a:pt x="0" y="4911659"/>
                </a:lnTo>
                <a:lnTo>
                  <a:pt x="0" y="3"/>
                </a:lnTo>
                <a:lnTo>
                  <a:pt x="0" y="3"/>
                </a:lnTo>
                <a:lnTo>
                  <a:pt x="886840" y="3"/>
                </a:lnTo>
                <a:cubicBezTo>
                  <a:pt x="902540" y="3"/>
                  <a:pt x="915267" y="366515"/>
                  <a:pt x="915267" y="818631"/>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68505" rIns="292330" bIns="168506" numCol="1" spcCol="1270" anchor="ctr" anchorCtr="0">
            <a:noAutofit/>
          </a:bodyPr>
          <a:lstStyle/>
          <a:p>
            <a:pPr marL="171450" lvl="1" indent="-171450" defTabSz="800100">
              <a:lnSpc>
                <a:spcPct val="90000"/>
              </a:lnSpc>
              <a:spcBef>
                <a:spcPct val="0"/>
              </a:spcBef>
              <a:spcAft>
                <a:spcPct val="15000"/>
              </a:spcAft>
              <a:buChar char="••"/>
            </a:pPr>
            <a:r>
              <a:rPr lang="en-US" sz="2400" dirty="0"/>
              <a:t>What could we do about it?</a:t>
            </a:r>
          </a:p>
          <a:p>
            <a:pPr marL="171450" lvl="1" indent="-171450" defTabSz="800100">
              <a:lnSpc>
                <a:spcPct val="90000"/>
              </a:lnSpc>
              <a:spcBef>
                <a:spcPct val="0"/>
              </a:spcBef>
              <a:spcAft>
                <a:spcPct val="15000"/>
              </a:spcAft>
              <a:buChar char="••"/>
            </a:pPr>
            <a:r>
              <a:rPr lang="en-US" sz="2400" dirty="0"/>
              <a:t>Find the best actions to achieve desired goal</a:t>
            </a:r>
          </a:p>
        </p:txBody>
      </p:sp>
      <p:sp>
        <p:nvSpPr>
          <p:cNvPr id="11" name="Freeform 10"/>
          <p:cNvSpPr/>
          <p:nvPr/>
        </p:nvSpPr>
        <p:spPr>
          <a:xfrm>
            <a:off x="867807" y="5124161"/>
            <a:ext cx="2762810" cy="1144083"/>
          </a:xfrm>
          <a:custGeom>
            <a:avLst/>
            <a:gdLst>
              <a:gd name="connsiteX0" fmla="*/ 0 w 2762810"/>
              <a:gd name="connsiteY0" fmla="*/ 190684 h 1144083"/>
              <a:gd name="connsiteX1" fmla="*/ 190684 w 2762810"/>
              <a:gd name="connsiteY1" fmla="*/ 0 h 1144083"/>
              <a:gd name="connsiteX2" fmla="*/ 2572126 w 2762810"/>
              <a:gd name="connsiteY2" fmla="*/ 0 h 1144083"/>
              <a:gd name="connsiteX3" fmla="*/ 2762810 w 2762810"/>
              <a:gd name="connsiteY3" fmla="*/ 190684 h 1144083"/>
              <a:gd name="connsiteX4" fmla="*/ 2762810 w 2762810"/>
              <a:gd name="connsiteY4" fmla="*/ 953399 h 1144083"/>
              <a:gd name="connsiteX5" fmla="*/ 2572126 w 2762810"/>
              <a:gd name="connsiteY5" fmla="*/ 1144083 h 1144083"/>
              <a:gd name="connsiteX6" fmla="*/ 190684 w 2762810"/>
              <a:gd name="connsiteY6" fmla="*/ 1144083 h 1144083"/>
              <a:gd name="connsiteX7" fmla="*/ 0 w 2762810"/>
              <a:gd name="connsiteY7" fmla="*/ 953399 h 1144083"/>
              <a:gd name="connsiteX8" fmla="*/ 0 w 2762810"/>
              <a:gd name="connsiteY8" fmla="*/ 190684 h 1144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2810" h="1144083">
                <a:moveTo>
                  <a:pt x="0" y="190684"/>
                </a:moveTo>
                <a:cubicBezTo>
                  <a:pt x="0" y="85372"/>
                  <a:pt x="85372" y="0"/>
                  <a:pt x="190684" y="0"/>
                </a:cubicBezTo>
                <a:lnTo>
                  <a:pt x="2572126" y="0"/>
                </a:lnTo>
                <a:cubicBezTo>
                  <a:pt x="2677438" y="0"/>
                  <a:pt x="2762810" y="85372"/>
                  <a:pt x="2762810" y="190684"/>
                </a:cubicBezTo>
                <a:lnTo>
                  <a:pt x="2762810" y="953399"/>
                </a:lnTo>
                <a:cubicBezTo>
                  <a:pt x="2762810" y="1058711"/>
                  <a:pt x="2677438" y="1144083"/>
                  <a:pt x="2572126" y="1144083"/>
                </a:cubicBezTo>
                <a:lnTo>
                  <a:pt x="190684" y="1144083"/>
                </a:lnTo>
                <a:cubicBezTo>
                  <a:pt x="85372" y="1144083"/>
                  <a:pt x="0" y="1058711"/>
                  <a:pt x="0" y="953399"/>
                </a:cubicBezTo>
                <a:lnTo>
                  <a:pt x="0" y="1906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770" tIns="116810" rIns="177770" bIns="116810" numCol="1" spcCol="1270" anchor="ctr" anchorCtr="0">
            <a:noAutofit/>
          </a:bodyPr>
          <a:lstStyle/>
          <a:p>
            <a:pPr algn="ctr" defTabSz="1422400">
              <a:lnSpc>
                <a:spcPct val="90000"/>
              </a:lnSpc>
              <a:spcBef>
                <a:spcPct val="0"/>
              </a:spcBef>
              <a:spcAft>
                <a:spcPct val="35000"/>
              </a:spcAft>
            </a:pPr>
            <a:r>
              <a:rPr lang="en-US" sz="3200" dirty="0"/>
              <a:t>Prescriptive Analytics</a:t>
            </a:r>
          </a:p>
        </p:txBody>
      </p:sp>
    </p:spTree>
    <p:custDataLst>
      <p:tags r:id="rId1"/>
    </p:custDataLst>
    <p:extLst>
      <p:ext uri="{BB962C8B-B14F-4D97-AF65-F5344CB8AC3E}">
        <p14:creationId xmlns:p14="http://schemas.microsoft.com/office/powerpoint/2010/main" val="148480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B905DC-E478-47D8-9E5D-AE0955BF33CC}"/>
              </a:ext>
            </a:extLst>
          </p:cNvPr>
          <p:cNvSpPr>
            <a:spLocks noGrp="1"/>
          </p:cNvSpPr>
          <p:nvPr>
            <p:ph type="title" idx="4294967295"/>
          </p:nvPr>
        </p:nvSpPr>
        <p:spPr>
          <a:xfrm>
            <a:off x="1535372" y="4872251"/>
            <a:ext cx="10013709" cy="1030360"/>
          </a:xfrm>
        </p:spPr>
        <p:txBody>
          <a:bodyPr vert="horz" lIns="109728" tIns="109728" rIns="109728" bIns="91440" rtlCol="0" anchor="ctr">
            <a:normAutofit/>
          </a:bodyPr>
          <a:lstStyle/>
          <a:p>
            <a:r>
              <a:rPr lang="en-US" dirty="0">
                <a:solidFill>
                  <a:schemeClr val="bg1"/>
                </a:solidFill>
              </a:rPr>
              <a:t>Today’s Learning Topics</a:t>
            </a:r>
          </a:p>
        </p:txBody>
      </p:sp>
      <p:sp>
        <p:nvSpPr>
          <p:cNvPr id="20" name="Rectangle 19">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B3E1169-9C52-48CA-9893-B4FEF9130416}"/>
              </a:ext>
            </a:extLst>
          </p:cNvPr>
          <p:cNvGraphicFramePr>
            <a:graphicFrameLocks noGrp="1"/>
          </p:cNvGraphicFramePr>
          <p:nvPr>
            <p:ph idx="4294967295"/>
            <p:extLst>
              <p:ext uri="{D42A27DB-BD31-4B8C-83A1-F6EECF244321}">
                <p14:modId xmlns:p14="http://schemas.microsoft.com/office/powerpoint/2010/main" val="2973468194"/>
              </p:ext>
            </p:extLst>
          </p:nvPr>
        </p:nvGraphicFramePr>
        <p:xfrm>
          <a:off x="1714241" y="704851"/>
          <a:ext cx="9834026" cy="33735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 name="Picture 2" descr="Shape, arrow&#10;&#10;Description automatically generated">
            <a:extLst>
              <a:ext uri="{FF2B5EF4-FFF2-40B4-BE49-F238E27FC236}">
                <a16:creationId xmlns:a16="http://schemas.microsoft.com/office/drawing/2014/main" id="{805D1789-41B5-4FDD-85C1-C7FF19659809}"/>
              </a:ext>
            </a:extLst>
          </p:cNvPr>
          <p:cNvPicPr>
            <a:picLocks noChangeAspect="1"/>
          </p:cNvPicPr>
          <p:nvPr/>
        </p:nvPicPr>
        <p:blipFill>
          <a:blip r:embed="rId9">
            <a:clrChange>
              <a:clrFrom>
                <a:srgbClr val="F5F5F5"/>
              </a:clrFrom>
              <a:clrTo>
                <a:srgbClr val="F5F5F5">
                  <a:alpha val="0"/>
                </a:srgbClr>
              </a:clrTo>
            </a:clrChange>
            <a:extLst>
              <a:ext uri="{28A0092B-C50C-407E-A947-70E740481C1C}">
                <a14:useLocalDpi xmlns:a14="http://schemas.microsoft.com/office/drawing/2010/main" val="0"/>
              </a:ext>
            </a:extLst>
          </a:blip>
          <a:stretch>
            <a:fillRect/>
          </a:stretch>
        </p:blipFill>
        <p:spPr>
          <a:xfrm>
            <a:off x="4823608" y="1389395"/>
            <a:ext cx="1076324" cy="971550"/>
          </a:xfrm>
          <a:prstGeom prst="rect">
            <a:avLst/>
          </a:prstGeom>
        </p:spPr>
      </p:pic>
      <p:pic>
        <p:nvPicPr>
          <p:cNvPr id="6" name="Picture 5" descr="Shape, arrow&#10;&#10;Description automatically generated">
            <a:extLst>
              <a:ext uri="{FF2B5EF4-FFF2-40B4-BE49-F238E27FC236}">
                <a16:creationId xmlns:a16="http://schemas.microsoft.com/office/drawing/2014/main" id="{D799FF52-3D01-406E-92D3-33C2D1A6400E}"/>
              </a:ext>
            </a:extLst>
          </p:cNvPr>
          <p:cNvPicPr>
            <a:picLocks noChangeAspect="1"/>
          </p:cNvPicPr>
          <p:nvPr/>
        </p:nvPicPr>
        <p:blipFill>
          <a:blip r:embed="rId9">
            <a:clrChange>
              <a:clrFrom>
                <a:srgbClr val="F5F5F5"/>
              </a:clrFrom>
              <a:clrTo>
                <a:srgbClr val="F5F5F5">
                  <a:alpha val="0"/>
                </a:srgbClr>
              </a:clrTo>
            </a:clrChange>
            <a:extLst>
              <a:ext uri="{28A0092B-C50C-407E-A947-70E740481C1C}">
                <a14:useLocalDpi xmlns:a14="http://schemas.microsoft.com/office/drawing/2010/main" val="0"/>
              </a:ext>
            </a:extLst>
          </a:blip>
          <a:stretch>
            <a:fillRect/>
          </a:stretch>
        </p:blipFill>
        <p:spPr>
          <a:xfrm>
            <a:off x="5019676" y="3106878"/>
            <a:ext cx="1076324" cy="971550"/>
          </a:xfrm>
          <a:prstGeom prst="rect">
            <a:avLst/>
          </a:prstGeom>
        </p:spPr>
      </p:pic>
    </p:spTree>
    <p:custDataLst>
      <p:tags r:id="rId1"/>
    </p:custDataLst>
    <p:extLst>
      <p:ext uri="{BB962C8B-B14F-4D97-AF65-F5344CB8AC3E}">
        <p14:creationId xmlns:p14="http://schemas.microsoft.com/office/powerpoint/2010/main" val="3823599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Content Placeholder 4">
            <a:extLst>
              <a:ext uri="{FF2B5EF4-FFF2-40B4-BE49-F238E27FC236}">
                <a16:creationId xmlns:a16="http://schemas.microsoft.com/office/drawing/2014/main" id="{9CB5A7DB-CBD3-4C4F-A262-D1C41BD0D439}"/>
              </a:ext>
            </a:extLst>
          </p:cNvPr>
          <p:cNvGraphicFramePr>
            <a:graphicFrameLocks/>
          </p:cNvGraphicFramePr>
          <p:nvPr>
            <p:extLst>
              <p:ext uri="{D42A27DB-BD31-4B8C-83A1-F6EECF244321}">
                <p14:modId xmlns:p14="http://schemas.microsoft.com/office/powerpoint/2010/main" val="1731612094"/>
              </p:ext>
            </p:extLst>
          </p:nvPr>
        </p:nvGraphicFramePr>
        <p:xfrm>
          <a:off x="1289783" y="1044936"/>
          <a:ext cx="8254249" cy="52669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Rectangle 11">
            <a:extLst>
              <a:ext uri="{FF2B5EF4-FFF2-40B4-BE49-F238E27FC236}">
                <a16:creationId xmlns:a16="http://schemas.microsoft.com/office/drawing/2014/main" id="{0BBC66C4-3F38-49A9-B69B-9279A28AC071}"/>
              </a:ext>
            </a:extLst>
          </p:cNvPr>
          <p:cNvSpPr/>
          <p:nvPr/>
        </p:nvSpPr>
        <p:spPr>
          <a:xfrm>
            <a:off x="8836023" y="3488785"/>
            <a:ext cx="1912334" cy="5133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Statistical Analysis</a:t>
            </a:r>
          </a:p>
        </p:txBody>
      </p:sp>
      <p:sp>
        <p:nvSpPr>
          <p:cNvPr id="14" name="Rectangle 13">
            <a:extLst>
              <a:ext uri="{FF2B5EF4-FFF2-40B4-BE49-F238E27FC236}">
                <a16:creationId xmlns:a16="http://schemas.microsoft.com/office/drawing/2014/main" id="{0638CB05-9FDD-4235-B918-2D3BE3A0A8FF}"/>
              </a:ext>
            </a:extLst>
          </p:cNvPr>
          <p:cNvSpPr/>
          <p:nvPr/>
        </p:nvSpPr>
        <p:spPr>
          <a:xfrm>
            <a:off x="8776152" y="4377563"/>
            <a:ext cx="1821717" cy="457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Data Visualisation</a:t>
            </a:r>
          </a:p>
        </p:txBody>
      </p:sp>
      <p:pic>
        <p:nvPicPr>
          <p:cNvPr id="19" name="Picture 18">
            <a:extLst>
              <a:ext uri="{FF2B5EF4-FFF2-40B4-BE49-F238E27FC236}">
                <a16:creationId xmlns:a16="http://schemas.microsoft.com/office/drawing/2014/main" id="{CD48687B-425B-4BD2-9970-55B616EE00C8}"/>
              </a:ext>
            </a:extLst>
          </p:cNvPr>
          <p:cNvPicPr>
            <a:picLocks noChangeAspect="1"/>
          </p:cNvPicPr>
          <p:nvPr/>
        </p:nvPicPr>
        <p:blipFill>
          <a:blip r:embed="rId9">
            <a:clrChange>
              <a:clrFrom>
                <a:srgbClr val="FEFEFE"/>
              </a:clrFrom>
              <a:clrTo>
                <a:srgbClr val="FEFEFE">
                  <a:alpha val="0"/>
                </a:srgbClr>
              </a:clrTo>
            </a:clrChange>
          </a:blip>
          <a:stretch>
            <a:fillRect/>
          </a:stretch>
        </p:blipFill>
        <p:spPr>
          <a:xfrm>
            <a:off x="8116284" y="1493958"/>
            <a:ext cx="1427748" cy="1031151"/>
          </a:xfrm>
          <a:prstGeom prst="rect">
            <a:avLst/>
          </a:prstGeom>
        </p:spPr>
      </p:pic>
      <p:sp>
        <p:nvSpPr>
          <p:cNvPr id="25" name="Title 1">
            <a:extLst>
              <a:ext uri="{FF2B5EF4-FFF2-40B4-BE49-F238E27FC236}">
                <a16:creationId xmlns:a16="http://schemas.microsoft.com/office/drawing/2014/main" id="{B51E6498-C563-4A72-8FE6-C92214AC8CBC}"/>
              </a:ext>
            </a:extLst>
          </p:cNvPr>
          <p:cNvSpPr txBox="1">
            <a:spLocks/>
          </p:cNvSpPr>
          <p:nvPr/>
        </p:nvSpPr>
        <p:spPr>
          <a:xfrm>
            <a:off x="-30394" y="11535"/>
            <a:ext cx="12193561" cy="888532"/>
          </a:xfrm>
          <a:prstGeom prst="rect">
            <a:avLst/>
          </a:prstGeom>
          <a:solidFill>
            <a:schemeClr val="accent5">
              <a:lumMod val="20000"/>
              <a:lumOff val="80000"/>
            </a:schemeClr>
          </a:solidFill>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SG" sz="3200" dirty="0"/>
              <a:t>Data Analytics Process</a:t>
            </a:r>
          </a:p>
        </p:txBody>
      </p:sp>
      <p:sp>
        <p:nvSpPr>
          <p:cNvPr id="27" name="Arc 26">
            <a:extLst>
              <a:ext uri="{FF2B5EF4-FFF2-40B4-BE49-F238E27FC236}">
                <a16:creationId xmlns:a16="http://schemas.microsoft.com/office/drawing/2014/main" id="{C8006563-B683-4C7F-917F-1E1FB4B6B0B8}"/>
              </a:ext>
            </a:extLst>
          </p:cNvPr>
          <p:cNvSpPr/>
          <p:nvPr/>
        </p:nvSpPr>
        <p:spPr>
          <a:xfrm rot="16913481">
            <a:off x="3592176" y="1389059"/>
            <a:ext cx="1373834" cy="1350095"/>
          </a:xfrm>
          <a:prstGeom prst="arc">
            <a:avLst>
              <a:gd name="adj1" fmla="val 15266078"/>
              <a:gd name="adj2" fmla="val 74038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cxnSp>
        <p:nvCxnSpPr>
          <p:cNvPr id="31" name="Straight Arrow Connector 30">
            <a:extLst>
              <a:ext uri="{FF2B5EF4-FFF2-40B4-BE49-F238E27FC236}">
                <a16:creationId xmlns:a16="http://schemas.microsoft.com/office/drawing/2014/main" id="{C32B6E97-1D18-493F-96B2-8239852287AA}"/>
              </a:ext>
            </a:extLst>
          </p:cNvPr>
          <p:cNvCxnSpPr>
            <a:cxnSpLocks/>
          </p:cNvCxnSpPr>
          <p:nvPr/>
        </p:nvCxnSpPr>
        <p:spPr>
          <a:xfrm flipH="1">
            <a:off x="8357206" y="3980601"/>
            <a:ext cx="478817" cy="166401"/>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F1D89A-055B-4C3A-BF48-AB982A713C31}"/>
              </a:ext>
            </a:extLst>
          </p:cNvPr>
          <p:cNvCxnSpPr>
            <a:cxnSpLocks/>
          </p:cNvCxnSpPr>
          <p:nvPr/>
        </p:nvCxnSpPr>
        <p:spPr>
          <a:xfrm flipH="1" flipV="1">
            <a:off x="8357206" y="4130469"/>
            <a:ext cx="418946" cy="247094"/>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3241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4">
            <a:extLst>
              <a:ext uri="{FF2B5EF4-FFF2-40B4-BE49-F238E27FC236}">
                <a16:creationId xmlns:a16="http://schemas.microsoft.com/office/drawing/2014/main" id="{613868AF-090B-4D3A-ADBF-5B74AEA6B0FE}"/>
              </a:ext>
            </a:extLst>
          </p:cNvPr>
          <p:cNvGraphicFramePr>
            <a:graphicFrameLocks/>
          </p:cNvGraphicFramePr>
          <p:nvPr>
            <p:extLst>
              <p:ext uri="{D42A27DB-BD31-4B8C-83A1-F6EECF244321}">
                <p14:modId xmlns:p14="http://schemas.microsoft.com/office/powerpoint/2010/main" val="2009686914"/>
              </p:ext>
            </p:extLst>
          </p:nvPr>
        </p:nvGraphicFramePr>
        <p:xfrm>
          <a:off x="460075" y="1114854"/>
          <a:ext cx="8254249" cy="52669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Rectangle 11">
            <a:extLst>
              <a:ext uri="{FF2B5EF4-FFF2-40B4-BE49-F238E27FC236}">
                <a16:creationId xmlns:a16="http://schemas.microsoft.com/office/drawing/2014/main" id="{0BBC66C4-3F38-49A9-B69B-9279A28AC071}"/>
              </a:ext>
            </a:extLst>
          </p:cNvPr>
          <p:cNvSpPr/>
          <p:nvPr/>
        </p:nvSpPr>
        <p:spPr>
          <a:xfrm>
            <a:off x="8207885" y="3748336"/>
            <a:ext cx="1912334" cy="5133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Statistical Analysis</a:t>
            </a:r>
          </a:p>
        </p:txBody>
      </p:sp>
      <p:sp>
        <p:nvSpPr>
          <p:cNvPr id="14" name="Rectangle 13">
            <a:extLst>
              <a:ext uri="{FF2B5EF4-FFF2-40B4-BE49-F238E27FC236}">
                <a16:creationId xmlns:a16="http://schemas.microsoft.com/office/drawing/2014/main" id="{0638CB05-9FDD-4235-B918-2D3BE3A0A8FF}"/>
              </a:ext>
            </a:extLst>
          </p:cNvPr>
          <p:cNvSpPr/>
          <p:nvPr/>
        </p:nvSpPr>
        <p:spPr>
          <a:xfrm>
            <a:off x="8148014" y="4637114"/>
            <a:ext cx="1821717" cy="457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Data Visualisation</a:t>
            </a:r>
          </a:p>
        </p:txBody>
      </p:sp>
      <p:pic>
        <p:nvPicPr>
          <p:cNvPr id="19" name="Picture 18">
            <a:extLst>
              <a:ext uri="{FF2B5EF4-FFF2-40B4-BE49-F238E27FC236}">
                <a16:creationId xmlns:a16="http://schemas.microsoft.com/office/drawing/2014/main" id="{CD48687B-425B-4BD2-9970-55B616EE00C8}"/>
              </a:ext>
            </a:extLst>
          </p:cNvPr>
          <p:cNvPicPr>
            <a:picLocks noChangeAspect="1"/>
          </p:cNvPicPr>
          <p:nvPr/>
        </p:nvPicPr>
        <p:blipFill>
          <a:blip r:embed="rId9">
            <a:clrChange>
              <a:clrFrom>
                <a:srgbClr val="FEFEFE"/>
              </a:clrFrom>
              <a:clrTo>
                <a:srgbClr val="FEFEFE">
                  <a:alpha val="0"/>
                </a:srgbClr>
              </a:clrTo>
            </a:clrChange>
          </a:blip>
          <a:stretch>
            <a:fillRect/>
          </a:stretch>
        </p:blipFill>
        <p:spPr>
          <a:xfrm>
            <a:off x="9445355" y="1525856"/>
            <a:ext cx="1427748" cy="1031151"/>
          </a:xfrm>
          <a:prstGeom prst="rect">
            <a:avLst/>
          </a:prstGeom>
        </p:spPr>
      </p:pic>
      <p:sp>
        <p:nvSpPr>
          <p:cNvPr id="25" name="Title 1">
            <a:extLst>
              <a:ext uri="{FF2B5EF4-FFF2-40B4-BE49-F238E27FC236}">
                <a16:creationId xmlns:a16="http://schemas.microsoft.com/office/drawing/2014/main" id="{B51E6498-C563-4A72-8FE6-C92214AC8CBC}"/>
              </a:ext>
            </a:extLst>
          </p:cNvPr>
          <p:cNvSpPr txBox="1">
            <a:spLocks/>
          </p:cNvSpPr>
          <p:nvPr/>
        </p:nvSpPr>
        <p:spPr>
          <a:xfrm>
            <a:off x="-30394" y="11535"/>
            <a:ext cx="12193561" cy="888532"/>
          </a:xfrm>
          <a:prstGeom prst="rect">
            <a:avLst/>
          </a:prstGeom>
          <a:solidFill>
            <a:schemeClr val="accent5">
              <a:lumMod val="20000"/>
              <a:lumOff val="80000"/>
            </a:schemeClr>
          </a:solidFill>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SG" sz="3200" dirty="0"/>
              <a:t>Data Analytics Process</a:t>
            </a:r>
          </a:p>
        </p:txBody>
      </p:sp>
      <p:sp>
        <p:nvSpPr>
          <p:cNvPr id="27" name="Arc 26">
            <a:extLst>
              <a:ext uri="{FF2B5EF4-FFF2-40B4-BE49-F238E27FC236}">
                <a16:creationId xmlns:a16="http://schemas.microsoft.com/office/drawing/2014/main" id="{C8006563-B683-4C7F-917F-1E1FB4B6B0B8}"/>
              </a:ext>
            </a:extLst>
          </p:cNvPr>
          <p:cNvSpPr/>
          <p:nvPr/>
        </p:nvSpPr>
        <p:spPr>
          <a:xfrm rot="16913481">
            <a:off x="2916055" y="1506019"/>
            <a:ext cx="1373834" cy="1350095"/>
          </a:xfrm>
          <a:prstGeom prst="arc">
            <a:avLst>
              <a:gd name="adj1" fmla="val 15266078"/>
              <a:gd name="adj2" fmla="val 74038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cxnSp>
        <p:nvCxnSpPr>
          <p:cNvPr id="31" name="Straight Arrow Connector 30">
            <a:extLst>
              <a:ext uri="{FF2B5EF4-FFF2-40B4-BE49-F238E27FC236}">
                <a16:creationId xmlns:a16="http://schemas.microsoft.com/office/drawing/2014/main" id="{C32B6E97-1D18-493F-96B2-8239852287AA}"/>
              </a:ext>
            </a:extLst>
          </p:cNvPr>
          <p:cNvCxnSpPr>
            <a:cxnSpLocks/>
          </p:cNvCxnSpPr>
          <p:nvPr/>
        </p:nvCxnSpPr>
        <p:spPr>
          <a:xfrm flipH="1">
            <a:off x="7729068" y="4240152"/>
            <a:ext cx="478817" cy="166401"/>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F1D89A-055B-4C3A-BF48-AB982A713C31}"/>
              </a:ext>
            </a:extLst>
          </p:cNvPr>
          <p:cNvCxnSpPr>
            <a:cxnSpLocks/>
          </p:cNvCxnSpPr>
          <p:nvPr/>
        </p:nvCxnSpPr>
        <p:spPr>
          <a:xfrm flipH="1" flipV="1">
            <a:off x="7729068" y="4390020"/>
            <a:ext cx="418946" cy="247094"/>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160245B0-C587-490C-BB94-0653A6FACDB0}"/>
              </a:ext>
            </a:extLst>
          </p:cNvPr>
          <p:cNvSpPr/>
          <p:nvPr/>
        </p:nvSpPr>
        <p:spPr>
          <a:xfrm>
            <a:off x="5824608" y="1592819"/>
            <a:ext cx="5330436" cy="350160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50000"/>
              </a:lnSpc>
            </a:pPr>
            <a:r>
              <a:rPr lang="en-SG" sz="2400" b="1" dirty="0">
                <a:latin typeface="Aharoni" panose="02010803020104030203" pitchFamily="2" charset="-79"/>
                <a:cs typeface="Aharoni" panose="02010803020104030203" pitchFamily="2" charset="-79"/>
              </a:rPr>
              <a:t>Data collection:</a:t>
            </a:r>
          </a:p>
          <a:p>
            <a:pPr>
              <a:lnSpc>
                <a:spcPct val="150000"/>
              </a:lnSpc>
            </a:pPr>
            <a:r>
              <a:rPr lang="en-SG" sz="2400" b="1" dirty="0">
                <a:solidFill>
                  <a:srgbClr val="0070C0"/>
                </a:solidFill>
                <a:latin typeface="Aharoni" panose="02010803020104030203" pitchFamily="2" charset="-79"/>
                <a:cs typeface="Aharoni" panose="02010803020104030203" pitchFamily="2" charset="-79"/>
              </a:rPr>
              <a:t>Forms of Survey</a:t>
            </a:r>
          </a:p>
          <a:p>
            <a:pPr>
              <a:lnSpc>
                <a:spcPct val="150000"/>
              </a:lnSpc>
            </a:pPr>
            <a:r>
              <a:rPr lang="en-SG" sz="2400" b="1" dirty="0">
                <a:solidFill>
                  <a:srgbClr val="0070C0"/>
                </a:solidFill>
                <a:latin typeface="Aharoni" panose="02010803020104030203" pitchFamily="2" charset="-79"/>
                <a:cs typeface="Aharoni" panose="02010803020104030203" pitchFamily="2" charset="-79"/>
              </a:rPr>
              <a:t>Measured values</a:t>
            </a:r>
          </a:p>
          <a:p>
            <a:pPr>
              <a:lnSpc>
                <a:spcPct val="150000"/>
              </a:lnSpc>
            </a:pPr>
            <a:r>
              <a:rPr lang="en-SG" sz="2400" b="1" dirty="0">
                <a:solidFill>
                  <a:srgbClr val="0070C0"/>
                </a:solidFill>
                <a:latin typeface="Aharoni" panose="02010803020104030203" pitchFamily="2" charset="-79"/>
                <a:cs typeface="Aharoni" panose="02010803020104030203" pitchFamily="2" charset="-79"/>
              </a:rPr>
              <a:t>Smart Sensors/Tracking devices</a:t>
            </a:r>
          </a:p>
        </p:txBody>
      </p:sp>
    </p:spTree>
    <p:custDataLst>
      <p:tags r:id="rId1"/>
    </p:custDataLst>
    <p:extLst>
      <p:ext uri="{BB962C8B-B14F-4D97-AF65-F5344CB8AC3E}">
        <p14:creationId xmlns:p14="http://schemas.microsoft.com/office/powerpoint/2010/main" val="80369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Content Placeholder 4">
            <a:extLst>
              <a:ext uri="{FF2B5EF4-FFF2-40B4-BE49-F238E27FC236}">
                <a16:creationId xmlns:a16="http://schemas.microsoft.com/office/drawing/2014/main" id="{087F8788-984E-4D5D-AB24-74AAD1BC2688}"/>
              </a:ext>
            </a:extLst>
          </p:cNvPr>
          <p:cNvGraphicFramePr>
            <a:graphicFrameLocks/>
          </p:cNvGraphicFramePr>
          <p:nvPr>
            <p:extLst>
              <p:ext uri="{D42A27DB-BD31-4B8C-83A1-F6EECF244321}">
                <p14:modId xmlns:p14="http://schemas.microsoft.com/office/powerpoint/2010/main" val="812805598"/>
              </p:ext>
            </p:extLst>
          </p:nvPr>
        </p:nvGraphicFramePr>
        <p:xfrm>
          <a:off x="1289783" y="1044936"/>
          <a:ext cx="8254249" cy="52669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Rectangle 11">
            <a:extLst>
              <a:ext uri="{FF2B5EF4-FFF2-40B4-BE49-F238E27FC236}">
                <a16:creationId xmlns:a16="http://schemas.microsoft.com/office/drawing/2014/main" id="{0BBC66C4-3F38-49A9-B69B-9279A28AC071}"/>
              </a:ext>
            </a:extLst>
          </p:cNvPr>
          <p:cNvSpPr/>
          <p:nvPr/>
        </p:nvSpPr>
        <p:spPr>
          <a:xfrm>
            <a:off x="7892501" y="5186240"/>
            <a:ext cx="1912334" cy="5133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Statistical Analysis</a:t>
            </a:r>
          </a:p>
        </p:txBody>
      </p:sp>
      <p:sp>
        <p:nvSpPr>
          <p:cNvPr id="14" name="Rectangle 13">
            <a:extLst>
              <a:ext uri="{FF2B5EF4-FFF2-40B4-BE49-F238E27FC236}">
                <a16:creationId xmlns:a16="http://schemas.microsoft.com/office/drawing/2014/main" id="{0638CB05-9FDD-4235-B918-2D3BE3A0A8FF}"/>
              </a:ext>
            </a:extLst>
          </p:cNvPr>
          <p:cNvSpPr/>
          <p:nvPr/>
        </p:nvSpPr>
        <p:spPr>
          <a:xfrm>
            <a:off x="7854352" y="5823134"/>
            <a:ext cx="1821717" cy="457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Data Visualisation</a:t>
            </a:r>
          </a:p>
        </p:txBody>
      </p:sp>
      <p:pic>
        <p:nvPicPr>
          <p:cNvPr id="19" name="Picture 18">
            <a:extLst>
              <a:ext uri="{FF2B5EF4-FFF2-40B4-BE49-F238E27FC236}">
                <a16:creationId xmlns:a16="http://schemas.microsoft.com/office/drawing/2014/main" id="{CD48687B-425B-4BD2-9970-55B616EE00C8}"/>
              </a:ext>
            </a:extLst>
          </p:cNvPr>
          <p:cNvPicPr>
            <a:picLocks noChangeAspect="1"/>
          </p:cNvPicPr>
          <p:nvPr/>
        </p:nvPicPr>
        <p:blipFill>
          <a:blip r:embed="rId9">
            <a:clrChange>
              <a:clrFrom>
                <a:srgbClr val="FEFEFE"/>
              </a:clrFrom>
              <a:clrTo>
                <a:srgbClr val="FEFEFE">
                  <a:alpha val="0"/>
                </a:srgbClr>
              </a:clrTo>
            </a:clrChange>
          </a:blip>
          <a:stretch>
            <a:fillRect/>
          </a:stretch>
        </p:blipFill>
        <p:spPr>
          <a:xfrm>
            <a:off x="8116284" y="1493958"/>
            <a:ext cx="1427748" cy="1031151"/>
          </a:xfrm>
          <a:prstGeom prst="rect">
            <a:avLst/>
          </a:prstGeom>
        </p:spPr>
      </p:pic>
      <p:sp>
        <p:nvSpPr>
          <p:cNvPr id="25" name="Title 1">
            <a:extLst>
              <a:ext uri="{FF2B5EF4-FFF2-40B4-BE49-F238E27FC236}">
                <a16:creationId xmlns:a16="http://schemas.microsoft.com/office/drawing/2014/main" id="{B51E6498-C563-4A72-8FE6-C92214AC8CBC}"/>
              </a:ext>
            </a:extLst>
          </p:cNvPr>
          <p:cNvSpPr txBox="1">
            <a:spLocks/>
          </p:cNvSpPr>
          <p:nvPr/>
        </p:nvSpPr>
        <p:spPr>
          <a:xfrm>
            <a:off x="-30394" y="11535"/>
            <a:ext cx="12193561" cy="888532"/>
          </a:xfrm>
          <a:prstGeom prst="rect">
            <a:avLst/>
          </a:prstGeom>
          <a:solidFill>
            <a:schemeClr val="accent5">
              <a:lumMod val="20000"/>
              <a:lumOff val="80000"/>
            </a:schemeClr>
          </a:solidFill>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SG" sz="3200" dirty="0"/>
              <a:t>Data Analytics Process</a:t>
            </a:r>
          </a:p>
        </p:txBody>
      </p:sp>
      <p:sp>
        <p:nvSpPr>
          <p:cNvPr id="27" name="Arc 26">
            <a:extLst>
              <a:ext uri="{FF2B5EF4-FFF2-40B4-BE49-F238E27FC236}">
                <a16:creationId xmlns:a16="http://schemas.microsoft.com/office/drawing/2014/main" id="{C8006563-B683-4C7F-917F-1E1FB4B6B0B8}"/>
              </a:ext>
            </a:extLst>
          </p:cNvPr>
          <p:cNvSpPr/>
          <p:nvPr/>
        </p:nvSpPr>
        <p:spPr>
          <a:xfrm rot="16913481">
            <a:off x="3541376" y="1334485"/>
            <a:ext cx="1373834" cy="1350095"/>
          </a:xfrm>
          <a:prstGeom prst="arc">
            <a:avLst>
              <a:gd name="adj1" fmla="val 15266078"/>
              <a:gd name="adj2" fmla="val 74038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cxnSp>
        <p:nvCxnSpPr>
          <p:cNvPr id="31" name="Straight Arrow Connector 30">
            <a:extLst>
              <a:ext uri="{FF2B5EF4-FFF2-40B4-BE49-F238E27FC236}">
                <a16:creationId xmlns:a16="http://schemas.microsoft.com/office/drawing/2014/main" id="{C32B6E97-1D18-493F-96B2-8239852287AA}"/>
              </a:ext>
            </a:extLst>
          </p:cNvPr>
          <p:cNvCxnSpPr>
            <a:cxnSpLocks/>
          </p:cNvCxnSpPr>
          <p:nvPr/>
        </p:nvCxnSpPr>
        <p:spPr>
          <a:xfrm flipH="1">
            <a:off x="7435406" y="5330171"/>
            <a:ext cx="478817" cy="166401"/>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F1D89A-055B-4C3A-BF48-AB982A713C31}"/>
              </a:ext>
            </a:extLst>
          </p:cNvPr>
          <p:cNvCxnSpPr>
            <a:cxnSpLocks/>
          </p:cNvCxnSpPr>
          <p:nvPr/>
        </p:nvCxnSpPr>
        <p:spPr>
          <a:xfrm flipH="1" flipV="1">
            <a:off x="7435406" y="5576040"/>
            <a:ext cx="418946" cy="247094"/>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B33F4183-7EF6-4939-AD8D-76656ADED26D}"/>
              </a:ext>
            </a:extLst>
          </p:cNvPr>
          <p:cNvGraphicFramePr>
            <a:graphicFrameLocks noGrp="1"/>
          </p:cNvGraphicFramePr>
          <p:nvPr>
            <p:extLst>
              <p:ext uri="{D42A27DB-BD31-4B8C-83A1-F6EECF244321}">
                <p14:modId xmlns:p14="http://schemas.microsoft.com/office/powerpoint/2010/main" val="2600289949"/>
              </p:ext>
            </p:extLst>
          </p:nvPr>
        </p:nvGraphicFramePr>
        <p:xfrm>
          <a:off x="5037673" y="2908205"/>
          <a:ext cx="5753100" cy="2231581"/>
        </p:xfrm>
        <a:graphic>
          <a:graphicData uri="http://schemas.openxmlformats.org/drawingml/2006/table">
            <a:tbl>
              <a:tblPr>
                <a:tableStyleId>{5C22544A-7EE6-4342-B048-85BDC9FD1C3A}</a:tableStyleId>
              </a:tblPr>
              <a:tblGrid>
                <a:gridCol w="355600">
                  <a:extLst>
                    <a:ext uri="{9D8B030D-6E8A-4147-A177-3AD203B41FA5}">
                      <a16:colId xmlns:a16="http://schemas.microsoft.com/office/drawing/2014/main" val="3928683031"/>
                    </a:ext>
                  </a:extLst>
                </a:gridCol>
                <a:gridCol w="622300">
                  <a:extLst>
                    <a:ext uri="{9D8B030D-6E8A-4147-A177-3AD203B41FA5}">
                      <a16:colId xmlns:a16="http://schemas.microsoft.com/office/drawing/2014/main" val="3740562408"/>
                    </a:ext>
                  </a:extLst>
                </a:gridCol>
                <a:gridCol w="800100">
                  <a:extLst>
                    <a:ext uri="{9D8B030D-6E8A-4147-A177-3AD203B41FA5}">
                      <a16:colId xmlns:a16="http://schemas.microsoft.com/office/drawing/2014/main" val="1058585348"/>
                    </a:ext>
                  </a:extLst>
                </a:gridCol>
                <a:gridCol w="698500">
                  <a:extLst>
                    <a:ext uri="{9D8B030D-6E8A-4147-A177-3AD203B41FA5}">
                      <a16:colId xmlns:a16="http://schemas.microsoft.com/office/drawing/2014/main" val="4151536977"/>
                    </a:ext>
                  </a:extLst>
                </a:gridCol>
                <a:gridCol w="609600">
                  <a:extLst>
                    <a:ext uri="{9D8B030D-6E8A-4147-A177-3AD203B41FA5}">
                      <a16:colId xmlns:a16="http://schemas.microsoft.com/office/drawing/2014/main" val="2576011866"/>
                    </a:ext>
                  </a:extLst>
                </a:gridCol>
                <a:gridCol w="749300">
                  <a:extLst>
                    <a:ext uri="{9D8B030D-6E8A-4147-A177-3AD203B41FA5}">
                      <a16:colId xmlns:a16="http://schemas.microsoft.com/office/drawing/2014/main" val="1968161674"/>
                    </a:ext>
                  </a:extLst>
                </a:gridCol>
                <a:gridCol w="647700">
                  <a:extLst>
                    <a:ext uri="{9D8B030D-6E8A-4147-A177-3AD203B41FA5}">
                      <a16:colId xmlns:a16="http://schemas.microsoft.com/office/drawing/2014/main" val="275826314"/>
                    </a:ext>
                  </a:extLst>
                </a:gridCol>
                <a:gridCol w="1270000">
                  <a:extLst>
                    <a:ext uri="{9D8B030D-6E8A-4147-A177-3AD203B41FA5}">
                      <a16:colId xmlns:a16="http://schemas.microsoft.com/office/drawing/2014/main" val="3576271134"/>
                    </a:ext>
                  </a:extLst>
                </a:gridCol>
              </a:tblGrid>
              <a:tr h="202871">
                <a:tc>
                  <a:txBody>
                    <a:bodyPr/>
                    <a:lstStyle/>
                    <a:p>
                      <a:pPr algn="ctr" fontAlgn="b"/>
                      <a:r>
                        <a:rPr lang="en-SG" sz="1100" u="none" strike="noStrike">
                          <a:effectLst/>
                        </a:rPr>
                        <a:t>ID</a:t>
                      </a:r>
                      <a:endParaRPr lang="en-SG" sz="1100" b="1" i="0" u="none" strike="noStrike">
                        <a:solidFill>
                          <a:srgbClr val="FFFFFF"/>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Gender</a:t>
                      </a:r>
                      <a:endParaRPr lang="en-SG" sz="1100" b="1" i="0" u="none" strike="noStrike">
                        <a:solidFill>
                          <a:srgbClr val="FFFFFF"/>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Height</a:t>
                      </a:r>
                      <a:endParaRPr lang="en-SG" sz="1100" b="1" i="0" u="none" strike="noStrike">
                        <a:solidFill>
                          <a:srgbClr val="FFFFFF"/>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ProdTime</a:t>
                      </a:r>
                      <a:endParaRPr lang="en-SG" sz="1100" b="1" i="0" u="none" strike="noStrike">
                        <a:solidFill>
                          <a:srgbClr val="FFFFFF"/>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SleepHr</a:t>
                      </a:r>
                      <a:endParaRPr lang="en-SG" sz="1100" b="1" i="0" u="none" strike="noStrike">
                        <a:solidFill>
                          <a:srgbClr val="FFFFFF"/>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StudyHr</a:t>
                      </a:r>
                      <a:endParaRPr lang="en-SG" sz="1100" b="1" i="0" u="none" strike="noStrike">
                        <a:solidFill>
                          <a:srgbClr val="FFFFFF"/>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ExHr</a:t>
                      </a:r>
                      <a:endParaRPr lang="en-SG" sz="1100" b="1" i="0" u="none" strike="noStrike">
                        <a:solidFill>
                          <a:srgbClr val="FFFFFF"/>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Favfruit</a:t>
                      </a:r>
                      <a:endParaRPr lang="en-SG" sz="1100" b="1" i="0" u="none" strike="noStrike">
                        <a:solidFill>
                          <a:srgbClr val="FFFFFF"/>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8135579"/>
                  </a:ext>
                </a:extLst>
              </a:tr>
              <a:tr h="202871">
                <a:tc>
                  <a:txBody>
                    <a:bodyPr/>
                    <a:lstStyle/>
                    <a:p>
                      <a:pPr algn="ctr" fontAlgn="b"/>
                      <a:r>
                        <a:rPr lang="en-SG" sz="1100" u="none" strike="noStrike">
                          <a:effectLst/>
                        </a:rPr>
                        <a:t>1</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Female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1.7</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Morning</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5</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8</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Orange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485077"/>
                  </a:ext>
                </a:extLst>
              </a:tr>
              <a:tr h="202871">
                <a:tc>
                  <a:txBody>
                    <a:bodyPr/>
                    <a:lstStyle/>
                    <a:p>
                      <a:pPr algn="ctr" fontAlgn="b"/>
                      <a:r>
                        <a:rPr lang="en-SG" sz="1100" u="none" strike="noStrike">
                          <a:effectLst/>
                        </a:rPr>
                        <a:t>2</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Evening</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8</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2hr</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12hr</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None of the above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5037570"/>
                  </a:ext>
                </a:extLst>
              </a:tr>
              <a:tr h="202871">
                <a:tc>
                  <a:txBody>
                    <a:bodyPr/>
                    <a:lstStyle/>
                    <a:p>
                      <a:pPr algn="ctr" fontAlgn="b"/>
                      <a:r>
                        <a:rPr lang="en-SG" sz="1100" u="none" strike="noStrike">
                          <a:effectLst/>
                        </a:rPr>
                        <a:t>3</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171</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Evening</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9</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10</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12</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None of the above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7040362"/>
                  </a:ext>
                </a:extLst>
              </a:tr>
              <a:tr h="202871">
                <a:tc>
                  <a:txBody>
                    <a:bodyPr/>
                    <a:lstStyle/>
                    <a:p>
                      <a:pPr algn="ctr" fontAlgn="b"/>
                      <a:r>
                        <a:rPr lang="en-SG" sz="1100" u="none" strike="noStrike">
                          <a:effectLst/>
                        </a:rPr>
                        <a:t>4</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1.76</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Evening</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7</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50</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8</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Grapes</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0199427"/>
                  </a:ext>
                </a:extLst>
              </a:tr>
              <a:tr h="202871">
                <a:tc>
                  <a:txBody>
                    <a:bodyPr/>
                    <a:lstStyle/>
                    <a:p>
                      <a:pPr algn="ctr" fontAlgn="b"/>
                      <a:r>
                        <a:rPr lang="en-SG" sz="1100" u="none" strike="noStrike">
                          <a:effectLst/>
                        </a:rPr>
                        <a:t>5</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1.71</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Afternoon</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8</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4</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0</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Apple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5681879"/>
                  </a:ext>
                </a:extLst>
              </a:tr>
              <a:tr h="202871">
                <a:tc>
                  <a:txBody>
                    <a:bodyPr/>
                    <a:lstStyle/>
                    <a:p>
                      <a:pPr algn="ctr" fontAlgn="b"/>
                      <a:r>
                        <a:rPr lang="en-SG" sz="1100" u="none" strike="noStrike">
                          <a:effectLst/>
                        </a:rPr>
                        <a:t>6</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1.74</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Evening</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7</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5</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6217348"/>
                  </a:ext>
                </a:extLst>
              </a:tr>
              <a:tr h="202871">
                <a:tc>
                  <a:txBody>
                    <a:bodyPr/>
                    <a:lstStyle/>
                    <a:p>
                      <a:pPr algn="ctr" fontAlgn="b"/>
                      <a:r>
                        <a:rPr lang="en-SG" sz="1100" u="none" strike="noStrike">
                          <a:effectLst/>
                        </a:rPr>
                        <a:t>7</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1.73</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Evening</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7</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7</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4</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Water Melon</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0756992"/>
                  </a:ext>
                </a:extLst>
              </a:tr>
              <a:tr h="202871">
                <a:tc>
                  <a:txBody>
                    <a:bodyPr/>
                    <a:lstStyle/>
                    <a:p>
                      <a:pPr algn="ctr" fontAlgn="b"/>
                      <a:r>
                        <a:rPr lang="en-SG" sz="1100" u="none" strike="noStrike">
                          <a:effectLst/>
                        </a:rPr>
                        <a:t>8</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1.9</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Evening</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6</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9</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11</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Orange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298503"/>
                  </a:ext>
                </a:extLst>
              </a:tr>
              <a:tr h="202871">
                <a:tc>
                  <a:txBody>
                    <a:bodyPr/>
                    <a:lstStyle/>
                    <a:p>
                      <a:pPr algn="ctr" fontAlgn="b"/>
                      <a:r>
                        <a:rPr lang="en-SG" sz="1100" u="none" strike="noStrike">
                          <a:effectLst/>
                        </a:rPr>
                        <a:t>9</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1.9</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6</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5</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11</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Orange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3217845"/>
                  </a:ext>
                </a:extLst>
              </a:tr>
              <a:tr h="202871">
                <a:tc>
                  <a:txBody>
                    <a:bodyPr/>
                    <a:lstStyle/>
                    <a:p>
                      <a:pPr algn="ctr" fontAlgn="b"/>
                      <a:r>
                        <a:rPr lang="en-SG" sz="1100" u="none" strike="noStrike">
                          <a:effectLst/>
                        </a:rPr>
                        <a:t>10</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Male</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1.7</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Evening</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7</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a:effectLst/>
                        </a:rPr>
                        <a:t>8</a:t>
                      </a:r>
                      <a:endParaRPr lang="en-SG"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dirty="0">
                          <a:effectLst/>
                        </a:rPr>
                        <a:t>2</a:t>
                      </a:r>
                      <a:endParaRPr lang="en-SG"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SG" sz="1100" u="none" strike="noStrike" dirty="0">
                          <a:effectLst/>
                        </a:rPr>
                        <a:t>Water Melon</a:t>
                      </a:r>
                      <a:endParaRPr lang="en-SG"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306074"/>
                  </a:ext>
                </a:extLst>
              </a:tr>
            </a:tbl>
          </a:graphicData>
        </a:graphic>
      </p:graphicFrame>
      <p:sp>
        <p:nvSpPr>
          <p:cNvPr id="4" name="Rectangle 3">
            <a:extLst>
              <a:ext uri="{FF2B5EF4-FFF2-40B4-BE49-F238E27FC236}">
                <a16:creationId xmlns:a16="http://schemas.microsoft.com/office/drawing/2014/main" id="{942C1D08-0BE7-4A8F-ABEA-26481C627504}"/>
              </a:ext>
            </a:extLst>
          </p:cNvPr>
          <p:cNvSpPr/>
          <p:nvPr/>
        </p:nvSpPr>
        <p:spPr>
          <a:xfrm>
            <a:off x="5954942" y="3267075"/>
            <a:ext cx="944014" cy="248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a:extLst>
              <a:ext uri="{FF2B5EF4-FFF2-40B4-BE49-F238E27FC236}">
                <a16:creationId xmlns:a16="http://schemas.microsoft.com/office/drawing/2014/main" id="{0E0711F2-5FAE-4F27-9B3B-6860F69A37AC}"/>
              </a:ext>
            </a:extLst>
          </p:cNvPr>
          <p:cNvSpPr/>
          <p:nvPr/>
        </p:nvSpPr>
        <p:spPr>
          <a:xfrm>
            <a:off x="7392235" y="4127376"/>
            <a:ext cx="944014" cy="248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a:extLst>
              <a:ext uri="{FF2B5EF4-FFF2-40B4-BE49-F238E27FC236}">
                <a16:creationId xmlns:a16="http://schemas.microsoft.com/office/drawing/2014/main" id="{5EFB5755-F5E6-4720-9659-4138511B2689}"/>
              </a:ext>
            </a:extLst>
          </p:cNvPr>
          <p:cNvSpPr/>
          <p:nvPr/>
        </p:nvSpPr>
        <p:spPr>
          <a:xfrm>
            <a:off x="9677690" y="4106998"/>
            <a:ext cx="944014" cy="248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Rectangle 16">
            <a:extLst>
              <a:ext uri="{FF2B5EF4-FFF2-40B4-BE49-F238E27FC236}">
                <a16:creationId xmlns:a16="http://schemas.microsoft.com/office/drawing/2014/main" id="{6C8A5140-11C1-4F59-A789-2C7B28D17BB7}"/>
              </a:ext>
            </a:extLst>
          </p:cNvPr>
          <p:cNvSpPr/>
          <p:nvPr/>
        </p:nvSpPr>
        <p:spPr>
          <a:xfrm>
            <a:off x="6721001" y="4693476"/>
            <a:ext cx="944014" cy="248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E5762394-2295-4260-8EDF-C13B2D6977FF}"/>
              </a:ext>
            </a:extLst>
          </p:cNvPr>
          <p:cNvSpPr/>
          <p:nvPr/>
        </p:nvSpPr>
        <p:spPr>
          <a:xfrm>
            <a:off x="8073715" y="3317875"/>
            <a:ext cx="1453464" cy="1981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Rectangle 1">
            <a:extLst>
              <a:ext uri="{FF2B5EF4-FFF2-40B4-BE49-F238E27FC236}">
                <a16:creationId xmlns:a16="http://schemas.microsoft.com/office/drawing/2014/main" id="{E0561D17-C099-4BDA-B6F4-F872FD48A270}"/>
              </a:ext>
            </a:extLst>
          </p:cNvPr>
          <p:cNvSpPr/>
          <p:nvPr/>
        </p:nvSpPr>
        <p:spPr>
          <a:xfrm>
            <a:off x="9527179" y="1044936"/>
            <a:ext cx="2537821" cy="17758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SG" sz="2000" dirty="0">
                <a:latin typeface="Aharoni" panose="02010803020104030203" pitchFamily="2" charset="-79"/>
                <a:cs typeface="Aharoni" panose="02010803020104030203" pitchFamily="2" charset="-79"/>
              </a:rPr>
              <a:t>Missing values</a:t>
            </a:r>
          </a:p>
          <a:p>
            <a:pPr marL="285750" indent="-285750">
              <a:buFontTx/>
              <a:buChar char="-"/>
            </a:pPr>
            <a:r>
              <a:rPr lang="en-SG" sz="2000" dirty="0">
                <a:latin typeface="Aharoni" panose="02010803020104030203" pitchFamily="2" charset="-79"/>
                <a:cs typeface="Aharoni" panose="02010803020104030203" pitchFamily="2" charset="-79"/>
              </a:rPr>
              <a:t>No entries</a:t>
            </a:r>
          </a:p>
          <a:p>
            <a:pPr marL="285750" indent="-285750">
              <a:buFontTx/>
              <a:buChar char="-"/>
            </a:pPr>
            <a:r>
              <a:rPr lang="en-SG" sz="2000" dirty="0">
                <a:latin typeface="Aharoni" panose="02010803020104030203" pitchFamily="2" charset="-79"/>
                <a:cs typeface="Aharoni" panose="02010803020104030203" pitchFamily="2" charset="-79"/>
              </a:rPr>
              <a:t>Error in sensor</a:t>
            </a:r>
          </a:p>
          <a:p>
            <a:endParaRPr lang="en-SG" sz="2000" dirty="0">
              <a:latin typeface="Aharoni" panose="02010803020104030203" pitchFamily="2" charset="-79"/>
              <a:cs typeface="Aharoni" panose="02010803020104030203" pitchFamily="2" charset="-79"/>
            </a:endParaRPr>
          </a:p>
          <a:p>
            <a:r>
              <a:rPr lang="en-SG" sz="2000" dirty="0">
                <a:latin typeface="Aharoni" panose="02010803020104030203" pitchFamily="2" charset="-79"/>
                <a:cs typeface="Aharoni" panose="02010803020104030203" pitchFamily="2" charset="-79"/>
              </a:rPr>
              <a:t>Wrong Data Type</a:t>
            </a:r>
          </a:p>
        </p:txBody>
      </p:sp>
    </p:spTree>
    <p:custDataLst>
      <p:tags r:id="rId1"/>
    </p:custDataLst>
    <p:extLst>
      <p:ext uri="{BB962C8B-B14F-4D97-AF65-F5344CB8AC3E}">
        <p14:creationId xmlns:p14="http://schemas.microsoft.com/office/powerpoint/2010/main" val="83895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animBg="1"/>
      <p:bldP spid="16" grpId="0" animBg="1"/>
      <p:bldP spid="17" grpId="0" animBg="1"/>
      <p:bldP spid="18" grpId="0" animBg="1"/>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4">
            <a:extLst>
              <a:ext uri="{FF2B5EF4-FFF2-40B4-BE49-F238E27FC236}">
                <a16:creationId xmlns:a16="http://schemas.microsoft.com/office/drawing/2014/main" id="{526C9F10-967B-4383-A8CC-D158D57A5CF5}"/>
              </a:ext>
            </a:extLst>
          </p:cNvPr>
          <p:cNvGraphicFramePr>
            <a:graphicFrameLocks/>
          </p:cNvGraphicFramePr>
          <p:nvPr>
            <p:extLst>
              <p:ext uri="{D42A27DB-BD31-4B8C-83A1-F6EECF244321}">
                <p14:modId xmlns:p14="http://schemas.microsoft.com/office/powerpoint/2010/main" val="3385936692"/>
              </p:ext>
            </p:extLst>
          </p:nvPr>
        </p:nvGraphicFramePr>
        <p:xfrm>
          <a:off x="1289783" y="1044936"/>
          <a:ext cx="8254249" cy="52669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Rectangle 11">
            <a:extLst>
              <a:ext uri="{FF2B5EF4-FFF2-40B4-BE49-F238E27FC236}">
                <a16:creationId xmlns:a16="http://schemas.microsoft.com/office/drawing/2014/main" id="{0BBC66C4-3F38-49A9-B69B-9279A28AC071}"/>
              </a:ext>
            </a:extLst>
          </p:cNvPr>
          <p:cNvSpPr/>
          <p:nvPr/>
        </p:nvSpPr>
        <p:spPr>
          <a:xfrm>
            <a:off x="8792268" y="3585421"/>
            <a:ext cx="1912334" cy="5133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Statistical Analysis</a:t>
            </a:r>
          </a:p>
        </p:txBody>
      </p:sp>
      <p:sp>
        <p:nvSpPr>
          <p:cNvPr id="14" name="Rectangle 13">
            <a:extLst>
              <a:ext uri="{FF2B5EF4-FFF2-40B4-BE49-F238E27FC236}">
                <a16:creationId xmlns:a16="http://schemas.microsoft.com/office/drawing/2014/main" id="{0638CB05-9FDD-4235-B918-2D3BE3A0A8FF}"/>
              </a:ext>
            </a:extLst>
          </p:cNvPr>
          <p:cNvSpPr/>
          <p:nvPr/>
        </p:nvSpPr>
        <p:spPr>
          <a:xfrm>
            <a:off x="8732397" y="4474199"/>
            <a:ext cx="1821717" cy="457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Data Visualisation</a:t>
            </a:r>
          </a:p>
        </p:txBody>
      </p:sp>
      <p:pic>
        <p:nvPicPr>
          <p:cNvPr id="19" name="Picture 18">
            <a:extLst>
              <a:ext uri="{FF2B5EF4-FFF2-40B4-BE49-F238E27FC236}">
                <a16:creationId xmlns:a16="http://schemas.microsoft.com/office/drawing/2014/main" id="{CD48687B-425B-4BD2-9970-55B616EE00C8}"/>
              </a:ext>
            </a:extLst>
          </p:cNvPr>
          <p:cNvPicPr>
            <a:picLocks noChangeAspect="1"/>
          </p:cNvPicPr>
          <p:nvPr/>
        </p:nvPicPr>
        <p:blipFill>
          <a:blip r:embed="rId9">
            <a:clrChange>
              <a:clrFrom>
                <a:srgbClr val="FEFEFE"/>
              </a:clrFrom>
              <a:clrTo>
                <a:srgbClr val="FEFEFE">
                  <a:alpha val="0"/>
                </a:srgbClr>
              </a:clrTo>
            </a:clrChange>
          </a:blip>
          <a:stretch>
            <a:fillRect/>
          </a:stretch>
        </p:blipFill>
        <p:spPr>
          <a:xfrm>
            <a:off x="8116284" y="1493958"/>
            <a:ext cx="1427748" cy="1031151"/>
          </a:xfrm>
          <a:prstGeom prst="rect">
            <a:avLst/>
          </a:prstGeom>
        </p:spPr>
      </p:pic>
      <p:sp>
        <p:nvSpPr>
          <p:cNvPr id="25" name="Title 1">
            <a:extLst>
              <a:ext uri="{FF2B5EF4-FFF2-40B4-BE49-F238E27FC236}">
                <a16:creationId xmlns:a16="http://schemas.microsoft.com/office/drawing/2014/main" id="{B51E6498-C563-4A72-8FE6-C92214AC8CBC}"/>
              </a:ext>
            </a:extLst>
          </p:cNvPr>
          <p:cNvSpPr txBox="1">
            <a:spLocks/>
          </p:cNvSpPr>
          <p:nvPr/>
        </p:nvSpPr>
        <p:spPr>
          <a:xfrm>
            <a:off x="-30394" y="11535"/>
            <a:ext cx="12193561" cy="888532"/>
          </a:xfrm>
          <a:prstGeom prst="rect">
            <a:avLst/>
          </a:prstGeom>
          <a:solidFill>
            <a:schemeClr val="accent5">
              <a:lumMod val="20000"/>
              <a:lumOff val="80000"/>
            </a:schemeClr>
          </a:solidFill>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SG" sz="3200" dirty="0"/>
              <a:t>Data Analytics Process</a:t>
            </a:r>
          </a:p>
        </p:txBody>
      </p:sp>
      <p:sp>
        <p:nvSpPr>
          <p:cNvPr id="27" name="Arc 26">
            <a:extLst>
              <a:ext uri="{FF2B5EF4-FFF2-40B4-BE49-F238E27FC236}">
                <a16:creationId xmlns:a16="http://schemas.microsoft.com/office/drawing/2014/main" id="{C8006563-B683-4C7F-917F-1E1FB4B6B0B8}"/>
              </a:ext>
            </a:extLst>
          </p:cNvPr>
          <p:cNvSpPr/>
          <p:nvPr/>
        </p:nvSpPr>
        <p:spPr>
          <a:xfrm rot="16913481">
            <a:off x="3658342" y="1334485"/>
            <a:ext cx="1373834" cy="1350095"/>
          </a:xfrm>
          <a:prstGeom prst="arc">
            <a:avLst>
              <a:gd name="adj1" fmla="val 15266078"/>
              <a:gd name="adj2" fmla="val 74038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cxnSp>
        <p:nvCxnSpPr>
          <p:cNvPr id="31" name="Straight Arrow Connector 30">
            <a:extLst>
              <a:ext uri="{FF2B5EF4-FFF2-40B4-BE49-F238E27FC236}">
                <a16:creationId xmlns:a16="http://schemas.microsoft.com/office/drawing/2014/main" id="{C32B6E97-1D18-493F-96B2-8239852287AA}"/>
              </a:ext>
            </a:extLst>
          </p:cNvPr>
          <p:cNvCxnSpPr>
            <a:cxnSpLocks/>
          </p:cNvCxnSpPr>
          <p:nvPr/>
        </p:nvCxnSpPr>
        <p:spPr>
          <a:xfrm flipH="1">
            <a:off x="8313451" y="4077237"/>
            <a:ext cx="478817" cy="166401"/>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F1D89A-055B-4C3A-BF48-AB982A713C31}"/>
              </a:ext>
            </a:extLst>
          </p:cNvPr>
          <p:cNvCxnSpPr>
            <a:cxnSpLocks/>
          </p:cNvCxnSpPr>
          <p:nvPr/>
        </p:nvCxnSpPr>
        <p:spPr>
          <a:xfrm flipH="1" flipV="1">
            <a:off x="8313451" y="4227105"/>
            <a:ext cx="418946" cy="247094"/>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Cloud 1">
            <a:extLst>
              <a:ext uri="{FF2B5EF4-FFF2-40B4-BE49-F238E27FC236}">
                <a16:creationId xmlns:a16="http://schemas.microsoft.com/office/drawing/2014/main" id="{C3A0C9D8-68D1-4B65-AAE2-031295489E9D}"/>
              </a:ext>
            </a:extLst>
          </p:cNvPr>
          <p:cNvSpPr/>
          <p:nvPr/>
        </p:nvSpPr>
        <p:spPr>
          <a:xfrm>
            <a:off x="5904074" y="3211237"/>
            <a:ext cx="5237700" cy="1898399"/>
          </a:xfrm>
          <a:prstGeom prst="cloud">
            <a:avLst/>
          </a:prstGeom>
          <a:noFill/>
          <a:ln w="57150">
            <a:solidFill>
              <a:srgbClr val="0070C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942704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AD6FB-8D70-429D-B98F-31C9D5AF2855}"/>
              </a:ext>
            </a:extLst>
          </p:cNvPr>
          <p:cNvSpPr>
            <a:spLocks noGrp="1"/>
          </p:cNvSpPr>
          <p:nvPr>
            <p:ph type="title" idx="4294967295"/>
          </p:nvPr>
        </p:nvSpPr>
        <p:spPr>
          <a:xfrm>
            <a:off x="0" y="0"/>
            <a:ext cx="9144000" cy="1047750"/>
          </a:xfrm>
          <a:solidFill>
            <a:schemeClr val="accent6">
              <a:lumMod val="20000"/>
              <a:lumOff val="80000"/>
            </a:schemeClr>
          </a:solidFill>
        </p:spPr>
        <p:txBody>
          <a:bodyPr>
            <a:noAutofit/>
          </a:bodyPr>
          <a:lstStyle/>
          <a:p>
            <a:r>
              <a:rPr lang="en-SG" sz="3200" dirty="0"/>
              <a:t>What is </a:t>
            </a:r>
            <a:r>
              <a:rPr lang="en-SG" sz="3200" dirty="0">
                <a:solidFill>
                  <a:srgbClr val="FF0000"/>
                </a:solidFill>
              </a:rPr>
              <a:t>E</a:t>
            </a:r>
            <a:r>
              <a:rPr lang="en-SG" sz="3200" dirty="0"/>
              <a:t>xploratory </a:t>
            </a:r>
            <a:r>
              <a:rPr lang="en-SG" sz="3200" dirty="0">
                <a:solidFill>
                  <a:srgbClr val="FF0000"/>
                </a:solidFill>
              </a:rPr>
              <a:t>D</a:t>
            </a:r>
            <a:r>
              <a:rPr lang="en-SG" sz="3200" dirty="0"/>
              <a:t>ata </a:t>
            </a:r>
            <a:r>
              <a:rPr lang="en-SG" sz="3200" dirty="0">
                <a:solidFill>
                  <a:srgbClr val="FF0000"/>
                </a:solidFill>
              </a:rPr>
              <a:t>A</a:t>
            </a:r>
            <a:r>
              <a:rPr lang="en-SG" sz="3200" dirty="0"/>
              <a:t>nalysis?</a:t>
            </a:r>
          </a:p>
        </p:txBody>
      </p:sp>
      <p:sp>
        <p:nvSpPr>
          <p:cNvPr id="6" name="Rectangle 5">
            <a:extLst>
              <a:ext uri="{FF2B5EF4-FFF2-40B4-BE49-F238E27FC236}">
                <a16:creationId xmlns:a16="http://schemas.microsoft.com/office/drawing/2014/main" id="{EBA6AEBD-3370-4881-B3A6-AE13A709C607}"/>
              </a:ext>
            </a:extLst>
          </p:cNvPr>
          <p:cNvSpPr/>
          <p:nvPr/>
        </p:nvSpPr>
        <p:spPr>
          <a:xfrm>
            <a:off x="3446585" y="1129251"/>
            <a:ext cx="5697415" cy="1048077"/>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SG" sz="2400" dirty="0"/>
              <a:t>Descriptive Analytic</a:t>
            </a:r>
          </a:p>
        </p:txBody>
      </p:sp>
      <p:sp>
        <p:nvSpPr>
          <p:cNvPr id="7" name="Rectangle 6">
            <a:extLst>
              <a:ext uri="{FF2B5EF4-FFF2-40B4-BE49-F238E27FC236}">
                <a16:creationId xmlns:a16="http://schemas.microsoft.com/office/drawing/2014/main" id="{4F2A5C57-570C-4B89-940A-AD07DCA63D3C}"/>
              </a:ext>
            </a:extLst>
          </p:cNvPr>
          <p:cNvSpPr/>
          <p:nvPr/>
        </p:nvSpPr>
        <p:spPr>
          <a:xfrm>
            <a:off x="1750759" y="2790825"/>
            <a:ext cx="3434861" cy="1048077"/>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SG" sz="2400" dirty="0"/>
              <a:t>Statistical Analysis</a:t>
            </a:r>
          </a:p>
        </p:txBody>
      </p:sp>
      <p:sp>
        <p:nvSpPr>
          <p:cNvPr id="8" name="Rectangle 7">
            <a:extLst>
              <a:ext uri="{FF2B5EF4-FFF2-40B4-BE49-F238E27FC236}">
                <a16:creationId xmlns:a16="http://schemas.microsoft.com/office/drawing/2014/main" id="{5070B8E5-8BD7-4899-B2A4-8230CEC1F44C}"/>
              </a:ext>
            </a:extLst>
          </p:cNvPr>
          <p:cNvSpPr/>
          <p:nvPr/>
        </p:nvSpPr>
        <p:spPr>
          <a:xfrm>
            <a:off x="7310102" y="2790825"/>
            <a:ext cx="3434861" cy="1048077"/>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SG" sz="2400" dirty="0"/>
              <a:t>Visualisation</a:t>
            </a:r>
          </a:p>
        </p:txBody>
      </p:sp>
      <p:cxnSp>
        <p:nvCxnSpPr>
          <p:cNvPr id="10" name="Connector: Elbow 9">
            <a:extLst>
              <a:ext uri="{FF2B5EF4-FFF2-40B4-BE49-F238E27FC236}">
                <a16:creationId xmlns:a16="http://schemas.microsoft.com/office/drawing/2014/main" id="{92A7400E-E89C-4313-9465-E9497B87A043}"/>
              </a:ext>
            </a:extLst>
          </p:cNvPr>
          <p:cNvCxnSpPr>
            <a:cxnSpLocks/>
            <a:stCxn id="6" idx="2"/>
            <a:endCxn id="7" idx="0"/>
          </p:cNvCxnSpPr>
          <p:nvPr/>
        </p:nvCxnSpPr>
        <p:spPr>
          <a:xfrm rot="5400000">
            <a:off x="4574994" y="1070525"/>
            <a:ext cx="613497" cy="28271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7A8371A0-96DF-4967-9387-CC338AAC34B1}"/>
              </a:ext>
            </a:extLst>
          </p:cNvPr>
          <p:cNvCxnSpPr>
            <a:stCxn id="6" idx="2"/>
            <a:endCxn id="8" idx="0"/>
          </p:cNvCxnSpPr>
          <p:nvPr/>
        </p:nvCxnSpPr>
        <p:spPr>
          <a:xfrm rot="16200000" flipH="1">
            <a:off x="7354665" y="1117956"/>
            <a:ext cx="613497" cy="27322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lowchart: Document 2">
            <a:extLst>
              <a:ext uri="{FF2B5EF4-FFF2-40B4-BE49-F238E27FC236}">
                <a16:creationId xmlns:a16="http://schemas.microsoft.com/office/drawing/2014/main" id="{CAA69EFA-66DD-4700-BC3A-D54EE619F58F}"/>
              </a:ext>
            </a:extLst>
          </p:cNvPr>
          <p:cNvSpPr/>
          <p:nvPr/>
        </p:nvSpPr>
        <p:spPr>
          <a:xfrm>
            <a:off x="1789779" y="3920403"/>
            <a:ext cx="3356819" cy="2277197"/>
          </a:xfrm>
          <a:prstGeom prst="flowChartDocumen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dirty="0"/>
              <a:t>Central Tendency</a:t>
            </a:r>
          </a:p>
          <a:p>
            <a:pPr algn="ctr"/>
            <a:r>
              <a:rPr lang="en-SG" dirty="0"/>
              <a:t>Linear correlation coefficient</a:t>
            </a:r>
          </a:p>
          <a:p>
            <a:pPr algn="ctr"/>
            <a:r>
              <a:rPr lang="en-SG" dirty="0"/>
              <a:t>Normal Distribution</a:t>
            </a:r>
          </a:p>
          <a:p>
            <a:pPr algn="ctr"/>
            <a:r>
              <a:rPr lang="en-SG" dirty="0"/>
              <a:t>Probability</a:t>
            </a:r>
          </a:p>
          <a:p>
            <a:pPr algn="ctr"/>
            <a:r>
              <a:rPr lang="en-SG" dirty="0"/>
              <a:t>Cross Tabulation</a:t>
            </a:r>
          </a:p>
          <a:p>
            <a:pPr algn="ctr"/>
            <a:endParaRPr lang="en-SG" dirty="0"/>
          </a:p>
        </p:txBody>
      </p:sp>
      <p:sp>
        <p:nvSpPr>
          <p:cNvPr id="14" name="Flowchart: Document 13">
            <a:extLst>
              <a:ext uri="{FF2B5EF4-FFF2-40B4-BE49-F238E27FC236}">
                <a16:creationId xmlns:a16="http://schemas.microsoft.com/office/drawing/2014/main" id="{EAA63C09-A072-46F5-9F1E-B543193AC1C2}"/>
              </a:ext>
            </a:extLst>
          </p:cNvPr>
          <p:cNvSpPr/>
          <p:nvPr/>
        </p:nvSpPr>
        <p:spPr>
          <a:xfrm>
            <a:off x="7349122" y="3920403"/>
            <a:ext cx="3356819" cy="2277197"/>
          </a:xfrm>
          <a:prstGeom prst="flowChartDocumen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dirty="0"/>
              <a:t>Box-plot</a:t>
            </a:r>
          </a:p>
          <a:p>
            <a:pPr algn="ctr"/>
            <a:r>
              <a:rPr lang="en-SG" dirty="0"/>
              <a:t>Histogram</a:t>
            </a:r>
          </a:p>
          <a:p>
            <a:pPr algn="ctr"/>
            <a:r>
              <a:rPr lang="en-SG" dirty="0"/>
              <a:t>Bar Chart</a:t>
            </a:r>
          </a:p>
          <a:p>
            <a:pPr algn="ctr"/>
            <a:r>
              <a:rPr lang="en-SG" dirty="0"/>
              <a:t>Pie-Chart</a:t>
            </a:r>
          </a:p>
          <a:p>
            <a:pPr algn="ctr"/>
            <a:r>
              <a:rPr lang="en-SG" dirty="0"/>
              <a:t>Line Graph</a:t>
            </a:r>
          </a:p>
          <a:p>
            <a:pPr algn="ctr"/>
            <a:endParaRPr lang="en-SG" dirty="0"/>
          </a:p>
        </p:txBody>
      </p:sp>
    </p:spTree>
    <p:custDataLst>
      <p:tags r:id="rId1"/>
    </p:custDataLst>
    <p:extLst>
      <p:ext uri="{BB962C8B-B14F-4D97-AF65-F5344CB8AC3E}">
        <p14:creationId xmlns:p14="http://schemas.microsoft.com/office/powerpoint/2010/main" val="2480754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4">
            <a:extLst>
              <a:ext uri="{FF2B5EF4-FFF2-40B4-BE49-F238E27FC236}">
                <a16:creationId xmlns:a16="http://schemas.microsoft.com/office/drawing/2014/main" id="{526C9F10-967B-4383-A8CC-D158D57A5CF5}"/>
              </a:ext>
            </a:extLst>
          </p:cNvPr>
          <p:cNvGraphicFramePr>
            <a:graphicFrameLocks/>
          </p:cNvGraphicFramePr>
          <p:nvPr>
            <p:extLst>
              <p:ext uri="{D42A27DB-BD31-4B8C-83A1-F6EECF244321}">
                <p14:modId xmlns:p14="http://schemas.microsoft.com/office/powerpoint/2010/main" val="1031805402"/>
              </p:ext>
            </p:extLst>
          </p:nvPr>
        </p:nvGraphicFramePr>
        <p:xfrm>
          <a:off x="1289783" y="1044936"/>
          <a:ext cx="8254249" cy="52669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Rectangle 11">
            <a:extLst>
              <a:ext uri="{FF2B5EF4-FFF2-40B4-BE49-F238E27FC236}">
                <a16:creationId xmlns:a16="http://schemas.microsoft.com/office/drawing/2014/main" id="{0BBC66C4-3F38-49A9-B69B-9279A28AC071}"/>
              </a:ext>
            </a:extLst>
          </p:cNvPr>
          <p:cNvSpPr/>
          <p:nvPr/>
        </p:nvSpPr>
        <p:spPr>
          <a:xfrm>
            <a:off x="8792268" y="3585421"/>
            <a:ext cx="1912334" cy="5133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Statistical Analysis</a:t>
            </a:r>
          </a:p>
        </p:txBody>
      </p:sp>
      <p:sp>
        <p:nvSpPr>
          <p:cNvPr id="14" name="Rectangle 13">
            <a:extLst>
              <a:ext uri="{FF2B5EF4-FFF2-40B4-BE49-F238E27FC236}">
                <a16:creationId xmlns:a16="http://schemas.microsoft.com/office/drawing/2014/main" id="{0638CB05-9FDD-4235-B918-2D3BE3A0A8FF}"/>
              </a:ext>
            </a:extLst>
          </p:cNvPr>
          <p:cNvSpPr/>
          <p:nvPr/>
        </p:nvSpPr>
        <p:spPr>
          <a:xfrm>
            <a:off x="8732397" y="4474199"/>
            <a:ext cx="1821717" cy="457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Data Visualisation</a:t>
            </a:r>
          </a:p>
        </p:txBody>
      </p:sp>
      <p:pic>
        <p:nvPicPr>
          <p:cNvPr id="19" name="Picture 18">
            <a:extLst>
              <a:ext uri="{FF2B5EF4-FFF2-40B4-BE49-F238E27FC236}">
                <a16:creationId xmlns:a16="http://schemas.microsoft.com/office/drawing/2014/main" id="{CD48687B-425B-4BD2-9970-55B616EE00C8}"/>
              </a:ext>
            </a:extLst>
          </p:cNvPr>
          <p:cNvPicPr>
            <a:picLocks noChangeAspect="1"/>
          </p:cNvPicPr>
          <p:nvPr/>
        </p:nvPicPr>
        <p:blipFill>
          <a:blip r:embed="rId9">
            <a:clrChange>
              <a:clrFrom>
                <a:srgbClr val="FEFEFE"/>
              </a:clrFrom>
              <a:clrTo>
                <a:srgbClr val="FEFEFE">
                  <a:alpha val="0"/>
                </a:srgbClr>
              </a:clrTo>
            </a:clrChange>
          </a:blip>
          <a:stretch>
            <a:fillRect/>
          </a:stretch>
        </p:blipFill>
        <p:spPr>
          <a:xfrm>
            <a:off x="8116284" y="1493958"/>
            <a:ext cx="1427748" cy="1031151"/>
          </a:xfrm>
          <a:prstGeom prst="rect">
            <a:avLst/>
          </a:prstGeom>
        </p:spPr>
      </p:pic>
      <p:sp>
        <p:nvSpPr>
          <p:cNvPr id="25" name="Title 1">
            <a:extLst>
              <a:ext uri="{FF2B5EF4-FFF2-40B4-BE49-F238E27FC236}">
                <a16:creationId xmlns:a16="http://schemas.microsoft.com/office/drawing/2014/main" id="{B51E6498-C563-4A72-8FE6-C92214AC8CBC}"/>
              </a:ext>
            </a:extLst>
          </p:cNvPr>
          <p:cNvSpPr txBox="1">
            <a:spLocks/>
          </p:cNvSpPr>
          <p:nvPr/>
        </p:nvSpPr>
        <p:spPr>
          <a:xfrm>
            <a:off x="-30394" y="11535"/>
            <a:ext cx="12193561" cy="888532"/>
          </a:xfrm>
          <a:prstGeom prst="rect">
            <a:avLst/>
          </a:prstGeom>
          <a:solidFill>
            <a:schemeClr val="accent5">
              <a:lumMod val="20000"/>
              <a:lumOff val="80000"/>
            </a:schemeClr>
          </a:solidFill>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SG" sz="3200" dirty="0"/>
              <a:t>Data Analytics Process</a:t>
            </a:r>
          </a:p>
        </p:txBody>
      </p:sp>
      <p:sp>
        <p:nvSpPr>
          <p:cNvPr id="27" name="Arc 26">
            <a:extLst>
              <a:ext uri="{FF2B5EF4-FFF2-40B4-BE49-F238E27FC236}">
                <a16:creationId xmlns:a16="http://schemas.microsoft.com/office/drawing/2014/main" id="{C8006563-B683-4C7F-917F-1E1FB4B6B0B8}"/>
              </a:ext>
            </a:extLst>
          </p:cNvPr>
          <p:cNvSpPr/>
          <p:nvPr/>
        </p:nvSpPr>
        <p:spPr>
          <a:xfrm rot="16913481">
            <a:off x="3658342" y="1334485"/>
            <a:ext cx="1373834" cy="1350095"/>
          </a:xfrm>
          <a:prstGeom prst="arc">
            <a:avLst>
              <a:gd name="adj1" fmla="val 15266078"/>
              <a:gd name="adj2" fmla="val 74038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cxnSp>
        <p:nvCxnSpPr>
          <p:cNvPr id="31" name="Straight Arrow Connector 30">
            <a:extLst>
              <a:ext uri="{FF2B5EF4-FFF2-40B4-BE49-F238E27FC236}">
                <a16:creationId xmlns:a16="http://schemas.microsoft.com/office/drawing/2014/main" id="{C32B6E97-1D18-493F-96B2-8239852287AA}"/>
              </a:ext>
            </a:extLst>
          </p:cNvPr>
          <p:cNvCxnSpPr>
            <a:cxnSpLocks/>
          </p:cNvCxnSpPr>
          <p:nvPr/>
        </p:nvCxnSpPr>
        <p:spPr>
          <a:xfrm flipH="1">
            <a:off x="8313451" y="4077237"/>
            <a:ext cx="478817" cy="166401"/>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F1D89A-055B-4C3A-BF48-AB982A713C31}"/>
              </a:ext>
            </a:extLst>
          </p:cNvPr>
          <p:cNvCxnSpPr>
            <a:cxnSpLocks/>
          </p:cNvCxnSpPr>
          <p:nvPr/>
        </p:nvCxnSpPr>
        <p:spPr>
          <a:xfrm flipH="1" flipV="1">
            <a:off x="8313451" y="4227105"/>
            <a:ext cx="418946" cy="247094"/>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Cloud 1">
            <a:extLst>
              <a:ext uri="{FF2B5EF4-FFF2-40B4-BE49-F238E27FC236}">
                <a16:creationId xmlns:a16="http://schemas.microsoft.com/office/drawing/2014/main" id="{C3A0C9D8-68D1-4B65-AAE2-031295489E9D}"/>
              </a:ext>
            </a:extLst>
          </p:cNvPr>
          <p:cNvSpPr/>
          <p:nvPr/>
        </p:nvSpPr>
        <p:spPr>
          <a:xfrm>
            <a:off x="5043610" y="5000181"/>
            <a:ext cx="2490665" cy="1018110"/>
          </a:xfrm>
          <a:prstGeom prst="cloud">
            <a:avLst/>
          </a:prstGeom>
          <a:noFill/>
          <a:ln w="57150">
            <a:solidFill>
              <a:srgbClr val="0070C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3758969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4">
            <a:extLst>
              <a:ext uri="{FF2B5EF4-FFF2-40B4-BE49-F238E27FC236}">
                <a16:creationId xmlns:a16="http://schemas.microsoft.com/office/drawing/2014/main" id="{BA40E97B-307E-46A8-91E8-BDDA6C59BDFA}"/>
              </a:ext>
            </a:extLst>
          </p:cNvPr>
          <p:cNvGraphicFramePr>
            <a:graphicFrameLocks/>
          </p:cNvGraphicFramePr>
          <p:nvPr>
            <p:extLst>
              <p:ext uri="{D42A27DB-BD31-4B8C-83A1-F6EECF244321}">
                <p14:modId xmlns:p14="http://schemas.microsoft.com/office/powerpoint/2010/main" val="3436547499"/>
              </p:ext>
            </p:extLst>
          </p:nvPr>
        </p:nvGraphicFramePr>
        <p:xfrm>
          <a:off x="2675711" y="1026363"/>
          <a:ext cx="8254249" cy="52669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Rectangle 11">
            <a:extLst>
              <a:ext uri="{FF2B5EF4-FFF2-40B4-BE49-F238E27FC236}">
                <a16:creationId xmlns:a16="http://schemas.microsoft.com/office/drawing/2014/main" id="{0BBC66C4-3F38-49A9-B69B-9279A28AC071}"/>
              </a:ext>
            </a:extLst>
          </p:cNvPr>
          <p:cNvSpPr/>
          <p:nvPr/>
        </p:nvSpPr>
        <p:spPr>
          <a:xfrm>
            <a:off x="10250833" y="3429000"/>
            <a:ext cx="1912334" cy="5133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Statistical Analysis</a:t>
            </a:r>
          </a:p>
        </p:txBody>
      </p:sp>
      <p:sp>
        <p:nvSpPr>
          <p:cNvPr id="14" name="Rectangle 13">
            <a:extLst>
              <a:ext uri="{FF2B5EF4-FFF2-40B4-BE49-F238E27FC236}">
                <a16:creationId xmlns:a16="http://schemas.microsoft.com/office/drawing/2014/main" id="{0638CB05-9FDD-4235-B918-2D3BE3A0A8FF}"/>
              </a:ext>
            </a:extLst>
          </p:cNvPr>
          <p:cNvSpPr/>
          <p:nvPr/>
        </p:nvSpPr>
        <p:spPr>
          <a:xfrm>
            <a:off x="10190962" y="4317778"/>
            <a:ext cx="1821717" cy="457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Data Visualisation</a:t>
            </a:r>
          </a:p>
        </p:txBody>
      </p:sp>
      <p:pic>
        <p:nvPicPr>
          <p:cNvPr id="19" name="Picture 18">
            <a:extLst>
              <a:ext uri="{FF2B5EF4-FFF2-40B4-BE49-F238E27FC236}">
                <a16:creationId xmlns:a16="http://schemas.microsoft.com/office/drawing/2014/main" id="{CD48687B-425B-4BD2-9970-55B616EE00C8}"/>
              </a:ext>
            </a:extLst>
          </p:cNvPr>
          <p:cNvPicPr>
            <a:picLocks noChangeAspect="1"/>
          </p:cNvPicPr>
          <p:nvPr/>
        </p:nvPicPr>
        <p:blipFill>
          <a:blip r:embed="rId9">
            <a:clrChange>
              <a:clrFrom>
                <a:srgbClr val="FEFEFE"/>
              </a:clrFrom>
              <a:clrTo>
                <a:srgbClr val="FEFEFE">
                  <a:alpha val="0"/>
                </a:srgbClr>
              </a:clrTo>
            </a:clrChange>
          </a:blip>
          <a:stretch>
            <a:fillRect/>
          </a:stretch>
        </p:blipFill>
        <p:spPr>
          <a:xfrm>
            <a:off x="9678384" y="1532058"/>
            <a:ext cx="1427748" cy="1031151"/>
          </a:xfrm>
          <a:prstGeom prst="rect">
            <a:avLst/>
          </a:prstGeom>
        </p:spPr>
      </p:pic>
      <p:sp>
        <p:nvSpPr>
          <p:cNvPr id="25" name="Title 1">
            <a:extLst>
              <a:ext uri="{FF2B5EF4-FFF2-40B4-BE49-F238E27FC236}">
                <a16:creationId xmlns:a16="http://schemas.microsoft.com/office/drawing/2014/main" id="{B51E6498-C563-4A72-8FE6-C92214AC8CBC}"/>
              </a:ext>
            </a:extLst>
          </p:cNvPr>
          <p:cNvSpPr txBox="1">
            <a:spLocks/>
          </p:cNvSpPr>
          <p:nvPr/>
        </p:nvSpPr>
        <p:spPr>
          <a:xfrm>
            <a:off x="-30394" y="11535"/>
            <a:ext cx="12193561" cy="888532"/>
          </a:xfrm>
          <a:prstGeom prst="rect">
            <a:avLst/>
          </a:prstGeom>
          <a:solidFill>
            <a:schemeClr val="accent5">
              <a:lumMod val="20000"/>
              <a:lumOff val="80000"/>
            </a:schemeClr>
          </a:solidFill>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SG" sz="3200" dirty="0"/>
              <a:t>Data Analytics Process</a:t>
            </a:r>
          </a:p>
        </p:txBody>
      </p:sp>
      <p:sp>
        <p:nvSpPr>
          <p:cNvPr id="27" name="Arc 26">
            <a:extLst>
              <a:ext uri="{FF2B5EF4-FFF2-40B4-BE49-F238E27FC236}">
                <a16:creationId xmlns:a16="http://schemas.microsoft.com/office/drawing/2014/main" id="{C8006563-B683-4C7F-917F-1E1FB4B6B0B8}"/>
              </a:ext>
            </a:extLst>
          </p:cNvPr>
          <p:cNvSpPr/>
          <p:nvPr/>
        </p:nvSpPr>
        <p:spPr>
          <a:xfrm rot="16913481">
            <a:off x="4980338" y="1372585"/>
            <a:ext cx="1373834" cy="1350095"/>
          </a:xfrm>
          <a:prstGeom prst="arc">
            <a:avLst>
              <a:gd name="adj1" fmla="val 15266078"/>
              <a:gd name="adj2" fmla="val 74038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cxnSp>
        <p:nvCxnSpPr>
          <p:cNvPr id="31" name="Straight Arrow Connector 30">
            <a:extLst>
              <a:ext uri="{FF2B5EF4-FFF2-40B4-BE49-F238E27FC236}">
                <a16:creationId xmlns:a16="http://schemas.microsoft.com/office/drawing/2014/main" id="{C32B6E97-1D18-493F-96B2-8239852287AA}"/>
              </a:ext>
            </a:extLst>
          </p:cNvPr>
          <p:cNvCxnSpPr>
            <a:cxnSpLocks/>
          </p:cNvCxnSpPr>
          <p:nvPr/>
        </p:nvCxnSpPr>
        <p:spPr>
          <a:xfrm flipH="1">
            <a:off x="9772016" y="3920816"/>
            <a:ext cx="478817" cy="166401"/>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F1D89A-055B-4C3A-BF48-AB982A713C31}"/>
              </a:ext>
            </a:extLst>
          </p:cNvPr>
          <p:cNvCxnSpPr>
            <a:cxnSpLocks/>
          </p:cNvCxnSpPr>
          <p:nvPr/>
        </p:nvCxnSpPr>
        <p:spPr>
          <a:xfrm flipH="1" flipV="1">
            <a:off x="9772016" y="4070684"/>
            <a:ext cx="418946" cy="247094"/>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Cloud 1">
            <a:extLst>
              <a:ext uri="{FF2B5EF4-FFF2-40B4-BE49-F238E27FC236}">
                <a16:creationId xmlns:a16="http://schemas.microsoft.com/office/drawing/2014/main" id="{C3A0C9D8-68D1-4B65-AAE2-031295489E9D}"/>
              </a:ext>
            </a:extLst>
          </p:cNvPr>
          <p:cNvSpPr/>
          <p:nvPr/>
        </p:nvSpPr>
        <p:spPr>
          <a:xfrm>
            <a:off x="3158194" y="4572693"/>
            <a:ext cx="3413912" cy="1493931"/>
          </a:xfrm>
          <a:prstGeom prst="cloud">
            <a:avLst/>
          </a:prstGeom>
          <a:noFill/>
          <a:ln w="57150">
            <a:solidFill>
              <a:srgbClr val="0070C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309664A5-CB07-4331-BB4F-F7ABE956A142}"/>
              </a:ext>
            </a:extLst>
          </p:cNvPr>
          <p:cNvSpPr txBox="1"/>
          <p:nvPr/>
        </p:nvSpPr>
        <p:spPr>
          <a:xfrm>
            <a:off x="369756" y="4572694"/>
            <a:ext cx="2989232" cy="1323439"/>
          </a:xfrm>
          <a:prstGeom prst="rect">
            <a:avLst/>
          </a:prstGeom>
          <a:noFill/>
        </p:spPr>
        <p:txBody>
          <a:bodyPr wrap="square" rtlCol="0">
            <a:spAutoFit/>
          </a:bodyPr>
          <a:lstStyle/>
          <a:p>
            <a:r>
              <a:rPr lang="en-SG" sz="2000" dirty="0"/>
              <a:t>To determine a suitable model that can be used to predict the outcome</a:t>
            </a:r>
          </a:p>
        </p:txBody>
      </p:sp>
    </p:spTree>
    <p:custDataLst>
      <p:tags r:id="rId1"/>
    </p:custDataLst>
    <p:extLst>
      <p:ext uri="{BB962C8B-B14F-4D97-AF65-F5344CB8AC3E}">
        <p14:creationId xmlns:p14="http://schemas.microsoft.com/office/powerpoint/2010/main" val="3570670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4">
            <a:extLst>
              <a:ext uri="{FF2B5EF4-FFF2-40B4-BE49-F238E27FC236}">
                <a16:creationId xmlns:a16="http://schemas.microsoft.com/office/drawing/2014/main" id="{82A668D6-447D-4199-9D9E-ADC7CACBC760}"/>
              </a:ext>
            </a:extLst>
          </p:cNvPr>
          <p:cNvGraphicFramePr>
            <a:graphicFrameLocks/>
          </p:cNvGraphicFramePr>
          <p:nvPr>
            <p:extLst>
              <p:ext uri="{D42A27DB-BD31-4B8C-83A1-F6EECF244321}">
                <p14:modId xmlns:p14="http://schemas.microsoft.com/office/powerpoint/2010/main" val="2495158705"/>
              </p:ext>
            </p:extLst>
          </p:nvPr>
        </p:nvGraphicFramePr>
        <p:xfrm>
          <a:off x="1289783" y="1044936"/>
          <a:ext cx="8254249" cy="52669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Rectangle 11">
            <a:extLst>
              <a:ext uri="{FF2B5EF4-FFF2-40B4-BE49-F238E27FC236}">
                <a16:creationId xmlns:a16="http://schemas.microsoft.com/office/drawing/2014/main" id="{0BBC66C4-3F38-49A9-B69B-9279A28AC071}"/>
              </a:ext>
            </a:extLst>
          </p:cNvPr>
          <p:cNvSpPr/>
          <p:nvPr/>
        </p:nvSpPr>
        <p:spPr>
          <a:xfrm>
            <a:off x="8874007" y="3488785"/>
            <a:ext cx="1912334" cy="5133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Statistical Analysis</a:t>
            </a:r>
          </a:p>
        </p:txBody>
      </p:sp>
      <p:sp>
        <p:nvSpPr>
          <p:cNvPr id="14" name="Rectangle 13">
            <a:extLst>
              <a:ext uri="{FF2B5EF4-FFF2-40B4-BE49-F238E27FC236}">
                <a16:creationId xmlns:a16="http://schemas.microsoft.com/office/drawing/2014/main" id="{0638CB05-9FDD-4235-B918-2D3BE3A0A8FF}"/>
              </a:ext>
            </a:extLst>
          </p:cNvPr>
          <p:cNvSpPr/>
          <p:nvPr/>
        </p:nvSpPr>
        <p:spPr>
          <a:xfrm>
            <a:off x="8814136" y="4377563"/>
            <a:ext cx="1821717" cy="457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1400" dirty="0"/>
              <a:t>Data Visualisation</a:t>
            </a:r>
          </a:p>
        </p:txBody>
      </p:sp>
      <p:pic>
        <p:nvPicPr>
          <p:cNvPr id="19" name="Picture 18">
            <a:extLst>
              <a:ext uri="{FF2B5EF4-FFF2-40B4-BE49-F238E27FC236}">
                <a16:creationId xmlns:a16="http://schemas.microsoft.com/office/drawing/2014/main" id="{CD48687B-425B-4BD2-9970-55B616EE00C8}"/>
              </a:ext>
            </a:extLst>
          </p:cNvPr>
          <p:cNvPicPr>
            <a:picLocks noChangeAspect="1"/>
          </p:cNvPicPr>
          <p:nvPr/>
        </p:nvPicPr>
        <p:blipFill>
          <a:blip r:embed="rId9">
            <a:clrChange>
              <a:clrFrom>
                <a:srgbClr val="FEFEFE"/>
              </a:clrFrom>
              <a:clrTo>
                <a:srgbClr val="FEFEFE">
                  <a:alpha val="0"/>
                </a:srgbClr>
              </a:clrTo>
            </a:clrChange>
          </a:blip>
          <a:stretch>
            <a:fillRect/>
          </a:stretch>
        </p:blipFill>
        <p:spPr>
          <a:xfrm>
            <a:off x="8116284" y="1493958"/>
            <a:ext cx="1427748" cy="1031151"/>
          </a:xfrm>
          <a:prstGeom prst="rect">
            <a:avLst/>
          </a:prstGeom>
        </p:spPr>
      </p:pic>
      <p:sp>
        <p:nvSpPr>
          <p:cNvPr id="25" name="Title 1">
            <a:extLst>
              <a:ext uri="{FF2B5EF4-FFF2-40B4-BE49-F238E27FC236}">
                <a16:creationId xmlns:a16="http://schemas.microsoft.com/office/drawing/2014/main" id="{B51E6498-C563-4A72-8FE6-C92214AC8CBC}"/>
              </a:ext>
            </a:extLst>
          </p:cNvPr>
          <p:cNvSpPr txBox="1">
            <a:spLocks/>
          </p:cNvSpPr>
          <p:nvPr/>
        </p:nvSpPr>
        <p:spPr>
          <a:xfrm>
            <a:off x="-30394" y="11535"/>
            <a:ext cx="12193561" cy="888532"/>
          </a:xfrm>
          <a:prstGeom prst="rect">
            <a:avLst/>
          </a:prstGeom>
          <a:solidFill>
            <a:schemeClr val="accent5">
              <a:lumMod val="20000"/>
              <a:lumOff val="80000"/>
            </a:schemeClr>
          </a:solidFill>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SG" sz="3200" dirty="0"/>
              <a:t>Data Analytics Process (Review)</a:t>
            </a:r>
          </a:p>
        </p:txBody>
      </p:sp>
      <p:sp>
        <p:nvSpPr>
          <p:cNvPr id="27" name="Arc 26">
            <a:extLst>
              <a:ext uri="{FF2B5EF4-FFF2-40B4-BE49-F238E27FC236}">
                <a16:creationId xmlns:a16="http://schemas.microsoft.com/office/drawing/2014/main" id="{C8006563-B683-4C7F-917F-1E1FB4B6B0B8}"/>
              </a:ext>
            </a:extLst>
          </p:cNvPr>
          <p:cNvSpPr/>
          <p:nvPr/>
        </p:nvSpPr>
        <p:spPr>
          <a:xfrm rot="16913481">
            <a:off x="3528676" y="1334485"/>
            <a:ext cx="1373834" cy="1350095"/>
          </a:xfrm>
          <a:prstGeom prst="arc">
            <a:avLst>
              <a:gd name="adj1" fmla="val 15266078"/>
              <a:gd name="adj2" fmla="val 74038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cxnSp>
        <p:nvCxnSpPr>
          <p:cNvPr id="31" name="Straight Arrow Connector 30">
            <a:extLst>
              <a:ext uri="{FF2B5EF4-FFF2-40B4-BE49-F238E27FC236}">
                <a16:creationId xmlns:a16="http://schemas.microsoft.com/office/drawing/2014/main" id="{C32B6E97-1D18-493F-96B2-8239852287AA}"/>
              </a:ext>
            </a:extLst>
          </p:cNvPr>
          <p:cNvCxnSpPr>
            <a:cxnSpLocks/>
          </p:cNvCxnSpPr>
          <p:nvPr/>
        </p:nvCxnSpPr>
        <p:spPr>
          <a:xfrm flipH="1">
            <a:off x="8395190" y="3980601"/>
            <a:ext cx="478817" cy="166401"/>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F1D89A-055B-4C3A-BF48-AB982A713C31}"/>
              </a:ext>
            </a:extLst>
          </p:cNvPr>
          <p:cNvCxnSpPr>
            <a:cxnSpLocks/>
          </p:cNvCxnSpPr>
          <p:nvPr/>
        </p:nvCxnSpPr>
        <p:spPr>
          <a:xfrm flipH="1" flipV="1">
            <a:off x="8395190" y="4130469"/>
            <a:ext cx="418946" cy="247094"/>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C6016F8-1599-43D3-838E-EFB6EA9DABE0}"/>
              </a:ext>
            </a:extLst>
          </p:cNvPr>
          <p:cNvSpPr txBox="1"/>
          <p:nvPr/>
        </p:nvSpPr>
        <p:spPr>
          <a:xfrm>
            <a:off x="6634772" y="2271058"/>
            <a:ext cx="1760418" cy="369332"/>
          </a:xfrm>
          <a:prstGeom prst="rect">
            <a:avLst/>
          </a:prstGeom>
          <a:solidFill>
            <a:schemeClr val="accent5">
              <a:lumMod val="20000"/>
              <a:lumOff val="80000"/>
            </a:schemeClr>
          </a:solidFill>
        </p:spPr>
        <p:txBody>
          <a:bodyPr wrap="none" rtlCol="0">
            <a:spAutoFit/>
          </a:bodyPr>
          <a:lstStyle/>
          <a:p>
            <a:r>
              <a:rPr lang="en-SG" dirty="0"/>
              <a:t>Data Cleaning</a:t>
            </a:r>
          </a:p>
        </p:txBody>
      </p:sp>
      <p:sp>
        <p:nvSpPr>
          <p:cNvPr id="13" name="TextBox 12">
            <a:extLst>
              <a:ext uri="{FF2B5EF4-FFF2-40B4-BE49-F238E27FC236}">
                <a16:creationId xmlns:a16="http://schemas.microsoft.com/office/drawing/2014/main" id="{84FFB252-4A9F-4459-8BEE-C179399E1D55}"/>
              </a:ext>
            </a:extLst>
          </p:cNvPr>
          <p:cNvSpPr txBox="1"/>
          <p:nvPr/>
        </p:nvSpPr>
        <p:spPr>
          <a:xfrm>
            <a:off x="6491225" y="3894445"/>
            <a:ext cx="2114152" cy="646331"/>
          </a:xfrm>
          <a:prstGeom prst="rect">
            <a:avLst/>
          </a:prstGeom>
          <a:solidFill>
            <a:schemeClr val="accent5">
              <a:lumMod val="20000"/>
              <a:lumOff val="80000"/>
            </a:schemeClr>
          </a:solidFill>
        </p:spPr>
        <p:txBody>
          <a:bodyPr wrap="square" rtlCol="0">
            <a:spAutoFit/>
          </a:bodyPr>
          <a:lstStyle/>
          <a:p>
            <a:r>
              <a:rPr lang="en-SG" dirty="0"/>
              <a:t>Exploratory Data Analysis (EDA)</a:t>
            </a:r>
          </a:p>
        </p:txBody>
      </p:sp>
      <p:sp>
        <p:nvSpPr>
          <p:cNvPr id="15" name="TextBox 14">
            <a:extLst>
              <a:ext uri="{FF2B5EF4-FFF2-40B4-BE49-F238E27FC236}">
                <a16:creationId xmlns:a16="http://schemas.microsoft.com/office/drawing/2014/main" id="{3D050999-2F4C-4B79-9AAD-B1A47AA1206E}"/>
              </a:ext>
            </a:extLst>
          </p:cNvPr>
          <p:cNvSpPr txBox="1"/>
          <p:nvPr/>
        </p:nvSpPr>
        <p:spPr>
          <a:xfrm>
            <a:off x="2552275" y="4982067"/>
            <a:ext cx="1892134" cy="830997"/>
          </a:xfrm>
          <a:prstGeom prst="rect">
            <a:avLst/>
          </a:prstGeom>
          <a:solidFill>
            <a:schemeClr val="accent5">
              <a:lumMod val="20000"/>
              <a:lumOff val="80000"/>
            </a:schemeClr>
          </a:solidFill>
        </p:spPr>
        <p:txBody>
          <a:bodyPr wrap="square" rtlCol="0">
            <a:spAutoFit/>
          </a:bodyPr>
          <a:lstStyle/>
          <a:p>
            <a:pPr algn="ctr"/>
            <a:r>
              <a:rPr lang="en-US" sz="2400" dirty="0"/>
              <a:t>Data Modelling</a:t>
            </a:r>
            <a:endParaRPr lang="en-SG" sz="2400" dirty="0"/>
          </a:p>
        </p:txBody>
      </p:sp>
    </p:spTree>
    <p:custDataLst>
      <p:tags r:id="rId1"/>
    </p:custDataLst>
    <p:extLst>
      <p:ext uri="{BB962C8B-B14F-4D97-AF65-F5344CB8AC3E}">
        <p14:creationId xmlns:p14="http://schemas.microsoft.com/office/powerpoint/2010/main" val="56247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ech Bubble: Rectangle with Corners Rounded 1">
            <a:extLst>
              <a:ext uri="{FF2B5EF4-FFF2-40B4-BE49-F238E27FC236}">
                <a16:creationId xmlns:a16="http://schemas.microsoft.com/office/drawing/2014/main" id="{84FC637D-1CE5-73D6-4B63-94954DED1A19}"/>
              </a:ext>
            </a:extLst>
          </p:cNvPr>
          <p:cNvSpPr/>
          <p:nvPr/>
        </p:nvSpPr>
        <p:spPr>
          <a:xfrm>
            <a:off x="4178968" y="2069431"/>
            <a:ext cx="3834063" cy="1876926"/>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t>Q &amp; A</a:t>
            </a:r>
            <a:endParaRPr lang="en-SG" sz="7200" dirty="0"/>
          </a:p>
        </p:txBody>
      </p:sp>
    </p:spTree>
    <p:extLst>
      <p:ext uri="{BB962C8B-B14F-4D97-AF65-F5344CB8AC3E}">
        <p14:creationId xmlns:p14="http://schemas.microsoft.com/office/powerpoint/2010/main" val="2823499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B905DC-E478-47D8-9E5D-AE0955BF33CC}"/>
              </a:ext>
            </a:extLst>
          </p:cNvPr>
          <p:cNvSpPr>
            <a:spLocks noGrp="1"/>
          </p:cNvSpPr>
          <p:nvPr>
            <p:ph type="title" idx="4294967295"/>
          </p:nvPr>
        </p:nvSpPr>
        <p:spPr>
          <a:xfrm>
            <a:off x="1535372" y="4872251"/>
            <a:ext cx="10013709" cy="1030360"/>
          </a:xfrm>
        </p:spPr>
        <p:txBody>
          <a:bodyPr vert="horz" lIns="109728" tIns="109728" rIns="109728" bIns="91440" rtlCol="0" anchor="ctr">
            <a:normAutofit/>
          </a:bodyPr>
          <a:lstStyle/>
          <a:p>
            <a:r>
              <a:rPr lang="en-US" dirty="0">
                <a:solidFill>
                  <a:schemeClr val="bg1"/>
                </a:solidFill>
              </a:rPr>
              <a:t>Today’s Learning Topics</a:t>
            </a:r>
          </a:p>
        </p:txBody>
      </p:sp>
      <p:sp>
        <p:nvSpPr>
          <p:cNvPr id="20" name="Rectangle 19">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B3E1169-9C52-48CA-9893-B4FEF9130416}"/>
              </a:ext>
            </a:extLst>
          </p:cNvPr>
          <p:cNvGraphicFramePr>
            <a:graphicFrameLocks noGrp="1"/>
          </p:cNvGraphicFramePr>
          <p:nvPr>
            <p:ph idx="4294967295"/>
            <p:extLst>
              <p:ext uri="{D42A27DB-BD31-4B8C-83A1-F6EECF244321}">
                <p14:modId xmlns:p14="http://schemas.microsoft.com/office/powerpoint/2010/main" val="4009658652"/>
              </p:ext>
            </p:extLst>
          </p:nvPr>
        </p:nvGraphicFramePr>
        <p:xfrm>
          <a:off x="1714241" y="704851"/>
          <a:ext cx="9834026" cy="33735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descr="Shape, arrow&#10;&#10;Description automatically generated">
            <a:extLst>
              <a:ext uri="{FF2B5EF4-FFF2-40B4-BE49-F238E27FC236}">
                <a16:creationId xmlns:a16="http://schemas.microsoft.com/office/drawing/2014/main" id="{7376E1B0-3015-4B00-8147-B9E1007FDF5C}"/>
              </a:ext>
            </a:extLst>
          </p:cNvPr>
          <p:cNvPicPr>
            <a:picLocks noChangeAspect="1"/>
          </p:cNvPicPr>
          <p:nvPr/>
        </p:nvPicPr>
        <p:blipFill>
          <a:blip r:embed="rId9">
            <a:clrChange>
              <a:clrFrom>
                <a:srgbClr val="F5F5F5"/>
              </a:clrFrom>
              <a:clrTo>
                <a:srgbClr val="F5F5F5">
                  <a:alpha val="0"/>
                </a:srgbClr>
              </a:clrTo>
            </a:clrChange>
            <a:extLst>
              <a:ext uri="{28A0092B-C50C-407E-A947-70E740481C1C}">
                <a14:useLocalDpi xmlns:a14="http://schemas.microsoft.com/office/drawing/2010/main" val="0"/>
              </a:ext>
            </a:extLst>
          </a:blip>
          <a:stretch>
            <a:fillRect/>
          </a:stretch>
        </p:blipFill>
        <p:spPr>
          <a:xfrm>
            <a:off x="5019676" y="1420089"/>
            <a:ext cx="1076324" cy="971550"/>
          </a:xfrm>
          <a:prstGeom prst="rect">
            <a:avLst/>
          </a:prstGeom>
        </p:spPr>
      </p:pic>
      <p:pic>
        <p:nvPicPr>
          <p:cNvPr id="7" name="Picture 6" descr="Shape, arrow&#10;&#10;Description automatically generated">
            <a:extLst>
              <a:ext uri="{FF2B5EF4-FFF2-40B4-BE49-F238E27FC236}">
                <a16:creationId xmlns:a16="http://schemas.microsoft.com/office/drawing/2014/main" id="{FD156D60-D8EF-44E5-BB8B-FF22C1B84482}"/>
              </a:ext>
            </a:extLst>
          </p:cNvPr>
          <p:cNvPicPr>
            <a:picLocks noChangeAspect="1"/>
          </p:cNvPicPr>
          <p:nvPr/>
        </p:nvPicPr>
        <p:blipFill>
          <a:blip r:embed="rId9">
            <a:clrChange>
              <a:clrFrom>
                <a:srgbClr val="F5F5F5"/>
              </a:clrFrom>
              <a:clrTo>
                <a:srgbClr val="F5F5F5">
                  <a:alpha val="0"/>
                </a:srgbClr>
              </a:clrTo>
            </a:clrChange>
            <a:extLst>
              <a:ext uri="{28A0092B-C50C-407E-A947-70E740481C1C}">
                <a14:useLocalDpi xmlns:a14="http://schemas.microsoft.com/office/drawing/2010/main" val="0"/>
              </a:ext>
            </a:extLst>
          </a:blip>
          <a:stretch>
            <a:fillRect/>
          </a:stretch>
        </p:blipFill>
        <p:spPr>
          <a:xfrm>
            <a:off x="5019676" y="3106878"/>
            <a:ext cx="1076324" cy="971550"/>
          </a:xfrm>
          <a:prstGeom prst="rect">
            <a:avLst/>
          </a:prstGeom>
        </p:spPr>
      </p:pic>
      <p:pic>
        <p:nvPicPr>
          <p:cNvPr id="8" name="Picture 7" descr="Shape, arrow&#10;&#10;Description automatically generated">
            <a:extLst>
              <a:ext uri="{FF2B5EF4-FFF2-40B4-BE49-F238E27FC236}">
                <a16:creationId xmlns:a16="http://schemas.microsoft.com/office/drawing/2014/main" id="{1FE39F85-5336-4FB5-8BBF-301E354BA587}"/>
              </a:ext>
            </a:extLst>
          </p:cNvPr>
          <p:cNvPicPr>
            <a:picLocks noChangeAspect="1"/>
          </p:cNvPicPr>
          <p:nvPr/>
        </p:nvPicPr>
        <p:blipFill>
          <a:blip r:embed="rId9">
            <a:clrChange>
              <a:clrFrom>
                <a:srgbClr val="F5F5F5"/>
              </a:clrFrom>
              <a:clrTo>
                <a:srgbClr val="F5F5F5">
                  <a:alpha val="0"/>
                </a:srgbClr>
              </a:clrTo>
            </a:clrChange>
            <a:extLst>
              <a:ext uri="{28A0092B-C50C-407E-A947-70E740481C1C}">
                <a14:useLocalDpi xmlns:a14="http://schemas.microsoft.com/office/drawing/2010/main" val="0"/>
              </a:ext>
            </a:extLst>
          </a:blip>
          <a:stretch>
            <a:fillRect/>
          </a:stretch>
        </p:blipFill>
        <p:spPr>
          <a:xfrm>
            <a:off x="9939597" y="1366296"/>
            <a:ext cx="1076324" cy="971550"/>
          </a:xfrm>
          <a:prstGeom prst="rect">
            <a:avLst/>
          </a:prstGeom>
        </p:spPr>
      </p:pic>
    </p:spTree>
    <p:custDataLst>
      <p:tags r:id="rId1"/>
    </p:custDataLst>
    <p:extLst>
      <p:ext uri="{BB962C8B-B14F-4D97-AF65-F5344CB8AC3E}">
        <p14:creationId xmlns:p14="http://schemas.microsoft.com/office/powerpoint/2010/main" val="2328264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8C14-D189-3286-9076-6F0AAD3BF7AD}"/>
              </a:ext>
            </a:extLst>
          </p:cNvPr>
          <p:cNvSpPr>
            <a:spLocks noGrp="1"/>
          </p:cNvSpPr>
          <p:nvPr>
            <p:ph type="title"/>
          </p:nvPr>
        </p:nvSpPr>
        <p:spPr/>
        <p:txBody>
          <a:bodyPr/>
          <a:lstStyle/>
          <a:p>
            <a:r>
              <a:rPr lang="en-US" dirty="0"/>
              <a:t>Activities</a:t>
            </a:r>
            <a:endParaRPr lang="en-SG" dirty="0"/>
          </a:p>
        </p:txBody>
      </p:sp>
      <p:sp>
        <p:nvSpPr>
          <p:cNvPr id="3" name="Text Placeholder 2">
            <a:extLst>
              <a:ext uri="{FF2B5EF4-FFF2-40B4-BE49-F238E27FC236}">
                <a16:creationId xmlns:a16="http://schemas.microsoft.com/office/drawing/2014/main" id="{C1269014-8EC6-927E-6821-337CD27B59C3}"/>
              </a:ext>
            </a:extLst>
          </p:cNvPr>
          <p:cNvSpPr>
            <a:spLocks noGrp="1"/>
          </p:cNvSpPr>
          <p:nvPr>
            <p:ph type="body" idx="1"/>
          </p:nvPr>
        </p:nvSpPr>
        <p:spPr/>
        <p:txBody>
          <a:bodyPr/>
          <a:lstStyle/>
          <a:p>
            <a:r>
              <a:rPr lang="en-US" dirty="0"/>
              <a:t>Refer to lab 1 worksheet</a:t>
            </a:r>
            <a:endParaRPr lang="en-SG" dirty="0"/>
          </a:p>
        </p:txBody>
      </p:sp>
    </p:spTree>
    <p:extLst>
      <p:ext uri="{BB962C8B-B14F-4D97-AF65-F5344CB8AC3E}">
        <p14:creationId xmlns:p14="http://schemas.microsoft.com/office/powerpoint/2010/main" val="4083539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7CD34-5BBD-64A2-E072-6B69BA21DFBC}"/>
              </a:ext>
            </a:extLst>
          </p:cNvPr>
          <p:cNvSpPr>
            <a:spLocks noGrp="1"/>
          </p:cNvSpPr>
          <p:nvPr>
            <p:ph type="title"/>
          </p:nvPr>
        </p:nvSpPr>
        <p:spPr/>
        <p:txBody>
          <a:bodyPr/>
          <a:lstStyle/>
          <a:p>
            <a:r>
              <a:rPr lang="en-US" dirty="0"/>
              <a:t>How to </a:t>
            </a:r>
            <a:r>
              <a:rPr lang="en-US" dirty="0" err="1"/>
              <a:t>summarise</a:t>
            </a:r>
            <a:r>
              <a:rPr lang="en-US" dirty="0"/>
              <a:t> data?</a:t>
            </a:r>
            <a:endParaRPr lang="en-SG" dirty="0"/>
          </a:p>
        </p:txBody>
      </p:sp>
      <p:sp>
        <p:nvSpPr>
          <p:cNvPr id="3" name="Content Placeholder 2">
            <a:extLst>
              <a:ext uri="{FF2B5EF4-FFF2-40B4-BE49-F238E27FC236}">
                <a16:creationId xmlns:a16="http://schemas.microsoft.com/office/drawing/2014/main" id="{9AFA5F55-D6FD-B927-44C0-3F11832F3510}"/>
              </a:ext>
            </a:extLst>
          </p:cNvPr>
          <p:cNvSpPr>
            <a:spLocks noGrp="1"/>
          </p:cNvSpPr>
          <p:nvPr>
            <p:ph idx="1"/>
          </p:nvPr>
        </p:nvSpPr>
        <p:spPr>
          <a:xfrm>
            <a:off x="5050905" y="400313"/>
            <a:ext cx="6172412" cy="1107645"/>
          </a:xfrm>
        </p:spPr>
        <p:txBody>
          <a:bodyPr/>
          <a:lstStyle/>
          <a:p>
            <a:r>
              <a:rPr lang="en-US" dirty="0">
                <a:hlinkClick r:id="rId3"/>
              </a:rPr>
              <a:t>Average daily adult ICU bed </a:t>
            </a:r>
            <a:r>
              <a:rPr lang="en-US" dirty="0" err="1">
                <a:hlinkClick r:id="rId3"/>
              </a:rPr>
              <a:t>utilisation</a:t>
            </a:r>
            <a:r>
              <a:rPr lang="en-US" dirty="0">
                <a:hlinkClick r:id="rId3"/>
              </a:rPr>
              <a:t> by Epi-week | MOH | data.gov.sg</a:t>
            </a:r>
            <a:endParaRPr lang="en-SG" dirty="0"/>
          </a:p>
        </p:txBody>
      </p:sp>
      <p:sp>
        <p:nvSpPr>
          <p:cNvPr id="4" name="Rectangle 3">
            <a:extLst>
              <a:ext uri="{FF2B5EF4-FFF2-40B4-BE49-F238E27FC236}">
                <a16:creationId xmlns:a16="http://schemas.microsoft.com/office/drawing/2014/main" id="{165639C5-E82F-EE39-E155-2AC9F95FCCA9}"/>
              </a:ext>
            </a:extLst>
          </p:cNvPr>
          <p:cNvSpPr/>
          <p:nvPr/>
        </p:nvSpPr>
        <p:spPr>
          <a:xfrm>
            <a:off x="0" y="0"/>
            <a:ext cx="4652211" cy="70511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b="1" dirty="0"/>
              <a:t>Central Tendency and Spread</a:t>
            </a:r>
            <a:endParaRPr lang="en-SG" sz="2000" b="1" dirty="0"/>
          </a:p>
        </p:txBody>
      </p:sp>
      <p:pic>
        <p:nvPicPr>
          <p:cNvPr id="6" name="Picture 5">
            <a:extLst>
              <a:ext uri="{FF2B5EF4-FFF2-40B4-BE49-F238E27FC236}">
                <a16:creationId xmlns:a16="http://schemas.microsoft.com/office/drawing/2014/main" id="{6DAE622E-3094-7EF6-EBD1-BD917E7209E9}"/>
              </a:ext>
            </a:extLst>
          </p:cNvPr>
          <p:cNvPicPr>
            <a:picLocks noChangeAspect="1"/>
          </p:cNvPicPr>
          <p:nvPr/>
        </p:nvPicPr>
        <p:blipFill>
          <a:blip r:embed="rId4"/>
          <a:stretch>
            <a:fillRect/>
          </a:stretch>
        </p:blipFill>
        <p:spPr>
          <a:xfrm>
            <a:off x="5135884" y="1636991"/>
            <a:ext cx="1526915" cy="1517689"/>
          </a:xfrm>
          <a:prstGeom prst="rect">
            <a:avLst/>
          </a:prstGeom>
        </p:spPr>
      </p:pic>
      <p:sp>
        <p:nvSpPr>
          <p:cNvPr id="8" name="TextBox 7">
            <a:extLst>
              <a:ext uri="{FF2B5EF4-FFF2-40B4-BE49-F238E27FC236}">
                <a16:creationId xmlns:a16="http://schemas.microsoft.com/office/drawing/2014/main" id="{6EDF2C0D-FAFC-7A66-6251-C62D8607A294}"/>
              </a:ext>
            </a:extLst>
          </p:cNvPr>
          <p:cNvSpPr txBox="1"/>
          <p:nvPr/>
        </p:nvSpPr>
        <p:spPr>
          <a:xfrm>
            <a:off x="5050905" y="3545917"/>
            <a:ext cx="6096000" cy="923330"/>
          </a:xfrm>
          <a:prstGeom prst="rect">
            <a:avLst/>
          </a:prstGeom>
          <a:noFill/>
        </p:spPr>
        <p:txBody>
          <a:bodyPr wrap="square">
            <a:spAutoFit/>
          </a:bodyPr>
          <a:lstStyle/>
          <a:p>
            <a:r>
              <a:rPr lang="en-US" dirty="0"/>
              <a:t>How is the count of ICU admissions shown?</a:t>
            </a:r>
          </a:p>
          <a:p>
            <a:endParaRPr lang="en-US" dirty="0"/>
          </a:p>
          <a:p>
            <a:r>
              <a:rPr lang="en-US" dirty="0"/>
              <a:t>What insights can you gather?</a:t>
            </a:r>
            <a:endParaRPr lang="en-SG" dirty="0"/>
          </a:p>
        </p:txBody>
      </p:sp>
      <p:sp>
        <p:nvSpPr>
          <p:cNvPr id="10" name="TextBox 9">
            <a:extLst>
              <a:ext uri="{FF2B5EF4-FFF2-40B4-BE49-F238E27FC236}">
                <a16:creationId xmlns:a16="http://schemas.microsoft.com/office/drawing/2014/main" id="{EE2E2102-D082-588A-D6B2-887E80DE5872}"/>
              </a:ext>
            </a:extLst>
          </p:cNvPr>
          <p:cNvSpPr txBox="1"/>
          <p:nvPr/>
        </p:nvSpPr>
        <p:spPr>
          <a:xfrm>
            <a:off x="0" y="5386326"/>
            <a:ext cx="4652211" cy="830997"/>
          </a:xfrm>
          <a:prstGeom prst="rect">
            <a:avLst/>
          </a:prstGeom>
          <a:solidFill>
            <a:schemeClr val="bg1"/>
          </a:solidFill>
        </p:spPr>
        <p:txBody>
          <a:bodyPr wrap="square">
            <a:spAutoFit/>
          </a:bodyPr>
          <a:lstStyle/>
          <a:p>
            <a:r>
              <a:rPr lang="en-US" sz="1200" b="0" i="0" dirty="0">
                <a:solidFill>
                  <a:srgbClr val="2E2E2E"/>
                </a:solidFill>
                <a:effectLst/>
                <a:latin typeface="__IBM_Plex_Mono_a17b92"/>
              </a:rPr>
              <a:t>Ministry of Health. (2023). Average daily adult ICU bed </a:t>
            </a:r>
            <a:r>
              <a:rPr lang="en-US" sz="1200" b="0" i="0" dirty="0" err="1">
                <a:solidFill>
                  <a:srgbClr val="2E2E2E"/>
                </a:solidFill>
                <a:effectLst/>
                <a:latin typeface="__IBM_Plex_Mono_a17b92"/>
              </a:rPr>
              <a:t>utilisation</a:t>
            </a:r>
            <a:r>
              <a:rPr lang="en-US" sz="1200" b="0" i="0" dirty="0">
                <a:solidFill>
                  <a:srgbClr val="2E2E2E"/>
                </a:solidFill>
                <a:effectLst/>
                <a:latin typeface="__IBM_Plex_Mono_a17b92"/>
              </a:rPr>
              <a:t> by Epi-week (2024) [Dataset]. data.gov.sg. Retrieved March 23, 2025 from https://data.gov.sg/datasets/d_ac42b0ea4ae0528bc9dbef90f0658f2b/view</a:t>
            </a:r>
            <a:endParaRPr lang="en-SG" sz="1200" dirty="0"/>
          </a:p>
        </p:txBody>
      </p:sp>
    </p:spTree>
    <p:extLst>
      <p:ext uri="{BB962C8B-B14F-4D97-AF65-F5344CB8AC3E}">
        <p14:creationId xmlns:p14="http://schemas.microsoft.com/office/powerpoint/2010/main" val="7656862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C7F0E9-601A-F50A-0A57-ACF18CA0D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28B19-5FDD-00FF-70BD-89CD96AB1121}"/>
              </a:ext>
            </a:extLst>
          </p:cNvPr>
          <p:cNvSpPr>
            <a:spLocks noGrp="1"/>
          </p:cNvSpPr>
          <p:nvPr>
            <p:ph type="title"/>
          </p:nvPr>
        </p:nvSpPr>
        <p:spPr/>
        <p:txBody>
          <a:bodyPr/>
          <a:lstStyle/>
          <a:p>
            <a:r>
              <a:rPr lang="en-US" dirty="0"/>
              <a:t>How to </a:t>
            </a:r>
            <a:r>
              <a:rPr lang="en-US" dirty="0" err="1"/>
              <a:t>summarise</a:t>
            </a:r>
            <a:r>
              <a:rPr lang="en-US" dirty="0"/>
              <a:t> data?</a:t>
            </a:r>
            <a:endParaRPr lang="en-SG" dirty="0"/>
          </a:p>
        </p:txBody>
      </p:sp>
      <p:sp>
        <p:nvSpPr>
          <p:cNvPr id="3" name="Content Placeholder 2">
            <a:extLst>
              <a:ext uri="{FF2B5EF4-FFF2-40B4-BE49-F238E27FC236}">
                <a16:creationId xmlns:a16="http://schemas.microsoft.com/office/drawing/2014/main" id="{4FBADAE5-B928-538C-60A8-3A4344B65E69}"/>
              </a:ext>
            </a:extLst>
          </p:cNvPr>
          <p:cNvSpPr>
            <a:spLocks noGrp="1"/>
          </p:cNvSpPr>
          <p:nvPr>
            <p:ph idx="1"/>
          </p:nvPr>
        </p:nvSpPr>
        <p:spPr>
          <a:xfrm>
            <a:off x="5037239" y="151290"/>
            <a:ext cx="6172412" cy="1107645"/>
          </a:xfrm>
        </p:spPr>
        <p:txBody>
          <a:bodyPr>
            <a:normAutofit fontScale="85000" lnSpcReduction="10000"/>
          </a:bodyPr>
          <a:lstStyle/>
          <a:p>
            <a:r>
              <a:rPr lang="en-US" dirty="0">
                <a:hlinkClick r:id="rId3"/>
              </a:rPr>
              <a:t>Waiting Times for Registration and for Consultation at Polyclinics | Ministry of Health</a:t>
            </a:r>
            <a:r>
              <a:rPr lang="en-US" dirty="0"/>
              <a:t> </a:t>
            </a:r>
            <a:endParaRPr lang="en-SG" dirty="0"/>
          </a:p>
        </p:txBody>
      </p:sp>
      <p:sp>
        <p:nvSpPr>
          <p:cNvPr id="4" name="Rectangle 3">
            <a:extLst>
              <a:ext uri="{FF2B5EF4-FFF2-40B4-BE49-F238E27FC236}">
                <a16:creationId xmlns:a16="http://schemas.microsoft.com/office/drawing/2014/main" id="{D9839C7E-4E02-EA0F-3A63-497B68B2E0C9}"/>
              </a:ext>
            </a:extLst>
          </p:cNvPr>
          <p:cNvSpPr/>
          <p:nvPr/>
        </p:nvSpPr>
        <p:spPr>
          <a:xfrm>
            <a:off x="0" y="0"/>
            <a:ext cx="4652211" cy="70511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b="1" dirty="0"/>
              <a:t>Central Tendency and Spread</a:t>
            </a:r>
            <a:endParaRPr lang="en-SG" sz="2000" b="1" dirty="0"/>
          </a:p>
        </p:txBody>
      </p:sp>
      <p:sp>
        <p:nvSpPr>
          <p:cNvPr id="8" name="TextBox 7">
            <a:extLst>
              <a:ext uri="{FF2B5EF4-FFF2-40B4-BE49-F238E27FC236}">
                <a16:creationId xmlns:a16="http://schemas.microsoft.com/office/drawing/2014/main" id="{C4D6994A-61F3-B7D2-F455-7AD5C3F2FE97}"/>
              </a:ext>
            </a:extLst>
          </p:cNvPr>
          <p:cNvSpPr txBox="1"/>
          <p:nvPr/>
        </p:nvSpPr>
        <p:spPr>
          <a:xfrm>
            <a:off x="4828691" y="4458782"/>
            <a:ext cx="8085203" cy="400110"/>
          </a:xfrm>
          <a:prstGeom prst="rect">
            <a:avLst/>
          </a:prstGeom>
          <a:noFill/>
        </p:spPr>
        <p:txBody>
          <a:bodyPr wrap="square">
            <a:spAutoFit/>
          </a:bodyPr>
          <a:lstStyle/>
          <a:p>
            <a:r>
              <a:rPr lang="en-US" sz="2000" dirty="0"/>
              <a:t>Which Statistics is used to present the “waiting time”?</a:t>
            </a:r>
            <a:endParaRPr lang="en-SG" sz="2000" dirty="0"/>
          </a:p>
        </p:txBody>
      </p:sp>
      <p:sp>
        <p:nvSpPr>
          <p:cNvPr id="10" name="TextBox 9">
            <a:extLst>
              <a:ext uri="{FF2B5EF4-FFF2-40B4-BE49-F238E27FC236}">
                <a16:creationId xmlns:a16="http://schemas.microsoft.com/office/drawing/2014/main" id="{EE1FC443-ACD8-FF28-0529-2B8359994C8C}"/>
              </a:ext>
            </a:extLst>
          </p:cNvPr>
          <p:cNvSpPr txBox="1"/>
          <p:nvPr/>
        </p:nvSpPr>
        <p:spPr>
          <a:xfrm>
            <a:off x="0" y="5386326"/>
            <a:ext cx="4652211" cy="830997"/>
          </a:xfrm>
          <a:prstGeom prst="rect">
            <a:avLst/>
          </a:prstGeom>
          <a:solidFill>
            <a:schemeClr val="bg1"/>
          </a:solidFill>
        </p:spPr>
        <p:txBody>
          <a:bodyPr wrap="square">
            <a:spAutoFit/>
          </a:bodyPr>
          <a:lstStyle/>
          <a:p>
            <a:r>
              <a:rPr lang="en-US" sz="1200" b="0" i="0" dirty="0">
                <a:solidFill>
                  <a:srgbClr val="2E2E2E"/>
                </a:solidFill>
                <a:effectLst/>
                <a:latin typeface="__IBM_Plex_Mono_a17b92"/>
              </a:rPr>
              <a:t>Ministry of Health. (2023). Average daily adult ICU bed </a:t>
            </a:r>
            <a:r>
              <a:rPr lang="en-US" sz="1200" b="0" i="0" dirty="0" err="1">
                <a:solidFill>
                  <a:srgbClr val="2E2E2E"/>
                </a:solidFill>
                <a:effectLst/>
                <a:latin typeface="__IBM_Plex_Mono_a17b92"/>
              </a:rPr>
              <a:t>utilisation</a:t>
            </a:r>
            <a:r>
              <a:rPr lang="en-US" sz="1200" b="0" i="0" dirty="0">
                <a:solidFill>
                  <a:srgbClr val="2E2E2E"/>
                </a:solidFill>
                <a:effectLst/>
                <a:latin typeface="__IBM_Plex_Mono_a17b92"/>
              </a:rPr>
              <a:t> by Epi-week (2024) [Dataset]. data.gov.sg. Retrieved March 23, 2025 from https://data.gov.sg/datasets/d_ac42b0ea4ae0528bc9dbef90f0658f2b/view</a:t>
            </a:r>
            <a:endParaRPr lang="en-SG" sz="1200" dirty="0"/>
          </a:p>
        </p:txBody>
      </p:sp>
      <p:pic>
        <p:nvPicPr>
          <p:cNvPr id="11" name="Picture 10">
            <a:extLst>
              <a:ext uri="{FF2B5EF4-FFF2-40B4-BE49-F238E27FC236}">
                <a16:creationId xmlns:a16="http://schemas.microsoft.com/office/drawing/2014/main" id="{CF82935F-6DBC-24A1-E502-3BFD7452D6E4}"/>
              </a:ext>
            </a:extLst>
          </p:cNvPr>
          <p:cNvPicPr>
            <a:picLocks noChangeAspect="1"/>
          </p:cNvPicPr>
          <p:nvPr/>
        </p:nvPicPr>
        <p:blipFill>
          <a:blip r:embed="rId4"/>
          <a:stretch>
            <a:fillRect/>
          </a:stretch>
        </p:blipFill>
        <p:spPr>
          <a:xfrm>
            <a:off x="7040437" y="1471674"/>
            <a:ext cx="2518945" cy="2459675"/>
          </a:xfrm>
          <a:prstGeom prst="rect">
            <a:avLst/>
          </a:prstGeom>
        </p:spPr>
      </p:pic>
    </p:spTree>
    <p:extLst>
      <p:ext uri="{BB962C8B-B14F-4D97-AF65-F5344CB8AC3E}">
        <p14:creationId xmlns:p14="http://schemas.microsoft.com/office/powerpoint/2010/main" val="3310822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EE2176-A829-4AEC-84EF-4B21768B90CF}"/>
              </a:ext>
            </a:extLst>
          </p:cNvPr>
          <p:cNvSpPr txBox="1"/>
          <p:nvPr/>
        </p:nvSpPr>
        <p:spPr>
          <a:xfrm>
            <a:off x="601580" y="1515979"/>
            <a:ext cx="10111714" cy="2246769"/>
          </a:xfrm>
          <a:prstGeom prst="rect">
            <a:avLst/>
          </a:prstGeom>
          <a:noFill/>
        </p:spPr>
        <p:txBody>
          <a:bodyPr wrap="square" rtlCol="0">
            <a:spAutoFit/>
          </a:bodyPr>
          <a:lstStyle/>
          <a:p>
            <a:r>
              <a:rPr lang="en-SG" sz="2800" dirty="0"/>
              <a:t>Sam scores 77 in recent online test.</a:t>
            </a:r>
          </a:p>
          <a:p>
            <a:endParaRPr lang="en-SG" sz="2800" dirty="0"/>
          </a:p>
          <a:p>
            <a:r>
              <a:rPr lang="en-SG" sz="2800" dirty="0"/>
              <a:t>He went home, and his father asked him the following questions related to the test scores after knowing his result:</a:t>
            </a:r>
          </a:p>
        </p:txBody>
      </p:sp>
      <p:pic>
        <p:nvPicPr>
          <p:cNvPr id="3" name="Picture 2">
            <a:extLst>
              <a:ext uri="{FF2B5EF4-FFF2-40B4-BE49-F238E27FC236}">
                <a16:creationId xmlns:a16="http://schemas.microsoft.com/office/drawing/2014/main" id="{873FBA48-9CB7-430E-B5CE-59FB60460331}"/>
              </a:ext>
            </a:extLst>
          </p:cNvPr>
          <p:cNvPicPr>
            <a:picLocks noChangeAspect="1"/>
          </p:cNvPicPr>
          <p:nvPr/>
        </p:nvPicPr>
        <p:blipFill>
          <a:blip r:embed="rId4"/>
          <a:stretch>
            <a:fillRect/>
          </a:stretch>
        </p:blipFill>
        <p:spPr>
          <a:xfrm>
            <a:off x="10450717" y="2233878"/>
            <a:ext cx="1356982" cy="3747174"/>
          </a:xfrm>
          <a:prstGeom prst="rect">
            <a:avLst/>
          </a:prstGeom>
        </p:spPr>
      </p:pic>
      <p:sp>
        <p:nvSpPr>
          <p:cNvPr id="5" name="Rectangle 4">
            <a:extLst>
              <a:ext uri="{FF2B5EF4-FFF2-40B4-BE49-F238E27FC236}">
                <a16:creationId xmlns:a16="http://schemas.microsoft.com/office/drawing/2014/main" id="{51441AA1-3A54-4388-80E7-996E7189528C}"/>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Scenario</a:t>
            </a:r>
          </a:p>
        </p:txBody>
      </p:sp>
      <p:sp>
        <p:nvSpPr>
          <p:cNvPr id="6" name="Speech Bubble: Rectangle with Corners Rounded 5">
            <a:extLst>
              <a:ext uri="{FF2B5EF4-FFF2-40B4-BE49-F238E27FC236}">
                <a16:creationId xmlns:a16="http://schemas.microsoft.com/office/drawing/2014/main" id="{58F1D3D3-19B1-4A83-BF56-046E739CEAB7}"/>
              </a:ext>
            </a:extLst>
          </p:cNvPr>
          <p:cNvSpPr/>
          <p:nvPr/>
        </p:nvSpPr>
        <p:spPr>
          <a:xfrm>
            <a:off x="3609472" y="3573379"/>
            <a:ext cx="5293227" cy="2110226"/>
          </a:xfrm>
          <a:prstGeom prst="wedgeRoundRectCallout">
            <a:avLst>
              <a:gd name="adj1" fmla="val -62166"/>
              <a:gd name="adj2" fmla="val 3285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sz="2400" dirty="0"/>
              <a:t>What do you think he will ask?</a:t>
            </a:r>
          </a:p>
        </p:txBody>
      </p:sp>
    </p:spTree>
    <p:custDataLst>
      <p:tags r:id="rId1"/>
    </p:custDataLst>
    <p:extLst>
      <p:ext uri="{BB962C8B-B14F-4D97-AF65-F5344CB8AC3E}">
        <p14:creationId xmlns:p14="http://schemas.microsoft.com/office/powerpoint/2010/main" val="3346444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0F2AEE-23EE-48AE-A2A9-AD0E38B49699}"/>
              </a:ext>
            </a:extLst>
          </p:cNvPr>
          <p:cNvSpPr txBox="1"/>
          <p:nvPr/>
        </p:nvSpPr>
        <p:spPr>
          <a:xfrm>
            <a:off x="2539999" y="1227222"/>
            <a:ext cx="9151837" cy="830997"/>
          </a:xfrm>
          <a:prstGeom prst="rect">
            <a:avLst/>
          </a:prstGeom>
          <a:noFill/>
        </p:spPr>
        <p:txBody>
          <a:bodyPr wrap="square" rtlCol="0">
            <a:spAutoFit/>
          </a:bodyPr>
          <a:lstStyle/>
          <a:p>
            <a:r>
              <a:rPr lang="en-SG" sz="2400" dirty="0"/>
              <a:t>25 students took the online test.  The marks are recorded as follows:</a:t>
            </a:r>
          </a:p>
        </p:txBody>
      </p:sp>
      <p:sp>
        <p:nvSpPr>
          <p:cNvPr id="3" name="Rectangle 2">
            <a:extLst>
              <a:ext uri="{FF2B5EF4-FFF2-40B4-BE49-F238E27FC236}">
                <a16:creationId xmlns:a16="http://schemas.microsoft.com/office/drawing/2014/main" id="{77E86EDE-B62A-41E1-BC14-5073E8D0C064}"/>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Scenario </a:t>
            </a:r>
          </a:p>
        </p:txBody>
      </p:sp>
      <p:pic>
        <p:nvPicPr>
          <p:cNvPr id="5" name="Picture 4">
            <a:extLst>
              <a:ext uri="{FF2B5EF4-FFF2-40B4-BE49-F238E27FC236}">
                <a16:creationId xmlns:a16="http://schemas.microsoft.com/office/drawing/2014/main" id="{4E11A68B-F065-4898-9D98-750E32BB3538}"/>
              </a:ext>
            </a:extLst>
          </p:cNvPr>
          <p:cNvPicPr>
            <a:picLocks noChangeAspect="1"/>
          </p:cNvPicPr>
          <p:nvPr/>
        </p:nvPicPr>
        <p:blipFill rotWithShape="1">
          <a:blip r:embed="rId4"/>
          <a:srcRect/>
          <a:stretch/>
        </p:blipFill>
        <p:spPr>
          <a:xfrm>
            <a:off x="638343" y="1459640"/>
            <a:ext cx="1740819" cy="4796133"/>
          </a:xfrm>
          <a:prstGeom prst="rect">
            <a:avLst/>
          </a:prstGeom>
        </p:spPr>
      </p:pic>
      <p:sp>
        <p:nvSpPr>
          <p:cNvPr id="6" name="TextBox 5">
            <a:extLst>
              <a:ext uri="{FF2B5EF4-FFF2-40B4-BE49-F238E27FC236}">
                <a16:creationId xmlns:a16="http://schemas.microsoft.com/office/drawing/2014/main" id="{8D8B3784-899F-4432-86A4-6D5AA41B7FDA}"/>
              </a:ext>
            </a:extLst>
          </p:cNvPr>
          <p:cNvSpPr txBox="1"/>
          <p:nvPr/>
        </p:nvSpPr>
        <p:spPr>
          <a:xfrm>
            <a:off x="3380874" y="2189747"/>
            <a:ext cx="4238661" cy="461665"/>
          </a:xfrm>
          <a:prstGeom prst="rect">
            <a:avLst/>
          </a:prstGeom>
          <a:noFill/>
        </p:spPr>
        <p:txBody>
          <a:bodyPr wrap="none" rtlCol="0">
            <a:spAutoFit/>
          </a:bodyPr>
          <a:lstStyle/>
          <a:p>
            <a:r>
              <a:rPr lang="en-SG" sz="2400" dirty="0"/>
              <a:t>Asking the right questions:</a:t>
            </a:r>
          </a:p>
        </p:txBody>
      </p:sp>
      <p:sp>
        <p:nvSpPr>
          <p:cNvPr id="7" name="TextBox 6">
            <a:extLst>
              <a:ext uri="{FF2B5EF4-FFF2-40B4-BE49-F238E27FC236}">
                <a16:creationId xmlns:a16="http://schemas.microsoft.com/office/drawing/2014/main" id="{E843A185-1ABB-47C4-8DCA-6D6A77313ED1}"/>
              </a:ext>
            </a:extLst>
          </p:cNvPr>
          <p:cNvSpPr txBox="1"/>
          <p:nvPr/>
        </p:nvSpPr>
        <p:spPr>
          <a:xfrm>
            <a:off x="4130644" y="2651412"/>
            <a:ext cx="5549917" cy="3416320"/>
          </a:xfrm>
          <a:prstGeom prst="rect">
            <a:avLst/>
          </a:prstGeom>
          <a:noFill/>
        </p:spPr>
        <p:txBody>
          <a:bodyPr wrap="none" rtlCol="0">
            <a:spAutoFit/>
          </a:bodyPr>
          <a:lstStyle/>
          <a:p>
            <a:r>
              <a:rPr lang="en-SG" sz="2400" b="1" dirty="0">
                <a:solidFill>
                  <a:srgbClr val="0070C0"/>
                </a:solidFill>
                <a:latin typeface="Abadi" panose="020B0604020104020204" pitchFamily="34" charset="0"/>
              </a:rPr>
              <a:t>What is the average marks?</a:t>
            </a:r>
          </a:p>
          <a:p>
            <a:r>
              <a:rPr lang="en-SG" sz="2400" b="1" dirty="0">
                <a:solidFill>
                  <a:srgbClr val="0070C0"/>
                </a:solidFill>
                <a:latin typeface="Abadi" panose="020B0604020104020204" pitchFamily="34" charset="0"/>
              </a:rPr>
              <a:t>What is the highest marks?</a:t>
            </a:r>
          </a:p>
          <a:p>
            <a:r>
              <a:rPr lang="en-SG" sz="2400" b="1" dirty="0">
                <a:solidFill>
                  <a:srgbClr val="0070C0"/>
                </a:solidFill>
                <a:latin typeface="Abadi" panose="020B0604020104020204" pitchFamily="34" charset="0"/>
              </a:rPr>
              <a:t>What is the lowest marks?</a:t>
            </a:r>
          </a:p>
          <a:p>
            <a:r>
              <a:rPr lang="en-SG" sz="2400" b="1" dirty="0">
                <a:solidFill>
                  <a:srgbClr val="0070C0"/>
                </a:solidFill>
                <a:latin typeface="Abadi" panose="020B0604020104020204" pitchFamily="34" charset="0"/>
              </a:rPr>
              <a:t>What is the range?</a:t>
            </a:r>
          </a:p>
          <a:p>
            <a:r>
              <a:rPr lang="en-SG" sz="2400" b="1" dirty="0">
                <a:solidFill>
                  <a:srgbClr val="0070C0"/>
                </a:solidFill>
                <a:latin typeface="Abadi" panose="020B0604020104020204" pitchFamily="34" charset="0"/>
              </a:rPr>
              <a:t>What is the Standard Deviation?</a:t>
            </a:r>
          </a:p>
          <a:p>
            <a:r>
              <a:rPr lang="en-SG" sz="2400" b="1" dirty="0">
                <a:solidFill>
                  <a:srgbClr val="0070C0"/>
                </a:solidFill>
                <a:latin typeface="Abadi" panose="020B0604020104020204" pitchFamily="34" charset="0"/>
              </a:rPr>
              <a:t>What is the Median?</a:t>
            </a:r>
          </a:p>
          <a:p>
            <a:endParaRPr lang="en-SG" sz="2400" b="1" dirty="0">
              <a:solidFill>
                <a:srgbClr val="0070C0"/>
              </a:solidFill>
              <a:latin typeface="Abadi" panose="020B0604020104020204" pitchFamily="34" charset="0"/>
            </a:endParaRPr>
          </a:p>
          <a:p>
            <a:r>
              <a:rPr lang="en-SG" sz="2400" b="1" dirty="0">
                <a:solidFill>
                  <a:srgbClr val="0070C0"/>
                </a:solidFill>
                <a:latin typeface="Abadi" panose="020B0604020104020204" pitchFamily="34" charset="0"/>
              </a:rPr>
              <a:t>What is the marks on the 75</a:t>
            </a:r>
            <a:r>
              <a:rPr lang="en-SG" sz="2400" b="1" baseline="30000" dirty="0">
                <a:solidFill>
                  <a:srgbClr val="0070C0"/>
                </a:solidFill>
                <a:latin typeface="Abadi" panose="020B0604020104020204" pitchFamily="34" charset="0"/>
              </a:rPr>
              <a:t>th</a:t>
            </a:r>
            <a:r>
              <a:rPr lang="en-SG" sz="2400" b="1" dirty="0">
                <a:solidFill>
                  <a:srgbClr val="0070C0"/>
                </a:solidFill>
                <a:latin typeface="Abadi" panose="020B0604020104020204" pitchFamily="34" charset="0"/>
              </a:rPr>
              <a:t> percentile?</a:t>
            </a:r>
          </a:p>
          <a:p>
            <a:r>
              <a:rPr lang="en-SG" sz="2400" b="1" dirty="0">
                <a:solidFill>
                  <a:srgbClr val="0070C0"/>
                </a:solidFill>
                <a:latin typeface="Abadi" panose="020B0604020104020204" pitchFamily="34" charset="0"/>
              </a:rPr>
              <a:t>(is the score in the top 25%?)</a:t>
            </a:r>
          </a:p>
        </p:txBody>
      </p:sp>
    </p:spTree>
    <p:custDataLst>
      <p:tags r:id="rId1"/>
    </p:custDataLst>
    <p:extLst>
      <p:ext uri="{BB962C8B-B14F-4D97-AF65-F5344CB8AC3E}">
        <p14:creationId xmlns:p14="http://schemas.microsoft.com/office/powerpoint/2010/main" val="355304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A5999-16C9-4755-ADEC-F3B850A5F34C}"/>
              </a:ext>
            </a:extLst>
          </p:cNvPr>
          <p:cNvSpPr>
            <a:spLocks noGrp="1"/>
          </p:cNvSpPr>
          <p:nvPr>
            <p:ph type="title"/>
          </p:nvPr>
        </p:nvSpPr>
        <p:spPr/>
        <p:txBody>
          <a:bodyPr/>
          <a:lstStyle/>
          <a:p>
            <a:r>
              <a:rPr lang="en-US" dirty="0"/>
              <a:t>Describing data using Statistics</a:t>
            </a:r>
            <a:endParaRPr lang="en-SG" dirty="0"/>
          </a:p>
        </p:txBody>
      </p:sp>
      <p:pic>
        <p:nvPicPr>
          <p:cNvPr id="5" name="Content Placeholder 4">
            <a:extLst>
              <a:ext uri="{FF2B5EF4-FFF2-40B4-BE49-F238E27FC236}">
                <a16:creationId xmlns:a16="http://schemas.microsoft.com/office/drawing/2014/main" id="{A965079C-B13C-74BD-3715-323F16BC17F0}"/>
              </a:ext>
            </a:extLst>
          </p:cNvPr>
          <p:cNvPicPr>
            <a:picLocks noGrp="1" noChangeAspect="1"/>
          </p:cNvPicPr>
          <p:nvPr>
            <p:ph idx="1"/>
          </p:nvPr>
        </p:nvPicPr>
        <p:blipFill>
          <a:blip r:embed="rId3"/>
          <a:stretch>
            <a:fillRect/>
          </a:stretch>
        </p:blipFill>
        <p:spPr>
          <a:xfrm>
            <a:off x="5264569" y="458291"/>
            <a:ext cx="6172200" cy="2825518"/>
          </a:xfrm>
        </p:spPr>
      </p:pic>
      <p:sp>
        <p:nvSpPr>
          <p:cNvPr id="6" name="TextBox 5">
            <a:extLst>
              <a:ext uri="{FF2B5EF4-FFF2-40B4-BE49-F238E27FC236}">
                <a16:creationId xmlns:a16="http://schemas.microsoft.com/office/drawing/2014/main" id="{DC4DACD7-2D31-183A-9BBE-672E2C84765A}"/>
              </a:ext>
            </a:extLst>
          </p:cNvPr>
          <p:cNvSpPr txBox="1"/>
          <p:nvPr/>
        </p:nvSpPr>
        <p:spPr>
          <a:xfrm>
            <a:off x="5490163" y="3689685"/>
            <a:ext cx="5293895" cy="1815882"/>
          </a:xfrm>
          <a:prstGeom prst="rect">
            <a:avLst/>
          </a:prstGeom>
          <a:noFill/>
        </p:spPr>
        <p:txBody>
          <a:bodyPr wrap="square" rtlCol="0">
            <a:spAutoFit/>
          </a:bodyPr>
          <a:lstStyle/>
          <a:p>
            <a:r>
              <a:rPr lang="en-US" sz="2800" b="1" dirty="0">
                <a:latin typeface="Amasis MT Pro Light" panose="020F0502020204030204" pitchFamily="18" charset="0"/>
                <a:cs typeface="Aldhabi" panose="020F0502020204030204" pitchFamily="2" charset="-78"/>
              </a:rPr>
              <a:t>Basic Statistics:</a:t>
            </a:r>
          </a:p>
          <a:p>
            <a:endParaRPr lang="en-US" sz="2800" b="1" dirty="0">
              <a:latin typeface="Amasis MT Pro Light" panose="020F0502020204030204" pitchFamily="18" charset="0"/>
              <a:cs typeface="Aldhabi" panose="020F0502020204030204" pitchFamily="2" charset="-78"/>
            </a:endParaRPr>
          </a:p>
          <a:p>
            <a:pPr marL="457200" indent="-457200">
              <a:buFont typeface="Arial" panose="020B0604020202020204" pitchFamily="34" charset="0"/>
              <a:buChar char="•"/>
            </a:pPr>
            <a:r>
              <a:rPr lang="en-US" sz="2800" b="1" dirty="0">
                <a:latin typeface="Amasis MT Pro Light" panose="020F0502020204030204" pitchFamily="18" charset="0"/>
                <a:cs typeface="Aldhabi" panose="020F0502020204030204" pitchFamily="2" charset="-78"/>
              </a:rPr>
              <a:t>Central Tendency</a:t>
            </a:r>
          </a:p>
          <a:p>
            <a:pPr marL="457200" indent="-457200">
              <a:buFont typeface="Arial" panose="020B0604020202020204" pitchFamily="34" charset="0"/>
              <a:buChar char="•"/>
            </a:pPr>
            <a:r>
              <a:rPr lang="en-US" sz="2800" b="1" dirty="0">
                <a:latin typeface="Amasis MT Pro Light" panose="020F0502020204030204" pitchFamily="18" charset="0"/>
                <a:cs typeface="Aldhabi" panose="020F0502020204030204" pitchFamily="2" charset="-78"/>
              </a:rPr>
              <a:t>Spread</a:t>
            </a:r>
            <a:endParaRPr lang="en-SG" sz="2800" b="1" dirty="0">
              <a:latin typeface="Amasis MT Pro Light" panose="020F0502020204030204" pitchFamily="18" charset="0"/>
              <a:cs typeface="Aldhabi" panose="020F0502020204030204" pitchFamily="2" charset="-78"/>
            </a:endParaRPr>
          </a:p>
        </p:txBody>
      </p:sp>
      <p:sp>
        <p:nvSpPr>
          <p:cNvPr id="7" name="Rectangle 6">
            <a:extLst>
              <a:ext uri="{FF2B5EF4-FFF2-40B4-BE49-F238E27FC236}">
                <a16:creationId xmlns:a16="http://schemas.microsoft.com/office/drawing/2014/main" id="{C9BC5BA6-D953-319B-9995-A0A9BFD83F3A}"/>
              </a:ext>
            </a:extLst>
          </p:cNvPr>
          <p:cNvSpPr/>
          <p:nvPr/>
        </p:nvSpPr>
        <p:spPr>
          <a:xfrm>
            <a:off x="0" y="0"/>
            <a:ext cx="4652211" cy="70511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b="1" dirty="0"/>
              <a:t>Central Tendency and Spread</a:t>
            </a:r>
            <a:endParaRPr lang="en-SG" sz="2000" b="1" dirty="0"/>
          </a:p>
        </p:txBody>
      </p:sp>
    </p:spTree>
    <p:extLst>
      <p:ext uri="{BB962C8B-B14F-4D97-AF65-F5344CB8AC3E}">
        <p14:creationId xmlns:p14="http://schemas.microsoft.com/office/powerpoint/2010/main" val="41678725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6E2752-E2D1-8E94-C2FE-2BC9C0EA06AB}"/>
              </a:ext>
            </a:extLst>
          </p:cNvPr>
          <p:cNvSpPr>
            <a:spLocks noGrp="1"/>
          </p:cNvSpPr>
          <p:nvPr>
            <p:ph idx="1"/>
          </p:nvPr>
        </p:nvSpPr>
        <p:spPr>
          <a:xfrm>
            <a:off x="5148070" y="476513"/>
            <a:ext cx="6586729" cy="5197497"/>
          </a:xfrm>
        </p:spPr>
        <p:txBody>
          <a:bodyPr>
            <a:noAutofit/>
          </a:bodyPr>
          <a:lstStyle/>
          <a:p>
            <a:r>
              <a:rPr lang="en-US" sz="2400" dirty="0">
                <a:solidFill>
                  <a:srgbClr val="0070C0"/>
                </a:solidFill>
                <a:latin typeface="Arial" panose="020B0604020202020204" pitchFamily="34" charset="0"/>
                <a:cs typeface="Arial" panose="020B0604020202020204" pitchFamily="34" charset="0"/>
              </a:rPr>
              <a:t>Two columns</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StudentID</a:t>
            </a:r>
            <a:r>
              <a:rPr lang="en-US" sz="2400" dirty="0">
                <a:latin typeface="Arial" panose="020B0604020202020204" pitchFamily="34" charset="0"/>
                <a:cs typeface="Arial" panose="020B0604020202020204" pitchFamily="34" charset="0"/>
              </a:rPr>
              <a:t>, Marks</a:t>
            </a:r>
          </a:p>
          <a:p>
            <a:r>
              <a:rPr lang="en-SG" sz="2400" dirty="0" err="1">
                <a:latin typeface="Arial" panose="020B0604020202020204" pitchFamily="34" charset="0"/>
                <a:cs typeface="Arial" panose="020B0604020202020204" pitchFamily="34" charset="0"/>
              </a:rPr>
              <a:t>StudentID</a:t>
            </a:r>
            <a:r>
              <a:rPr lang="en-SG" sz="2400" dirty="0">
                <a:latin typeface="Arial" panose="020B0604020202020204" pitchFamily="34" charset="0"/>
                <a:cs typeface="Arial" panose="020B0604020202020204" pitchFamily="34" charset="0"/>
              </a:rPr>
              <a:t> – not useful data.</a:t>
            </a:r>
          </a:p>
          <a:p>
            <a:r>
              <a:rPr lang="en-SG" sz="2400" dirty="0">
                <a:latin typeface="Arial" panose="020B0604020202020204" pitchFamily="34" charset="0"/>
                <a:cs typeface="Arial" panose="020B0604020202020204" pitchFamily="34" charset="0"/>
              </a:rPr>
              <a:t>Marks- Numerical data.</a:t>
            </a:r>
          </a:p>
          <a:p>
            <a:r>
              <a:rPr lang="en-SG" sz="2400" dirty="0">
                <a:latin typeface="Arial" panose="020B0604020202020204" pitchFamily="34" charset="0"/>
                <a:cs typeface="Arial" panose="020B0604020202020204" pitchFamily="34" charset="0"/>
              </a:rPr>
              <a:t>There are </a:t>
            </a:r>
            <a:r>
              <a:rPr lang="en-SG" sz="2400" dirty="0">
                <a:solidFill>
                  <a:srgbClr val="0070C0"/>
                </a:solidFill>
                <a:latin typeface="Arial" panose="020B0604020202020204" pitchFamily="34" charset="0"/>
                <a:cs typeface="Arial" panose="020B0604020202020204" pitchFamily="34" charset="0"/>
              </a:rPr>
              <a:t>25 rows</a:t>
            </a:r>
            <a:r>
              <a:rPr lang="en-SG" sz="2400" dirty="0">
                <a:latin typeface="Arial" panose="020B0604020202020204" pitchFamily="34" charset="0"/>
                <a:cs typeface="Arial" panose="020B0604020202020204" pitchFamily="34" charset="0"/>
              </a:rPr>
              <a:t>. </a:t>
            </a:r>
            <a:r>
              <a:rPr lang="en-SG" sz="2400" dirty="0">
                <a:latin typeface="Arial" panose="020B0604020202020204" pitchFamily="34" charset="0"/>
                <a:cs typeface="Arial" panose="020B0604020202020204" pitchFamily="34" charset="0"/>
                <a:sym typeface="Wingdings" panose="05000000000000000000" pitchFamily="2" charset="2"/>
              </a:rPr>
              <a:t> 25 Observations</a:t>
            </a:r>
          </a:p>
          <a:p>
            <a:r>
              <a:rPr lang="en-US" sz="2400" dirty="0">
                <a:latin typeface="Arial" panose="020B0604020202020204" pitchFamily="34" charset="0"/>
                <a:cs typeface="Arial" panose="020B0604020202020204" pitchFamily="34" charset="0"/>
                <a:sym typeface="Wingdings" panose="05000000000000000000" pitchFamily="2" charset="2"/>
              </a:rPr>
              <a:t>What is the maximum marks ?</a:t>
            </a:r>
          </a:p>
          <a:p>
            <a:r>
              <a:rPr lang="en-US" sz="2400" dirty="0">
                <a:latin typeface="Arial" panose="020B0604020202020204" pitchFamily="34" charset="0"/>
                <a:cs typeface="Arial" panose="020B0604020202020204" pitchFamily="34" charset="0"/>
                <a:sym typeface="Wingdings" panose="05000000000000000000" pitchFamily="2" charset="2"/>
              </a:rPr>
              <a:t>What is the minimum marks?</a:t>
            </a:r>
          </a:p>
          <a:p>
            <a:r>
              <a:rPr lang="en-US" sz="2400" dirty="0">
                <a:latin typeface="Arial" panose="020B0604020202020204" pitchFamily="34" charset="0"/>
                <a:cs typeface="Arial" panose="020B0604020202020204" pitchFamily="34" charset="0"/>
                <a:sym typeface="Wingdings" panose="05000000000000000000" pitchFamily="2" charset="2"/>
              </a:rPr>
              <a:t>What is the mean?</a:t>
            </a:r>
          </a:p>
          <a:p>
            <a:r>
              <a:rPr lang="en-US" sz="2400" dirty="0">
                <a:latin typeface="Arial" panose="020B0604020202020204" pitchFamily="34" charset="0"/>
                <a:cs typeface="Arial" panose="020B0604020202020204" pitchFamily="34" charset="0"/>
                <a:sym typeface="Wingdings" panose="05000000000000000000" pitchFamily="2" charset="2"/>
              </a:rPr>
              <a:t>What is the median?</a:t>
            </a:r>
            <a:endParaRPr lang="en-SG" sz="2400" dirty="0">
              <a:latin typeface="Arial" panose="020B0604020202020204" pitchFamily="34" charset="0"/>
              <a:cs typeface="Arial" panose="020B0604020202020204" pitchFamily="34" charset="0"/>
              <a:sym typeface="Wingdings" panose="05000000000000000000" pitchFamily="2" charset="2"/>
            </a:endParaRPr>
          </a:p>
        </p:txBody>
      </p:sp>
      <p:pic>
        <p:nvPicPr>
          <p:cNvPr id="4" name="Picture 3">
            <a:extLst>
              <a:ext uri="{FF2B5EF4-FFF2-40B4-BE49-F238E27FC236}">
                <a16:creationId xmlns:a16="http://schemas.microsoft.com/office/drawing/2014/main" id="{2DC4A678-4C63-27DA-84F5-9A12E49E9587}"/>
              </a:ext>
            </a:extLst>
          </p:cNvPr>
          <p:cNvPicPr>
            <a:picLocks noChangeAspect="1"/>
          </p:cNvPicPr>
          <p:nvPr/>
        </p:nvPicPr>
        <p:blipFill>
          <a:blip r:embed="rId3"/>
          <a:srcRect l="6854"/>
          <a:stretch/>
        </p:blipFill>
        <p:spPr>
          <a:xfrm>
            <a:off x="981855" y="292100"/>
            <a:ext cx="2180444" cy="6464112"/>
          </a:xfrm>
          <a:prstGeom prst="rect">
            <a:avLst/>
          </a:prstGeom>
        </p:spPr>
      </p:pic>
    </p:spTree>
    <p:extLst>
      <p:ext uri="{BB962C8B-B14F-4D97-AF65-F5344CB8AC3E}">
        <p14:creationId xmlns:p14="http://schemas.microsoft.com/office/powerpoint/2010/main" val="4906077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F323BD-6DAF-45DE-971E-26FBD56D346E}"/>
              </a:ext>
            </a:extLst>
          </p:cNvPr>
          <p:cNvSpPr txBox="1"/>
          <p:nvPr/>
        </p:nvSpPr>
        <p:spPr>
          <a:xfrm>
            <a:off x="854241" y="1528011"/>
            <a:ext cx="6797843" cy="461665"/>
          </a:xfrm>
          <a:prstGeom prst="rect">
            <a:avLst/>
          </a:prstGeom>
          <a:noFill/>
        </p:spPr>
        <p:txBody>
          <a:bodyPr wrap="square" rtlCol="0">
            <a:spAutoFit/>
          </a:bodyPr>
          <a:lstStyle/>
          <a:p>
            <a:r>
              <a:rPr lang="en-SG" sz="2400" b="1" dirty="0">
                <a:solidFill>
                  <a:srgbClr val="0070C0"/>
                </a:solidFill>
              </a:rPr>
              <a:t>What is the average mark?</a:t>
            </a:r>
          </a:p>
        </p:txBody>
      </p:sp>
      <p:pic>
        <p:nvPicPr>
          <p:cNvPr id="4" name="Picture 4">
            <a:extLst>
              <a:ext uri="{FF2B5EF4-FFF2-40B4-BE49-F238E27FC236}">
                <a16:creationId xmlns:a16="http://schemas.microsoft.com/office/drawing/2014/main" id="{235369EE-C5AD-465E-BB43-5065D00A68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540" y="2219130"/>
            <a:ext cx="4000650" cy="93258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CA59C3E-4FFE-44B3-BF14-E04810F0FD61}"/>
              </a:ext>
            </a:extLst>
          </p:cNvPr>
          <p:cNvSpPr txBox="1"/>
          <p:nvPr/>
        </p:nvSpPr>
        <p:spPr>
          <a:xfrm>
            <a:off x="959540" y="3899919"/>
            <a:ext cx="6100010" cy="1569660"/>
          </a:xfrm>
          <a:prstGeom prst="rect">
            <a:avLst/>
          </a:prstGeom>
          <a:noFill/>
        </p:spPr>
        <p:txBody>
          <a:bodyPr wrap="square">
            <a:spAutoFit/>
          </a:bodyPr>
          <a:lstStyle/>
          <a:p>
            <a:r>
              <a:rPr lang="en-SG" sz="2400" dirty="0"/>
              <a:t>SUM	= 1625</a:t>
            </a:r>
          </a:p>
          <a:p>
            <a:r>
              <a:rPr lang="en-SG" sz="2400" dirty="0"/>
              <a:t>Total students =25</a:t>
            </a:r>
          </a:p>
          <a:p>
            <a:endParaRPr lang="en-SG" sz="2400" dirty="0"/>
          </a:p>
          <a:p>
            <a:r>
              <a:rPr lang="en-SG" sz="2400" dirty="0"/>
              <a:t>Mean = (1624/25) = 65</a:t>
            </a:r>
          </a:p>
        </p:txBody>
      </p:sp>
      <p:sp>
        <p:nvSpPr>
          <p:cNvPr id="5" name="TextBox 4">
            <a:hlinkClick r:id="rId5"/>
            <a:extLst>
              <a:ext uri="{FF2B5EF4-FFF2-40B4-BE49-F238E27FC236}">
                <a16:creationId xmlns:a16="http://schemas.microsoft.com/office/drawing/2014/main" id="{62D7A2F6-C588-48BE-B07E-57812E0E5033}"/>
              </a:ext>
            </a:extLst>
          </p:cNvPr>
          <p:cNvSpPr txBox="1"/>
          <p:nvPr/>
        </p:nvSpPr>
        <p:spPr>
          <a:xfrm>
            <a:off x="7940842" y="5823284"/>
            <a:ext cx="1989647" cy="369332"/>
          </a:xfrm>
          <a:prstGeom prst="rect">
            <a:avLst/>
          </a:prstGeom>
          <a:noFill/>
        </p:spPr>
        <p:txBody>
          <a:bodyPr wrap="none" rtlCol="0">
            <a:spAutoFit/>
          </a:bodyPr>
          <a:lstStyle/>
          <a:p>
            <a:r>
              <a:rPr lang="en-SG" dirty="0"/>
              <a:t>(Show me how)</a:t>
            </a:r>
          </a:p>
        </p:txBody>
      </p:sp>
      <p:sp>
        <p:nvSpPr>
          <p:cNvPr id="6" name="Rectangle 5">
            <a:extLst>
              <a:ext uri="{FF2B5EF4-FFF2-40B4-BE49-F238E27FC236}">
                <a16:creationId xmlns:a16="http://schemas.microsoft.com/office/drawing/2014/main" id="{A8C8673E-F0F4-5A7D-9AAC-F3B61041E11A}"/>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Calculate Mean</a:t>
            </a:r>
          </a:p>
        </p:txBody>
      </p:sp>
    </p:spTree>
    <p:custDataLst>
      <p:tags r:id="rId1"/>
    </p:custDataLst>
    <p:extLst>
      <p:ext uri="{BB962C8B-B14F-4D97-AF65-F5344CB8AC3E}">
        <p14:creationId xmlns:p14="http://schemas.microsoft.com/office/powerpoint/2010/main" val="146087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AFBD11-C075-44B9-8B5C-C9F08E771EBA}"/>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a:t>
            </a:r>
          </a:p>
        </p:txBody>
      </p:sp>
      <p:sp>
        <p:nvSpPr>
          <p:cNvPr id="3" name="TextBox 2">
            <a:extLst>
              <a:ext uri="{FF2B5EF4-FFF2-40B4-BE49-F238E27FC236}">
                <a16:creationId xmlns:a16="http://schemas.microsoft.com/office/drawing/2014/main" id="{14F323BD-6DAF-45DE-971E-26FBD56D346E}"/>
              </a:ext>
            </a:extLst>
          </p:cNvPr>
          <p:cNvSpPr txBox="1"/>
          <p:nvPr/>
        </p:nvSpPr>
        <p:spPr>
          <a:xfrm>
            <a:off x="854241" y="1528011"/>
            <a:ext cx="6797843" cy="1200329"/>
          </a:xfrm>
          <a:prstGeom prst="rect">
            <a:avLst/>
          </a:prstGeom>
          <a:noFill/>
        </p:spPr>
        <p:txBody>
          <a:bodyPr wrap="square" rtlCol="0">
            <a:spAutoFit/>
          </a:bodyPr>
          <a:lstStyle/>
          <a:p>
            <a:r>
              <a:rPr lang="en-SG" sz="2400" b="1" dirty="0">
                <a:solidFill>
                  <a:srgbClr val="0070C0"/>
                </a:solidFill>
              </a:rPr>
              <a:t>What is the maximum mark?</a:t>
            </a:r>
          </a:p>
          <a:p>
            <a:endParaRPr lang="en-SG" sz="2400" b="1" dirty="0">
              <a:solidFill>
                <a:srgbClr val="0070C0"/>
              </a:solidFill>
            </a:endParaRPr>
          </a:p>
          <a:p>
            <a:r>
              <a:rPr lang="en-SG" sz="2400" b="1" dirty="0">
                <a:solidFill>
                  <a:srgbClr val="0070C0"/>
                </a:solidFill>
              </a:rPr>
              <a:t>What is the minimum mark?</a:t>
            </a:r>
          </a:p>
        </p:txBody>
      </p:sp>
      <p:sp>
        <p:nvSpPr>
          <p:cNvPr id="5" name="TextBox 4">
            <a:extLst>
              <a:ext uri="{FF2B5EF4-FFF2-40B4-BE49-F238E27FC236}">
                <a16:creationId xmlns:a16="http://schemas.microsoft.com/office/drawing/2014/main" id="{78594C5B-4AC2-4F5F-BF8D-5E82AC9C7842}"/>
              </a:ext>
            </a:extLst>
          </p:cNvPr>
          <p:cNvSpPr txBox="1"/>
          <p:nvPr/>
        </p:nvSpPr>
        <p:spPr>
          <a:xfrm>
            <a:off x="5795276" y="1525183"/>
            <a:ext cx="601447" cy="461665"/>
          </a:xfrm>
          <a:prstGeom prst="rect">
            <a:avLst/>
          </a:prstGeom>
          <a:noFill/>
        </p:spPr>
        <p:txBody>
          <a:bodyPr wrap="none" rtlCol="0">
            <a:spAutoFit/>
          </a:bodyPr>
          <a:lstStyle/>
          <a:p>
            <a:r>
              <a:rPr lang="en-SG" sz="2400" b="1" dirty="0">
                <a:solidFill>
                  <a:schemeClr val="accent5">
                    <a:lumMod val="75000"/>
                  </a:schemeClr>
                </a:solidFill>
              </a:rPr>
              <a:t>96</a:t>
            </a:r>
          </a:p>
        </p:txBody>
      </p:sp>
      <p:sp>
        <p:nvSpPr>
          <p:cNvPr id="6" name="TextBox 5">
            <a:extLst>
              <a:ext uri="{FF2B5EF4-FFF2-40B4-BE49-F238E27FC236}">
                <a16:creationId xmlns:a16="http://schemas.microsoft.com/office/drawing/2014/main" id="{BBA378B0-7C08-4E5C-BD71-1288A8B403C1}"/>
              </a:ext>
            </a:extLst>
          </p:cNvPr>
          <p:cNvSpPr txBox="1"/>
          <p:nvPr/>
        </p:nvSpPr>
        <p:spPr>
          <a:xfrm>
            <a:off x="5795276" y="2266675"/>
            <a:ext cx="601447" cy="461665"/>
          </a:xfrm>
          <a:prstGeom prst="rect">
            <a:avLst/>
          </a:prstGeom>
          <a:noFill/>
        </p:spPr>
        <p:txBody>
          <a:bodyPr wrap="none" rtlCol="0">
            <a:spAutoFit/>
          </a:bodyPr>
          <a:lstStyle/>
          <a:p>
            <a:r>
              <a:rPr lang="en-SG" sz="2400" b="1" dirty="0">
                <a:solidFill>
                  <a:schemeClr val="accent5">
                    <a:lumMod val="75000"/>
                  </a:schemeClr>
                </a:solidFill>
              </a:rPr>
              <a:t>25</a:t>
            </a:r>
          </a:p>
        </p:txBody>
      </p:sp>
      <p:sp>
        <p:nvSpPr>
          <p:cNvPr id="4" name="TextBox 3">
            <a:hlinkClick r:id="rId4"/>
            <a:extLst>
              <a:ext uri="{FF2B5EF4-FFF2-40B4-BE49-F238E27FC236}">
                <a16:creationId xmlns:a16="http://schemas.microsoft.com/office/drawing/2014/main" id="{4A64814F-1A4B-4156-BF43-527F5E03FBC9}"/>
              </a:ext>
            </a:extLst>
          </p:cNvPr>
          <p:cNvSpPr txBox="1"/>
          <p:nvPr/>
        </p:nvSpPr>
        <p:spPr>
          <a:xfrm>
            <a:off x="8867274" y="6027821"/>
            <a:ext cx="1989647" cy="369332"/>
          </a:xfrm>
          <a:prstGeom prst="rect">
            <a:avLst/>
          </a:prstGeom>
          <a:noFill/>
        </p:spPr>
        <p:txBody>
          <a:bodyPr wrap="none" rtlCol="0">
            <a:spAutoFit/>
          </a:bodyPr>
          <a:lstStyle/>
          <a:p>
            <a:r>
              <a:rPr lang="en-SG" dirty="0"/>
              <a:t>(Show me how)</a:t>
            </a:r>
          </a:p>
        </p:txBody>
      </p:sp>
    </p:spTree>
    <p:custDataLst>
      <p:tags r:id="rId1"/>
    </p:custDataLst>
    <p:extLst>
      <p:ext uri="{BB962C8B-B14F-4D97-AF65-F5344CB8AC3E}">
        <p14:creationId xmlns:p14="http://schemas.microsoft.com/office/powerpoint/2010/main" val="279748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AFBD11-C075-44B9-8B5C-C9F08E771EBA}"/>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Calculate Median</a:t>
            </a:r>
          </a:p>
        </p:txBody>
      </p:sp>
      <p:sp>
        <p:nvSpPr>
          <p:cNvPr id="3" name="TextBox 2">
            <a:extLst>
              <a:ext uri="{FF2B5EF4-FFF2-40B4-BE49-F238E27FC236}">
                <a16:creationId xmlns:a16="http://schemas.microsoft.com/office/drawing/2014/main" id="{14F323BD-6DAF-45DE-971E-26FBD56D346E}"/>
              </a:ext>
            </a:extLst>
          </p:cNvPr>
          <p:cNvSpPr txBox="1"/>
          <p:nvPr/>
        </p:nvSpPr>
        <p:spPr>
          <a:xfrm>
            <a:off x="854241" y="1528011"/>
            <a:ext cx="6797843" cy="461665"/>
          </a:xfrm>
          <a:prstGeom prst="rect">
            <a:avLst/>
          </a:prstGeom>
          <a:noFill/>
        </p:spPr>
        <p:txBody>
          <a:bodyPr wrap="square" rtlCol="0">
            <a:spAutoFit/>
          </a:bodyPr>
          <a:lstStyle/>
          <a:p>
            <a:r>
              <a:rPr lang="en-SG" sz="2400" b="1" dirty="0">
                <a:solidFill>
                  <a:srgbClr val="0070C0"/>
                </a:solidFill>
              </a:rPr>
              <a:t>What is the Median?</a:t>
            </a:r>
          </a:p>
        </p:txBody>
      </p:sp>
      <p:sp>
        <p:nvSpPr>
          <p:cNvPr id="4" name="TextBox 3">
            <a:extLst>
              <a:ext uri="{FF2B5EF4-FFF2-40B4-BE49-F238E27FC236}">
                <a16:creationId xmlns:a16="http://schemas.microsoft.com/office/drawing/2014/main" id="{BD42828C-AEEC-4AE9-A0AB-7405B805D0E4}"/>
              </a:ext>
            </a:extLst>
          </p:cNvPr>
          <p:cNvSpPr txBox="1"/>
          <p:nvPr/>
        </p:nvSpPr>
        <p:spPr>
          <a:xfrm>
            <a:off x="854241" y="2126084"/>
            <a:ext cx="10141708" cy="2492990"/>
          </a:xfrm>
          <a:prstGeom prst="rect">
            <a:avLst/>
          </a:prstGeom>
          <a:noFill/>
        </p:spPr>
        <p:txBody>
          <a:bodyPr wrap="square" rtlCol="0">
            <a:spAutoFit/>
          </a:bodyPr>
          <a:lstStyle/>
          <a:p>
            <a:r>
              <a:rPr lang="en-SG" sz="2400" dirty="0">
                <a:latin typeface="Arial" panose="020B0604020202020204" pitchFamily="34" charset="0"/>
                <a:cs typeface="Arial" panose="020B0604020202020204" pitchFamily="34" charset="0"/>
              </a:rPr>
              <a:t>Step 1: Sort the values in ascending order.</a:t>
            </a:r>
          </a:p>
          <a:p>
            <a:endParaRPr lang="en-SG" sz="2400" dirty="0">
              <a:latin typeface="Arial" panose="020B0604020202020204" pitchFamily="34" charset="0"/>
              <a:cs typeface="Arial" panose="020B0604020202020204" pitchFamily="34" charset="0"/>
            </a:endParaRPr>
          </a:p>
          <a:p>
            <a:r>
              <a:rPr lang="en-SG" sz="2400" dirty="0">
                <a:latin typeface="Arial" panose="020B0604020202020204" pitchFamily="34" charset="0"/>
                <a:cs typeface="Arial" panose="020B0604020202020204" pitchFamily="34" charset="0"/>
              </a:rPr>
              <a:t>Step 2:</a:t>
            </a:r>
          </a:p>
          <a:p>
            <a:pPr>
              <a:lnSpc>
                <a:spcPct val="150000"/>
              </a:lnSpc>
            </a:pPr>
            <a:r>
              <a:rPr lang="en-SG" sz="2400" dirty="0">
                <a:latin typeface="Arial" panose="020B0604020202020204" pitchFamily="34" charset="0"/>
                <a:cs typeface="Arial" panose="020B0604020202020204" pitchFamily="34" charset="0"/>
              </a:rPr>
              <a:t>There are 25 rows.  The centre position is (N+1)/2, which is (25+1)/2 = 13</a:t>
            </a:r>
          </a:p>
          <a:p>
            <a:endParaRPr lang="en-SG" sz="2400" dirty="0">
              <a:latin typeface="Arial" panose="020B0604020202020204" pitchFamily="34" charset="0"/>
              <a:cs typeface="Arial" panose="020B0604020202020204" pitchFamily="34" charset="0"/>
            </a:endParaRPr>
          </a:p>
          <a:p>
            <a:r>
              <a:rPr lang="en-SG" sz="2400" dirty="0">
                <a:latin typeface="Arial" panose="020B0604020202020204" pitchFamily="34" charset="0"/>
                <a:cs typeface="Arial" panose="020B0604020202020204" pitchFamily="34" charset="0"/>
              </a:rPr>
              <a:t>Row 13</a:t>
            </a:r>
            <a:r>
              <a:rPr lang="en-SG" sz="2400" baseline="30000" dirty="0">
                <a:latin typeface="Arial" panose="020B0604020202020204" pitchFamily="34" charset="0"/>
                <a:cs typeface="Arial" panose="020B0604020202020204" pitchFamily="34" charset="0"/>
              </a:rPr>
              <a:t>th</a:t>
            </a:r>
            <a:r>
              <a:rPr lang="en-SG" sz="2400" dirty="0">
                <a:latin typeface="Arial" panose="020B0604020202020204" pitchFamily="34" charset="0"/>
                <a:cs typeface="Arial" panose="020B0604020202020204" pitchFamily="34" charset="0"/>
              </a:rPr>
              <a:t> is the Centre.</a:t>
            </a:r>
          </a:p>
        </p:txBody>
      </p:sp>
      <p:sp>
        <p:nvSpPr>
          <p:cNvPr id="5" name="Speech Bubble: Rectangle with Corners Rounded 4">
            <a:extLst>
              <a:ext uri="{FF2B5EF4-FFF2-40B4-BE49-F238E27FC236}">
                <a16:creationId xmlns:a16="http://schemas.microsoft.com/office/drawing/2014/main" id="{10A8E800-09E4-9F6C-4998-1D2F58825C03}"/>
              </a:ext>
            </a:extLst>
          </p:cNvPr>
          <p:cNvSpPr/>
          <p:nvPr/>
        </p:nvSpPr>
        <p:spPr>
          <a:xfrm>
            <a:off x="7048500" y="4241800"/>
            <a:ext cx="3784600" cy="1219200"/>
          </a:xfrm>
          <a:prstGeom prst="wedgeRoundRectCallout">
            <a:avLst>
              <a:gd name="adj1" fmla="val 72772"/>
              <a:gd name="adj2" fmla="val 33333"/>
              <a:gd name="adj3" fmla="val 16667"/>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What if the number of rows, or N is even number? E.g. 24</a:t>
            </a:r>
          </a:p>
          <a:p>
            <a:pPr algn="ctr"/>
            <a:r>
              <a:rPr lang="en-US" dirty="0">
                <a:latin typeface="Arial" panose="020B0604020202020204" pitchFamily="34" charset="0"/>
                <a:cs typeface="Arial" panose="020B0604020202020204" pitchFamily="34" charset="0"/>
              </a:rPr>
              <a:t>Which is the </a:t>
            </a:r>
            <a:r>
              <a:rPr lang="en-US" dirty="0" err="1">
                <a:latin typeface="Arial" panose="020B0604020202020204" pitchFamily="34" charset="0"/>
                <a:cs typeface="Arial" panose="020B0604020202020204" pitchFamily="34" charset="0"/>
              </a:rPr>
              <a:t>centre</a:t>
            </a:r>
            <a:r>
              <a:rPr lang="en-US" dirty="0">
                <a:latin typeface="Arial" panose="020B0604020202020204" pitchFamily="34" charset="0"/>
                <a:cs typeface="Arial" panose="020B0604020202020204" pitchFamily="34" charset="0"/>
              </a:rPr>
              <a:t> position?</a:t>
            </a:r>
            <a:endParaRPr lang="en-SG"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11068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F3BDA-B26D-08D7-603E-9DAB5D051BCF}"/>
              </a:ext>
            </a:extLst>
          </p:cNvPr>
          <p:cNvSpPr>
            <a:spLocks noGrp="1"/>
          </p:cNvSpPr>
          <p:nvPr>
            <p:ph type="title"/>
          </p:nvPr>
        </p:nvSpPr>
        <p:spPr>
          <a:xfrm>
            <a:off x="152400" y="705113"/>
            <a:ext cx="4889500" cy="5197498"/>
          </a:xfrm>
        </p:spPr>
        <p:txBody>
          <a:bodyPr>
            <a:normAutofit/>
          </a:bodyPr>
          <a:lstStyle/>
          <a:p>
            <a:r>
              <a:rPr lang="en-US" sz="2800" dirty="0"/>
              <a:t>Mean</a:t>
            </a:r>
            <a:br>
              <a:rPr lang="en-US" sz="2800" dirty="0"/>
            </a:br>
            <a:r>
              <a:rPr lang="en-US" sz="2800" dirty="0"/>
              <a:t>Median</a:t>
            </a:r>
            <a:br>
              <a:rPr lang="en-US" sz="2800" dirty="0"/>
            </a:br>
            <a:r>
              <a:rPr lang="en-US" sz="2800" dirty="0">
                <a:solidFill>
                  <a:srgbClr val="0070C0"/>
                </a:solidFill>
              </a:rPr>
              <a:t>Range</a:t>
            </a:r>
            <a:br>
              <a:rPr lang="en-US" sz="2800" dirty="0">
                <a:solidFill>
                  <a:srgbClr val="0070C0"/>
                </a:solidFill>
              </a:rPr>
            </a:br>
            <a:r>
              <a:rPr lang="en-US" sz="2800" dirty="0">
                <a:solidFill>
                  <a:srgbClr val="0070C0"/>
                </a:solidFill>
              </a:rPr>
              <a:t>Standard Deviation</a:t>
            </a:r>
            <a:endParaRPr lang="en-SG" sz="2800" dirty="0">
              <a:solidFill>
                <a:srgbClr val="0070C0"/>
              </a:solidFill>
            </a:endParaRPr>
          </a:p>
        </p:txBody>
      </p:sp>
      <p:sp>
        <p:nvSpPr>
          <p:cNvPr id="3" name="Content Placeholder 2">
            <a:extLst>
              <a:ext uri="{FF2B5EF4-FFF2-40B4-BE49-F238E27FC236}">
                <a16:creationId xmlns:a16="http://schemas.microsoft.com/office/drawing/2014/main" id="{6516AF8F-245C-089B-A7F6-AE29D57DEB00}"/>
              </a:ext>
            </a:extLst>
          </p:cNvPr>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Mean and Median measure the Central Tendency.</a:t>
            </a:r>
          </a:p>
          <a:p>
            <a:r>
              <a:rPr lang="en-US" sz="2400" dirty="0">
                <a:solidFill>
                  <a:srgbClr val="0070C0"/>
                </a:solidFill>
                <a:latin typeface="Arial" panose="020B0604020202020204" pitchFamily="34" charset="0"/>
                <a:cs typeface="Arial" panose="020B0604020202020204" pitchFamily="34" charset="0"/>
              </a:rPr>
              <a:t>Range and Standard Deviation measure the Spread.</a:t>
            </a:r>
            <a:endParaRPr lang="en-SG" sz="2400" dirty="0">
              <a:solidFill>
                <a:srgbClr val="0070C0"/>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496F076-A2E5-9C94-4FE1-A7CF586FB4F4}"/>
              </a:ext>
            </a:extLst>
          </p:cNvPr>
          <p:cNvSpPr/>
          <p:nvPr/>
        </p:nvSpPr>
        <p:spPr>
          <a:xfrm>
            <a:off x="0" y="0"/>
            <a:ext cx="4652211" cy="70511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b="1" dirty="0"/>
              <a:t>Central Tendency and Spread</a:t>
            </a:r>
            <a:endParaRPr lang="en-SG" sz="2000" b="1" dirty="0"/>
          </a:p>
        </p:txBody>
      </p:sp>
    </p:spTree>
    <p:extLst>
      <p:ext uri="{BB962C8B-B14F-4D97-AF65-F5344CB8AC3E}">
        <p14:creationId xmlns:p14="http://schemas.microsoft.com/office/powerpoint/2010/main" val="30404810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0F2AEE-23EE-48AE-A2A9-AD0E38B49699}"/>
              </a:ext>
            </a:extLst>
          </p:cNvPr>
          <p:cNvSpPr txBox="1"/>
          <p:nvPr/>
        </p:nvSpPr>
        <p:spPr>
          <a:xfrm>
            <a:off x="3080083" y="1227222"/>
            <a:ext cx="8611753" cy="461665"/>
          </a:xfrm>
          <a:prstGeom prst="rect">
            <a:avLst/>
          </a:prstGeom>
          <a:noFill/>
        </p:spPr>
        <p:txBody>
          <a:bodyPr wrap="square" rtlCol="0">
            <a:spAutoFit/>
          </a:bodyPr>
          <a:lstStyle/>
          <a:p>
            <a:r>
              <a:rPr lang="en-SG" sz="2400" dirty="0"/>
              <a:t>Summary Statistics:</a:t>
            </a:r>
          </a:p>
        </p:txBody>
      </p:sp>
      <p:sp>
        <p:nvSpPr>
          <p:cNvPr id="3" name="Rectangle 2">
            <a:extLst>
              <a:ext uri="{FF2B5EF4-FFF2-40B4-BE49-F238E27FC236}">
                <a16:creationId xmlns:a16="http://schemas.microsoft.com/office/drawing/2014/main" id="{77E86EDE-B62A-41E1-BC14-5073E8D0C064}"/>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a:t>
            </a:r>
          </a:p>
        </p:txBody>
      </p:sp>
      <p:sp>
        <p:nvSpPr>
          <p:cNvPr id="6" name="TextBox 5">
            <a:extLst>
              <a:ext uri="{FF2B5EF4-FFF2-40B4-BE49-F238E27FC236}">
                <a16:creationId xmlns:a16="http://schemas.microsoft.com/office/drawing/2014/main" id="{8D8B3784-899F-4432-86A4-6D5AA41B7FDA}"/>
              </a:ext>
            </a:extLst>
          </p:cNvPr>
          <p:cNvSpPr txBox="1"/>
          <p:nvPr/>
        </p:nvSpPr>
        <p:spPr>
          <a:xfrm>
            <a:off x="3380874" y="2189747"/>
            <a:ext cx="2089033" cy="2677656"/>
          </a:xfrm>
          <a:prstGeom prst="rect">
            <a:avLst/>
          </a:prstGeom>
          <a:noFill/>
        </p:spPr>
        <p:txBody>
          <a:bodyPr wrap="none" rtlCol="0">
            <a:spAutoFit/>
          </a:bodyPr>
          <a:lstStyle/>
          <a:p>
            <a:r>
              <a:rPr lang="en-SG" sz="2400" dirty="0"/>
              <a:t>Mean = 65</a:t>
            </a:r>
          </a:p>
          <a:p>
            <a:endParaRPr lang="en-SG" sz="2400" dirty="0"/>
          </a:p>
          <a:p>
            <a:r>
              <a:rPr lang="en-SG" sz="2400" dirty="0"/>
              <a:t>Max = 96</a:t>
            </a:r>
          </a:p>
          <a:p>
            <a:endParaRPr lang="en-SG" sz="2400" dirty="0"/>
          </a:p>
          <a:p>
            <a:r>
              <a:rPr lang="en-SG" sz="2400" dirty="0"/>
              <a:t>Min  = 25</a:t>
            </a:r>
          </a:p>
          <a:p>
            <a:endParaRPr lang="en-SG" sz="2400" dirty="0"/>
          </a:p>
          <a:p>
            <a:r>
              <a:rPr lang="en-SG" sz="2400" dirty="0"/>
              <a:t>Median = 76</a:t>
            </a:r>
          </a:p>
        </p:txBody>
      </p:sp>
      <p:sp>
        <p:nvSpPr>
          <p:cNvPr id="4" name="Speech Bubble: Rectangle with Corners Rounded 3">
            <a:extLst>
              <a:ext uri="{FF2B5EF4-FFF2-40B4-BE49-F238E27FC236}">
                <a16:creationId xmlns:a16="http://schemas.microsoft.com/office/drawing/2014/main" id="{0CB7CA16-7A48-4F31-AEC5-F85A3B7A2081}"/>
              </a:ext>
            </a:extLst>
          </p:cNvPr>
          <p:cNvSpPr/>
          <p:nvPr/>
        </p:nvSpPr>
        <p:spPr>
          <a:xfrm>
            <a:off x="7483642" y="1688886"/>
            <a:ext cx="4054642" cy="1740113"/>
          </a:xfrm>
          <a:prstGeom prst="wedgeRoundRectCallout">
            <a:avLst>
              <a:gd name="adj1" fmla="val -62225"/>
              <a:gd name="adj2" fmla="val 4093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r"/>
            <a:r>
              <a:rPr lang="en-SG" sz="2400" dirty="0"/>
              <a:t>The Range = Max – Min</a:t>
            </a:r>
          </a:p>
          <a:p>
            <a:pPr algn="r"/>
            <a:r>
              <a:rPr lang="en-SG" sz="2400" dirty="0"/>
              <a:t>= 96 – 25</a:t>
            </a:r>
          </a:p>
          <a:p>
            <a:pPr algn="r"/>
            <a:r>
              <a:rPr lang="en-SG" sz="2400" dirty="0"/>
              <a:t>= 71</a:t>
            </a:r>
          </a:p>
        </p:txBody>
      </p:sp>
      <p:grpSp>
        <p:nvGrpSpPr>
          <p:cNvPr id="13" name="Group 12">
            <a:extLst>
              <a:ext uri="{FF2B5EF4-FFF2-40B4-BE49-F238E27FC236}">
                <a16:creationId xmlns:a16="http://schemas.microsoft.com/office/drawing/2014/main" id="{D8C67ECE-0070-4AD9-B226-482E9D8D6BD0}"/>
              </a:ext>
            </a:extLst>
          </p:cNvPr>
          <p:cNvGrpSpPr/>
          <p:nvPr/>
        </p:nvGrpSpPr>
        <p:grpSpPr>
          <a:xfrm>
            <a:off x="3080083" y="4331368"/>
            <a:ext cx="7182854" cy="1876927"/>
            <a:chOff x="3080083" y="4331368"/>
            <a:chExt cx="7182854" cy="1876927"/>
          </a:xfrm>
        </p:grpSpPr>
        <p:sp>
          <p:nvSpPr>
            <p:cNvPr id="9" name="Rectangle 8">
              <a:extLst>
                <a:ext uri="{FF2B5EF4-FFF2-40B4-BE49-F238E27FC236}">
                  <a16:creationId xmlns:a16="http://schemas.microsoft.com/office/drawing/2014/main" id="{7A9FC290-E7D2-49F1-BD0C-84B9F9B52FAC}"/>
                </a:ext>
              </a:extLst>
            </p:cNvPr>
            <p:cNvSpPr/>
            <p:nvPr/>
          </p:nvSpPr>
          <p:spPr>
            <a:xfrm>
              <a:off x="3080083" y="4331368"/>
              <a:ext cx="2406317" cy="536035"/>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Arrow Connector 10">
              <a:extLst>
                <a:ext uri="{FF2B5EF4-FFF2-40B4-BE49-F238E27FC236}">
                  <a16:creationId xmlns:a16="http://schemas.microsoft.com/office/drawing/2014/main" id="{FAAFA59A-00D9-441A-AED9-6FCA5E72A10B}"/>
                </a:ext>
              </a:extLst>
            </p:cNvPr>
            <p:cNvCxnSpPr/>
            <p:nvPr/>
          </p:nvCxnSpPr>
          <p:spPr>
            <a:xfrm flipH="1" flipV="1">
              <a:off x="5486400" y="4867403"/>
              <a:ext cx="690056" cy="414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291E59B-55D9-498C-BC9C-238D3656CC5A}"/>
                </a:ext>
              </a:extLst>
            </p:cNvPr>
            <p:cNvSpPr/>
            <p:nvPr/>
          </p:nvSpPr>
          <p:spPr>
            <a:xfrm>
              <a:off x="6176456" y="5281863"/>
              <a:ext cx="4086481" cy="9264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SG" dirty="0"/>
                <a:t>50% of the students score less than 76.</a:t>
              </a:r>
            </a:p>
          </p:txBody>
        </p:sp>
      </p:grpSp>
      <p:pic>
        <p:nvPicPr>
          <p:cNvPr id="14" name="Picture 13">
            <a:extLst>
              <a:ext uri="{FF2B5EF4-FFF2-40B4-BE49-F238E27FC236}">
                <a16:creationId xmlns:a16="http://schemas.microsoft.com/office/drawing/2014/main" id="{691FD2A4-57F7-4D7D-92CE-B00D57A88FE2}"/>
              </a:ext>
            </a:extLst>
          </p:cNvPr>
          <p:cNvPicPr>
            <a:picLocks noChangeAspect="1"/>
          </p:cNvPicPr>
          <p:nvPr/>
        </p:nvPicPr>
        <p:blipFill>
          <a:blip r:embed="rId4"/>
          <a:stretch>
            <a:fillRect/>
          </a:stretch>
        </p:blipFill>
        <p:spPr>
          <a:xfrm>
            <a:off x="420948" y="711603"/>
            <a:ext cx="2191056" cy="5496692"/>
          </a:xfrm>
          <a:prstGeom prst="rect">
            <a:avLst/>
          </a:prstGeom>
        </p:spPr>
      </p:pic>
    </p:spTree>
    <p:custDataLst>
      <p:tags r:id="rId1"/>
    </p:custDataLst>
    <p:extLst>
      <p:ext uri="{BB962C8B-B14F-4D97-AF65-F5344CB8AC3E}">
        <p14:creationId xmlns:p14="http://schemas.microsoft.com/office/powerpoint/2010/main" val="69384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35" y="758246"/>
            <a:ext cx="4658480" cy="538631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7E86EDE-B62A-41E1-BC14-5073E8D0C064}"/>
              </a:ext>
            </a:extLst>
          </p:cNvPr>
          <p:cNvSpPr/>
          <p:nvPr/>
        </p:nvSpPr>
        <p:spPr>
          <a:xfrm>
            <a:off x="-10285" y="773513"/>
            <a:ext cx="4658480" cy="101165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lIns="109728" tIns="109728" rIns="109728" bIns="91440" rtlCol="0" anchor="ctr">
            <a:normAutofit fontScale="55000" lnSpcReduction="20000"/>
          </a:bodyPr>
          <a:lstStyle/>
          <a:p>
            <a:pPr>
              <a:lnSpc>
                <a:spcPct val="150000"/>
              </a:lnSpc>
              <a:spcBef>
                <a:spcPct val="0"/>
              </a:spcBef>
              <a:spcAft>
                <a:spcPts val="600"/>
              </a:spcAft>
            </a:pPr>
            <a:r>
              <a:rPr lang="en-US" sz="3600" b="1" spc="150" dirty="0">
                <a:solidFill>
                  <a:schemeClr val="bg1"/>
                </a:solidFill>
                <a:latin typeface="+mj-lt"/>
                <a:ea typeface="+mj-ea"/>
                <a:cs typeface="+mj-cs"/>
              </a:rPr>
              <a:t>Spread measured in Standard Deviation</a:t>
            </a:r>
          </a:p>
        </p:txBody>
      </p:sp>
      <p:sp>
        <p:nvSpPr>
          <p:cNvPr id="28" name="Rectangle 27">
            <a:extLst>
              <a:ext uri="{FF2B5EF4-FFF2-40B4-BE49-F238E27FC236}">
                <a16:creationId xmlns:a16="http://schemas.microsoft.com/office/drawing/2014/main" id="{2060C0F7-61A6-4E64-A77E-AFBD8112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84060" y="0"/>
            <a:ext cx="7507940" cy="7652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 y="6144564"/>
            <a:ext cx="4656246" cy="7134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15122" y="6167615"/>
            <a:ext cx="747382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624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713436"/>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455E7AC-AF82-44C4-B0D0-3F9295761AC3}"/>
              </a:ext>
            </a:extLst>
          </p:cNvPr>
          <p:cNvSpPr txBox="1"/>
          <p:nvPr/>
        </p:nvSpPr>
        <p:spPr>
          <a:xfrm>
            <a:off x="452860" y="2442444"/>
            <a:ext cx="3616073" cy="3343445"/>
          </a:xfrm>
          <a:prstGeom prst="rect">
            <a:avLst/>
          </a:prstGeom>
        </p:spPr>
        <p:txBody>
          <a:bodyPr vert="horz" lIns="109728" tIns="109728" rIns="109728" bIns="91440" rtlCol="0" anchor="t">
            <a:normAutofit/>
          </a:bodyPr>
          <a:lstStyle/>
          <a:p>
            <a:pPr>
              <a:lnSpc>
                <a:spcPct val="140000"/>
              </a:lnSpc>
              <a:spcBef>
                <a:spcPts val="930"/>
              </a:spcBef>
              <a:buFont typeface="Corbel" panose="020B0503020204020204" pitchFamily="34" charset="0"/>
            </a:pPr>
            <a:r>
              <a:rPr lang="en-US" sz="2400" b="1" spc="150" dirty="0">
                <a:solidFill>
                  <a:srgbClr val="0070C0"/>
                </a:solidFill>
              </a:rPr>
              <a:t>How far are the rest of the values deviate from the Mean?</a:t>
            </a:r>
          </a:p>
        </p:txBody>
      </p:sp>
      <p:pic>
        <p:nvPicPr>
          <p:cNvPr id="4" name="Picture 3">
            <a:extLst>
              <a:ext uri="{FF2B5EF4-FFF2-40B4-BE49-F238E27FC236}">
                <a16:creationId xmlns:a16="http://schemas.microsoft.com/office/drawing/2014/main" id="{F128EC9C-9A7C-4591-82FC-E0BE74A2FD0A}"/>
              </a:ext>
            </a:extLst>
          </p:cNvPr>
          <p:cNvPicPr>
            <a:picLocks noChangeAspect="1"/>
          </p:cNvPicPr>
          <p:nvPr/>
        </p:nvPicPr>
        <p:blipFill>
          <a:blip r:embed="rId4"/>
          <a:stretch>
            <a:fillRect/>
          </a:stretch>
        </p:blipFill>
        <p:spPr>
          <a:xfrm>
            <a:off x="5127410" y="74738"/>
            <a:ext cx="2674107" cy="6708523"/>
          </a:xfrm>
          <a:prstGeom prst="rect">
            <a:avLst/>
          </a:prstGeom>
        </p:spPr>
      </p:pic>
      <p:sp>
        <p:nvSpPr>
          <p:cNvPr id="40" name="Rectangle 39">
            <a:extLst>
              <a:ext uri="{FF2B5EF4-FFF2-40B4-BE49-F238E27FC236}">
                <a16:creationId xmlns:a16="http://schemas.microsoft.com/office/drawing/2014/main" id="{4CE50A25-23E4-44AC-A4E5-38C15E086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00792" y="773513"/>
            <a:ext cx="64008" cy="53858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CF0C5C13-52CC-4F9B-B2B6-80BF195B5C40}"/>
              </a:ext>
            </a:extLst>
          </p:cNvPr>
          <p:cNvSpPr txBox="1"/>
          <p:nvPr/>
        </p:nvSpPr>
        <p:spPr>
          <a:xfrm>
            <a:off x="8554576" y="1242116"/>
            <a:ext cx="3504073" cy="2536592"/>
          </a:xfrm>
          <a:prstGeom prst="rect">
            <a:avLst/>
          </a:prstGeom>
          <a:noFill/>
        </p:spPr>
        <p:txBody>
          <a:bodyPr wrap="square">
            <a:spAutoFit/>
          </a:bodyPr>
          <a:lstStyle/>
          <a:p>
            <a:pPr>
              <a:lnSpc>
                <a:spcPct val="150000"/>
              </a:lnSpc>
            </a:pPr>
            <a:r>
              <a:rPr lang="en-US" i="1" dirty="0">
                <a:latin typeface="Amasis MT Pro Medium" panose="02040604050005020304" pitchFamily="18" charset="0"/>
              </a:rPr>
              <a:t>This question is checking the “spread” of the data or the “dispersion”.</a:t>
            </a:r>
          </a:p>
          <a:p>
            <a:pPr>
              <a:lnSpc>
                <a:spcPct val="150000"/>
              </a:lnSpc>
            </a:pPr>
            <a:endParaRPr lang="en-US" i="1" dirty="0">
              <a:latin typeface="Amasis MT Pro Medium" panose="02040604050005020304" pitchFamily="18" charset="0"/>
            </a:endParaRPr>
          </a:p>
          <a:p>
            <a:pPr>
              <a:lnSpc>
                <a:spcPct val="150000"/>
              </a:lnSpc>
            </a:pPr>
            <a:r>
              <a:rPr lang="en-US" i="1" dirty="0">
                <a:latin typeface="Amasis MT Pro Medium" panose="02040604050005020304" pitchFamily="18" charset="0"/>
              </a:rPr>
              <a:t>The statistics to determine the spread is the </a:t>
            </a:r>
            <a:r>
              <a:rPr lang="en-US" i="1" dirty="0">
                <a:solidFill>
                  <a:srgbClr val="0070C0"/>
                </a:solidFill>
                <a:latin typeface="Amasis MT Pro Medium" panose="02040604050005020304" pitchFamily="18" charset="0"/>
              </a:rPr>
              <a:t>Standard Deviation</a:t>
            </a:r>
            <a:r>
              <a:rPr lang="en-US" i="1" dirty="0">
                <a:latin typeface="Amasis MT Pro Medium" panose="02040604050005020304" pitchFamily="18" charset="0"/>
              </a:rPr>
              <a:t>.</a:t>
            </a:r>
          </a:p>
        </p:txBody>
      </p:sp>
    </p:spTree>
    <p:custDataLst>
      <p:tags r:id="rId1"/>
    </p:custDataLst>
    <p:extLst>
      <p:ext uri="{BB962C8B-B14F-4D97-AF65-F5344CB8AC3E}">
        <p14:creationId xmlns:p14="http://schemas.microsoft.com/office/powerpoint/2010/main" val="1682044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303684-6919-F31E-2F68-C22840EDE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34E83-5986-C3A9-165D-41AD0CC4A260}"/>
              </a:ext>
            </a:extLst>
          </p:cNvPr>
          <p:cNvSpPr>
            <a:spLocks noGrp="1"/>
          </p:cNvSpPr>
          <p:nvPr>
            <p:ph type="title"/>
          </p:nvPr>
        </p:nvSpPr>
        <p:spPr>
          <a:xfrm>
            <a:off x="838200" y="6824"/>
            <a:ext cx="10515600" cy="1325563"/>
          </a:xfrm>
          <a:solidFill>
            <a:schemeClr val="tx1"/>
          </a:solidFill>
        </p:spPr>
        <p:txBody>
          <a:bodyPr>
            <a:normAutofit fontScale="90000"/>
          </a:bodyPr>
          <a:lstStyle/>
          <a:p>
            <a:pPr algn="ctr"/>
            <a:r>
              <a:rPr lang="en-SG" sz="3200" dirty="0">
                <a:solidFill>
                  <a:schemeClr val="bg1"/>
                </a:solidFill>
                <a:latin typeface="Abadi" panose="020B0604020104020204" pitchFamily="34" charset="0"/>
              </a:rPr>
              <a:t>There are 2 ways to calculate Standard Deviation.  </a:t>
            </a:r>
            <a:br>
              <a:rPr lang="en-SG" sz="3200" dirty="0">
                <a:solidFill>
                  <a:schemeClr val="bg1"/>
                </a:solidFill>
                <a:latin typeface="Abadi" panose="020B0604020104020204" pitchFamily="34" charset="0"/>
              </a:rPr>
            </a:br>
            <a:r>
              <a:rPr lang="en-SG" sz="3200" dirty="0">
                <a:solidFill>
                  <a:schemeClr val="bg1"/>
                </a:solidFill>
                <a:latin typeface="Abadi" panose="020B0604020104020204" pitchFamily="34" charset="0"/>
              </a:rPr>
              <a:t>What is their difference?</a:t>
            </a:r>
          </a:p>
        </p:txBody>
      </p:sp>
      <p:pic>
        <p:nvPicPr>
          <p:cNvPr id="4" name="Content Placeholder 3">
            <a:extLst>
              <a:ext uri="{FF2B5EF4-FFF2-40B4-BE49-F238E27FC236}">
                <a16:creationId xmlns:a16="http://schemas.microsoft.com/office/drawing/2014/main" id="{CD1ACD42-8438-C327-C9E6-E7E9240F6CDB}"/>
              </a:ext>
            </a:extLst>
          </p:cNvPr>
          <p:cNvPicPr>
            <a:picLocks noGrp="1" noChangeAspect="1"/>
          </p:cNvPicPr>
          <p:nvPr>
            <p:ph idx="1"/>
          </p:nvPr>
        </p:nvPicPr>
        <p:blipFill>
          <a:blip r:embed="rId4"/>
          <a:stretch>
            <a:fillRect/>
          </a:stretch>
        </p:blipFill>
        <p:spPr>
          <a:xfrm>
            <a:off x="1039557" y="1764139"/>
            <a:ext cx="3033100" cy="1043130"/>
          </a:xfrm>
          <a:prstGeom prst="rect">
            <a:avLst/>
          </a:prstGeom>
        </p:spPr>
      </p:pic>
      <p:pic>
        <p:nvPicPr>
          <p:cNvPr id="5" name="Picture 4">
            <a:extLst>
              <a:ext uri="{FF2B5EF4-FFF2-40B4-BE49-F238E27FC236}">
                <a16:creationId xmlns:a16="http://schemas.microsoft.com/office/drawing/2014/main" id="{60F9C61B-9284-60D2-4891-D0A52431E393}"/>
              </a:ext>
            </a:extLst>
          </p:cNvPr>
          <p:cNvPicPr>
            <a:picLocks noChangeAspect="1"/>
          </p:cNvPicPr>
          <p:nvPr/>
        </p:nvPicPr>
        <p:blipFill>
          <a:blip r:embed="rId5"/>
          <a:stretch>
            <a:fillRect/>
          </a:stretch>
        </p:blipFill>
        <p:spPr>
          <a:xfrm>
            <a:off x="6336540" y="1764139"/>
            <a:ext cx="3466401" cy="1043130"/>
          </a:xfrm>
          <a:prstGeom prst="rect">
            <a:avLst/>
          </a:prstGeom>
        </p:spPr>
      </p:pic>
      <p:sp>
        <p:nvSpPr>
          <p:cNvPr id="6" name="Rectangle 5">
            <a:extLst>
              <a:ext uri="{FF2B5EF4-FFF2-40B4-BE49-F238E27FC236}">
                <a16:creationId xmlns:a16="http://schemas.microsoft.com/office/drawing/2014/main" id="{167934C4-1756-076C-2BDE-25E19D01009E}"/>
              </a:ext>
            </a:extLst>
          </p:cNvPr>
          <p:cNvSpPr/>
          <p:nvPr/>
        </p:nvSpPr>
        <p:spPr>
          <a:xfrm>
            <a:off x="886004" y="3152633"/>
            <a:ext cx="3186653" cy="45037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SG" dirty="0"/>
              <a:t>Method 1</a:t>
            </a:r>
          </a:p>
        </p:txBody>
      </p:sp>
      <p:sp>
        <p:nvSpPr>
          <p:cNvPr id="8" name="Rectangle 7">
            <a:extLst>
              <a:ext uri="{FF2B5EF4-FFF2-40B4-BE49-F238E27FC236}">
                <a16:creationId xmlns:a16="http://schemas.microsoft.com/office/drawing/2014/main" id="{062F9175-53EB-6979-0A3F-F7E2C0AA4D2E}"/>
              </a:ext>
            </a:extLst>
          </p:cNvPr>
          <p:cNvSpPr/>
          <p:nvPr/>
        </p:nvSpPr>
        <p:spPr>
          <a:xfrm>
            <a:off x="6616288" y="3079845"/>
            <a:ext cx="3186653" cy="45037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SG" dirty="0"/>
              <a:t>Method 2</a:t>
            </a:r>
          </a:p>
        </p:txBody>
      </p:sp>
      <p:sp>
        <p:nvSpPr>
          <p:cNvPr id="9" name="TextBox 8">
            <a:extLst>
              <a:ext uri="{FF2B5EF4-FFF2-40B4-BE49-F238E27FC236}">
                <a16:creationId xmlns:a16="http://schemas.microsoft.com/office/drawing/2014/main" id="{51F1C3D9-65B3-29A2-F5A5-3570A87A7689}"/>
              </a:ext>
            </a:extLst>
          </p:cNvPr>
          <p:cNvSpPr txBox="1"/>
          <p:nvPr/>
        </p:nvSpPr>
        <p:spPr>
          <a:xfrm>
            <a:off x="1914249" y="2319556"/>
            <a:ext cx="474810" cy="523220"/>
          </a:xfrm>
          <a:prstGeom prst="rect">
            <a:avLst/>
          </a:prstGeom>
          <a:noFill/>
        </p:spPr>
        <p:txBody>
          <a:bodyPr wrap="none" rtlCol="0">
            <a:spAutoFit/>
          </a:bodyPr>
          <a:lstStyle/>
          <a:p>
            <a:r>
              <a:rPr lang="en-SG" sz="2800" b="1" i="1" dirty="0">
                <a:solidFill>
                  <a:srgbClr val="FF0000"/>
                </a:solidFill>
              </a:rPr>
              <a:t>N</a:t>
            </a:r>
          </a:p>
        </p:txBody>
      </p:sp>
      <p:sp>
        <p:nvSpPr>
          <p:cNvPr id="11" name="TextBox 10">
            <a:extLst>
              <a:ext uri="{FF2B5EF4-FFF2-40B4-BE49-F238E27FC236}">
                <a16:creationId xmlns:a16="http://schemas.microsoft.com/office/drawing/2014/main" id="{163386A9-C062-B061-C60C-5195F7EE4CBA}"/>
              </a:ext>
            </a:extLst>
          </p:cNvPr>
          <p:cNvSpPr txBox="1"/>
          <p:nvPr/>
        </p:nvSpPr>
        <p:spPr>
          <a:xfrm>
            <a:off x="7146002" y="2358782"/>
            <a:ext cx="990977" cy="461665"/>
          </a:xfrm>
          <a:prstGeom prst="rect">
            <a:avLst/>
          </a:prstGeom>
          <a:solidFill>
            <a:schemeClr val="bg1"/>
          </a:solidFill>
        </p:spPr>
        <p:txBody>
          <a:bodyPr wrap="none" rtlCol="0">
            <a:spAutoFit/>
          </a:bodyPr>
          <a:lstStyle/>
          <a:p>
            <a:r>
              <a:rPr lang="en-SG" sz="2400" b="1" i="1" dirty="0">
                <a:solidFill>
                  <a:srgbClr val="FF0000"/>
                </a:solidFill>
              </a:rPr>
              <a:t>N - 1</a:t>
            </a:r>
          </a:p>
        </p:txBody>
      </p:sp>
      <p:cxnSp>
        <p:nvCxnSpPr>
          <p:cNvPr id="13" name="Straight Arrow Connector 12">
            <a:extLst>
              <a:ext uri="{FF2B5EF4-FFF2-40B4-BE49-F238E27FC236}">
                <a16:creationId xmlns:a16="http://schemas.microsoft.com/office/drawing/2014/main" id="{60B551B6-AC5B-5F31-F8B2-9324296DF1E5}"/>
              </a:ext>
            </a:extLst>
          </p:cNvPr>
          <p:cNvCxnSpPr/>
          <p:nvPr/>
        </p:nvCxnSpPr>
        <p:spPr>
          <a:xfrm flipV="1">
            <a:off x="3615556" y="2576629"/>
            <a:ext cx="0" cy="14568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B4F8424-DD18-89CB-887C-65F3B319A4C4}"/>
              </a:ext>
            </a:extLst>
          </p:cNvPr>
          <p:cNvCxnSpPr/>
          <p:nvPr/>
        </p:nvCxnSpPr>
        <p:spPr>
          <a:xfrm flipV="1">
            <a:off x="9419229" y="2478820"/>
            <a:ext cx="0" cy="14568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17A3E67-17E7-3AE5-06C0-D4E6F85B31DF}"/>
              </a:ext>
            </a:extLst>
          </p:cNvPr>
          <p:cNvSpPr txBox="1"/>
          <p:nvPr/>
        </p:nvSpPr>
        <p:spPr>
          <a:xfrm>
            <a:off x="1537977" y="4073775"/>
            <a:ext cx="2835071" cy="461665"/>
          </a:xfrm>
          <a:prstGeom prst="rect">
            <a:avLst/>
          </a:prstGeom>
          <a:noFill/>
        </p:spPr>
        <p:txBody>
          <a:bodyPr wrap="none" rtlCol="0">
            <a:spAutoFit/>
          </a:bodyPr>
          <a:lstStyle/>
          <a:p>
            <a:r>
              <a:rPr lang="en-SG" sz="2400" b="1" u="sng" dirty="0">
                <a:solidFill>
                  <a:srgbClr val="0070C0"/>
                </a:solidFill>
              </a:rPr>
              <a:t>Population</a:t>
            </a:r>
            <a:r>
              <a:rPr lang="en-SG" sz="2400" dirty="0"/>
              <a:t> Mean</a:t>
            </a:r>
          </a:p>
        </p:txBody>
      </p:sp>
      <p:sp>
        <p:nvSpPr>
          <p:cNvPr id="17" name="TextBox 16">
            <a:extLst>
              <a:ext uri="{FF2B5EF4-FFF2-40B4-BE49-F238E27FC236}">
                <a16:creationId xmlns:a16="http://schemas.microsoft.com/office/drawing/2014/main" id="{440A1083-836F-CEE3-E4C2-7E74F1A64ACE}"/>
              </a:ext>
            </a:extLst>
          </p:cNvPr>
          <p:cNvSpPr txBox="1"/>
          <p:nvPr/>
        </p:nvSpPr>
        <p:spPr>
          <a:xfrm>
            <a:off x="8682489" y="3935276"/>
            <a:ext cx="2297424" cy="461665"/>
          </a:xfrm>
          <a:prstGeom prst="rect">
            <a:avLst/>
          </a:prstGeom>
          <a:noFill/>
        </p:spPr>
        <p:txBody>
          <a:bodyPr wrap="none" rtlCol="0">
            <a:spAutoFit/>
          </a:bodyPr>
          <a:lstStyle/>
          <a:p>
            <a:r>
              <a:rPr lang="en-SG" sz="2400" b="1" u="sng" dirty="0">
                <a:solidFill>
                  <a:srgbClr val="0070C0"/>
                </a:solidFill>
              </a:rPr>
              <a:t>Sample</a:t>
            </a:r>
            <a:r>
              <a:rPr lang="en-SG" sz="2400" dirty="0"/>
              <a:t> Mean</a:t>
            </a:r>
          </a:p>
        </p:txBody>
      </p:sp>
      <p:sp>
        <p:nvSpPr>
          <p:cNvPr id="3" name="TextBox 2">
            <a:extLst>
              <a:ext uri="{FF2B5EF4-FFF2-40B4-BE49-F238E27FC236}">
                <a16:creationId xmlns:a16="http://schemas.microsoft.com/office/drawing/2014/main" id="{712C117E-824B-5088-A5B7-E7AC3B9266ED}"/>
              </a:ext>
            </a:extLst>
          </p:cNvPr>
          <p:cNvSpPr txBox="1"/>
          <p:nvPr/>
        </p:nvSpPr>
        <p:spPr>
          <a:xfrm>
            <a:off x="5253259" y="4535440"/>
            <a:ext cx="6224366" cy="1569660"/>
          </a:xfrm>
          <a:prstGeom prst="rect">
            <a:avLst/>
          </a:prstGeom>
          <a:noFill/>
        </p:spPr>
        <p:txBody>
          <a:bodyPr wrap="square" rtlCol="0">
            <a:spAutoFit/>
          </a:bodyPr>
          <a:lstStyle/>
          <a:p>
            <a:r>
              <a:rPr lang="en-SG" sz="2400" dirty="0"/>
              <a:t>A sample is a subset of a population.</a:t>
            </a:r>
          </a:p>
          <a:p>
            <a:endParaRPr lang="en-SG" sz="2400" dirty="0"/>
          </a:p>
          <a:p>
            <a:r>
              <a:rPr lang="en-SG" sz="2400" dirty="0"/>
              <a:t>Sample &lt; population</a:t>
            </a:r>
          </a:p>
          <a:p>
            <a:r>
              <a:rPr lang="en-SG" sz="2400" dirty="0"/>
              <a:t>N is the sample size.  </a:t>
            </a:r>
          </a:p>
        </p:txBody>
      </p:sp>
    </p:spTree>
    <p:custDataLst>
      <p:tags r:id="rId1"/>
    </p:custDataLst>
    <p:extLst>
      <p:ext uri="{BB962C8B-B14F-4D97-AF65-F5344CB8AC3E}">
        <p14:creationId xmlns:p14="http://schemas.microsoft.com/office/powerpoint/2010/main" val="3585099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8A8CDA-F3DF-980E-6A3C-0DC6A6810721}"/>
              </a:ext>
            </a:extLst>
          </p:cNvPr>
          <p:cNvPicPr>
            <a:picLocks noChangeAspect="1"/>
          </p:cNvPicPr>
          <p:nvPr/>
        </p:nvPicPr>
        <p:blipFill>
          <a:blip r:embed="rId3"/>
          <a:stretch>
            <a:fillRect/>
          </a:stretch>
        </p:blipFill>
        <p:spPr>
          <a:xfrm>
            <a:off x="681163" y="182880"/>
            <a:ext cx="10479982" cy="5988562"/>
          </a:xfrm>
          <a:prstGeom prst="rect">
            <a:avLst/>
          </a:prstGeom>
        </p:spPr>
      </p:pic>
      <p:cxnSp>
        <p:nvCxnSpPr>
          <p:cNvPr id="5" name="Straight Connector 4">
            <a:extLst>
              <a:ext uri="{FF2B5EF4-FFF2-40B4-BE49-F238E27FC236}">
                <a16:creationId xmlns:a16="http://schemas.microsoft.com/office/drawing/2014/main" id="{B9D29D9B-7B05-D77B-D0CC-BD86571A690F}"/>
              </a:ext>
            </a:extLst>
          </p:cNvPr>
          <p:cNvCxnSpPr/>
          <p:nvPr/>
        </p:nvCxnSpPr>
        <p:spPr>
          <a:xfrm>
            <a:off x="142125" y="2966842"/>
            <a:ext cx="11907749" cy="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6DFEB538-E3DA-D22A-DC7D-0AC13175A675}"/>
              </a:ext>
            </a:extLst>
          </p:cNvPr>
          <p:cNvSpPr txBox="1"/>
          <p:nvPr/>
        </p:nvSpPr>
        <p:spPr>
          <a:xfrm>
            <a:off x="10442713" y="2676939"/>
            <a:ext cx="1866858" cy="369332"/>
          </a:xfrm>
          <a:prstGeom prst="rect">
            <a:avLst/>
          </a:prstGeom>
          <a:noFill/>
        </p:spPr>
        <p:txBody>
          <a:bodyPr wrap="none" rtlCol="0">
            <a:spAutoFit/>
          </a:bodyPr>
          <a:lstStyle/>
          <a:p>
            <a:r>
              <a:rPr lang="en-US" dirty="0"/>
              <a:t>Average marks</a:t>
            </a:r>
            <a:endParaRPr lang="en-SG" dirty="0"/>
          </a:p>
        </p:txBody>
      </p:sp>
      <p:cxnSp>
        <p:nvCxnSpPr>
          <p:cNvPr id="10" name="Straight Arrow Connector 9">
            <a:extLst>
              <a:ext uri="{FF2B5EF4-FFF2-40B4-BE49-F238E27FC236}">
                <a16:creationId xmlns:a16="http://schemas.microsoft.com/office/drawing/2014/main" id="{0E10DF18-6ED3-AED3-A2BC-867619B26AC2}"/>
              </a:ext>
            </a:extLst>
          </p:cNvPr>
          <p:cNvCxnSpPr/>
          <p:nvPr/>
        </p:nvCxnSpPr>
        <p:spPr>
          <a:xfrm>
            <a:off x="1909822" y="1869311"/>
            <a:ext cx="0" cy="1051232"/>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520F3570-35B2-F022-CC8C-1BC1CAB28E07}"/>
              </a:ext>
            </a:extLst>
          </p:cNvPr>
          <p:cNvCxnSpPr>
            <a:cxnSpLocks/>
          </p:cNvCxnSpPr>
          <p:nvPr/>
        </p:nvCxnSpPr>
        <p:spPr>
          <a:xfrm>
            <a:off x="2254246" y="2361358"/>
            <a:ext cx="0" cy="559185"/>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4F01E266-62C6-A9AC-EC2E-F9F79D1D6DDF}"/>
              </a:ext>
            </a:extLst>
          </p:cNvPr>
          <p:cNvCxnSpPr>
            <a:cxnSpLocks/>
          </p:cNvCxnSpPr>
          <p:nvPr/>
        </p:nvCxnSpPr>
        <p:spPr>
          <a:xfrm>
            <a:off x="2583430" y="2520655"/>
            <a:ext cx="0" cy="446187"/>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8D813B5C-1B79-7E2E-13BA-DE6851B90188}"/>
              </a:ext>
            </a:extLst>
          </p:cNvPr>
          <p:cNvCxnSpPr>
            <a:cxnSpLocks/>
          </p:cNvCxnSpPr>
          <p:nvPr/>
        </p:nvCxnSpPr>
        <p:spPr>
          <a:xfrm>
            <a:off x="2940046" y="2966842"/>
            <a:ext cx="0" cy="370718"/>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BF456BD5-1528-EE17-D7F1-273FB46AAB99}"/>
              </a:ext>
            </a:extLst>
          </p:cNvPr>
          <p:cNvCxnSpPr>
            <a:cxnSpLocks/>
          </p:cNvCxnSpPr>
          <p:nvPr/>
        </p:nvCxnSpPr>
        <p:spPr>
          <a:xfrm>
            <a:off x="3250942" y="2966842"/>
            <a:ext cx="0" cy="901070"/>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BA2C8FAE-C628-CE8A-5689-18B8305E670A}"/>
              </a:ext>
            </a:extLst>
          </p:cNvPr>
          <p:cNvCxnSpPr/>
          <p:nvPr/>
        </p:nvCxnSpPr>
        <p:spPr>
          <a:xfrm>
            <a:off x="3625846" y="1845722"/>
            <a:ext cx="0" cy="1051232"/>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82FE74F6-E8A8-5C79-0867-F985D5C24373}"/>
              </a:ext>
            </a:extLst>
          </p:cNvPr>
          <p:cNvCxnSpPr>
            <a:cxnSpLocks/>
          </p:cNvCxnSpPr>
          <p:nvPr/>
        </p:nvCxnSpPr>
        <p:spPr>
          <a:xfrm>
            <a:off x="3964174" y="2394927"/>
            <a:ext cx="0" cy="525616"/>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2E55D46C-E075-BA3C-D82E-A29DE9428670}"/>
              </a:ext>
            </a:extLst>
          </p:cNvPr>
          <p:cNvCxnSpPr>
            <a:cxnSpLocks/>
          </p:cNvCxnSpPr>
          <p:nvPr/>
        </p:nvCxnSpPr>
        <p:spPr>
          <a:xfrm>
            <a:off x="4311646" y="2520655"/>
            <a:ext cx="0" cy="446187"/>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8B5582A0-2E4A-EF49-A3AB-175B627A3E6B}"/>
              </a:ext>
            </a:extLst>
          </p:cNvPr>
          <p:cNvCxnSpPr>
            <a:cxnSpLocks/>
          </p:cNvCxnSpPr>
          <p:nvPr/>
        </p:nvCxnSpPr>
        <p:spPr>
          <a:xfrm>
            <a:off x="4649974" y="2920543"/>
            <a:ext cx="0" cy="508457"/>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0FB26569-579B-64F7-5197-6D3CEFDD7686}"/>
              </a:ext>
            </a:extLst>
          </p:cNvPr>
          <p:cNvCxnSpPr>
            <a:cxnSpLocks/>
          </p:cNvCxnSpPr>
          <p:nvPr/>
        </p:nvCxnSpPr>
        <p:spPr>
          <a:xfrm>
            <a:off x="4948678" y="2966842"/>
            <a:ext cx="0" cy="983366"/>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88E1F5EE-52E8-3838-3255-D3003EB50A8B}"/>
              </a:ext>
            </a:extLst>
          </p:cNvPr>
          <p:cNvCxnSpPr>
            <a:cxnSpLocks/>
          </p:cNvCxnSpPr>
          <p:nvPr/>
        </p:nvCxnSpPr>
        <p:spPr>
          <a:xfrm>
            <a:off x="5378446" y="2012198"/>
            <a:ext cx="0" cy="954644"/>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498EB8E0-CAA3-80E9-1FC9-C7BEAE4A1834}"/>
              </a:ext>
            </a:extLst>
          </p:cNvPr>
          <p:cNvCxnSpPr>
            <a:cxnSpLocks/>
          </p:cNvCxnSpPr>
          <p:nvPr/>
        </p:nvCxnSpPr>
        <p:spPr>
          <a:xfrm>
            <a:off x="5695438" y="2394927"/>
            <a:ext cx="0" cy="525616"/>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Straight Arrow Connector 31">
            <a:extLst>
              <a:ext uri="{FF2B5EF4-FFF2-40B4-BE49-F238E27FC236}">
                <a16:creationId xmlns:a16="http://schemas.microsoft.com/office/drawing/2014/main" id="{334424E4-480D-F36D-30DB-6B540139F770}"/>
              </a:ext>
            </a:extLst>
          </p:cNvPr>
          <p:cNvCxnSpPr>
            <a:cxnSpLocks/>
          </p:cNvCxnSpPr>
          <p:nvPr/>
        </p:nvCxnSpPr>
        <p:spPr>
          <a:xfrm>
            <a:off x="5974744" y="2564455"/>
            <a:ext cx="0" cy="402387"/>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Straight Arrow Connector 33">
            <a:extLst>
              <a:ext uri="{FF2B5EF4-FFF2-40B4-BE49-F238E27FC236}">
                <a16:creationId xmlns:a16="http://schemas.microsoft.com/office/drawing/2014/main" id="{3E0A9D41-0488-2387-5C5F-B2A4C8085D1F}"/>
              </a:ext>
            </a:extLst>
          </p:cNvPr>
          <p:cNvCxnSpPr>
            <a:cxnSpLocks/>
          </p:cNvCxnSpPr>
          <p:nvPr/>
        </p:nvCxnSpPr>
        <p:spPr>
          <a:xfrm>
            <a:off x="6381238" y="2971363"/>
            <a:ext cx="0" cy="686237"/>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C78109E5-DCDE-A842-8140-B2F896B3521F}"/>
              </a:ext>
            </a:extLst>
          </p:cNvPr>
          <p:cNvCxnSpPr>
            <a:cxnSpLocks/>
          </p:cNvCxnSpPr>
          <p:nvPr/>
        </p:nvCxnSpPr>
        <p:spPr>
          <a:xfrm>
            <a:off x="6746998" y="2966842"/>
            <a:ext cx="0" cy="1176528"/>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a:extLst>
              <a:ext uri="{FF2B5EF4-FFF2-40B4-BE49-F238E27FC236}">
                <a16:creationId xmlns:a16="http://schemas.microsoft.com/office/drawing/2014/main" id="{81A5BB11-6B6F-8F67-C0C9-8B98B783E8F4}"/>
              </a:ext>
            </a:extLst>
          </p:cNvPr>
          <p:cNvCxnSpPr>
            <a:cxnSpLocks/>
          </p:cNvCxnSpPr>
          <p:nvPr/>
        </p:nvCxnSpPr>
        <p:spPr>
          <a:xfrm>
            <a:off x="7076182" y="2043333"/>
            <a:ext cx="0" cy="954644"/>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Arrow Connector 38">
            <a:extLst>
              <a:ext uri="{FF2B5EF4-FFF2-40B4-BE49-F238E27FC236}">
                <a16:creationId xmlns:a16="http://schemas.microsoft.com/office/drawing/2014/main" id="{130A19E7-7F37-46C3-A7AA-EC9A035F21F6}"/>
              </a:ext>
            </a:extLst>
          </p:cNvPr>
          <p:cNvCxnSpPr>
            <a:cxnSpLocks/>
          </p:cNvCxnSpPr>
          <p:nvPr/>
        </p:nvCxnSpPr>
        <p:spPr>
          <a:xfrm>
            <a:off x="7423654" y="2394927"/>
            <a:ext cx="0" cy="571915"/>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Straight Arrow Connector 40">
            <a:extLst>
              <a:ext uri="{FF2B5EF4-FFF2-40B4-BE49-F238E27FC236}">
                <a16:creationId xmlns:a16="http://schemas.microsoft.com/office/drawing/2014/main" id="{EFE6AFBA-F172-E84B-5B8E-94F0949EAA6D}"/>
              </a:ext>
            </a:extLst>
          </p:cNvPr>
          <p:cNvCxnSpPr>
            <a:cxnSpLocks/>
          </p:cNvCxnSpPr>
          <p:nvPr/>
        </p:nvCxnSpPr>
        <p:spPr>
          <a:xfrm>
            <a:off x="7771126" y="2769905"/>
            <a:ext cx="0" cy="196937"/>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148975D2-554D-900F-77D5-A5E022A195A4}"/>
              </a:ext>
            </a:extLst>
          </p:cNvPr>
          <p:cNvCxnSpPr>
            <a:cxnSpLocks/>
          </p:cNvCxnSpPr>
          <p:nvPr/>
        </p:nvCxnSpPr>
        <p:spPr>
          <a:xfrm>
            <a:off x="8091166" y="2940055"/>
            <a:ext cx="0" cy="717545"/>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a16="http://schemas.microsoft.com/office/drawing/2014/main" id="{8EA47989-AF43-C4C5-62FD-F9FDD6618DA5}"/>
              </a:ext>
            </a:extLst>
          </p:cNvPr>
          <p:cNvCxnSpPr>
            <a:cxnSpLocks/>
          </p:cNvCxnSpPr>
          <p:nvPr/>
        </p:nvCxnSpPr>
        <p:spPr>
          <a:xfrm>
            <a:off x="8475214" y="2966842"/>
            <a:ext cx="0" cy="1378392"/>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C49B6B2B-18C5-E83A-72A1-FB2E57782828}"/>
              </a:ext>
            </a:extLst>
          </p:cNvPr>
          <p:cNvCxnSpPr>
            <a:cxnSpLocks/>
          </p:cNvCxnSpPr>
          <p:nvPr/>
        </p:nvCxnSpPr>
        <p:spPr>
          <a:xfrm>
            <a:off x="8786110" y="2266426"/>
            <a:ext cx="0" cy="673629"/>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49" name="Straight Arrow Connector 48">
            <a:extLst>
              <a:ext uri="{FF2B5EF4-FFF2-40B4-BE49-F238E27FC236}">
                <a16:creationId xmlns:a16="http://schemas.microsoft.com/office/drawing/2014/main" id="{42F1E8BB-B5B0-CBD6-E13C-E0ADCBADDDE8}"/>
              </a:ext>
            </a:extLst>
          </p:cNvPr>
          <p:cNvCxnSpPr>
            <a:cxnSpLocks/>
          </p:cNvCxnSpPr>
          <p:nvPr/>
        </p:nvCxnSpPr>
        <p:spPr>
          <a:xfrm>
            <a:off x="9133582" y="2443104"/>
            <a:ext cx="0" cy="523738"/>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308CB728-829C-3994-CF22-8802B9E25D9A}"/>
              </a:ext>
            </a:extLst>
          </p:cNvPr>
          <p:cNvCxnSpPr>
            <a:cxnSpLocks/>
          </p:cNvCxnSpPr>
          <p:nvPr/>
        </p:nvCxnSpPr>
        <p:spPr>
          <a:xfrm>
            <a:off x="9837670" y="2930784"/>
            <a:ext cx="0" cy="954644"/>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2618A44D-E817-8228-E51C-A5057F5D8B94}"/>
              </a:ext>
            </a:extLst>
          </p:cNvPr>
          <p:cNvCxnSpPr>
            <a:cxnSpLocks/>
          </p:cNvCxnSpPr>
          <p:nvPr/>
        </p:nvCxnSpPr>
        <p:spPr>
          <a:xfrm>
            <a:off x="10166854" y="2930784"/>
            <a:ext cx="0" cy="1578966"/>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pic>
        <p:nvPicPr>
          <p:cNvPr id="55" name="Picture 54">
            <a:extLst>
              <a:ext uri="{FF2B5EF4-FFF2-40B4-BE49-F238E27FC236}">
                <a16:creationId xmlns:a16="http://schemas.microsoft.com/office/drawing/2014/main" id="{11FDB50C-DAD3-FF1A-4B8E-5A06C23133F5}"/>
              </a:ext>
            </a:extLst>
          </p:cNvPr>
          <p:cNvPicPr>
            <a:picLocks noChangeAspect="1"/>
          </p:cNvPicPr>
          <p:nvPr/>
        </p:nvPicPr>
        <p:blipFill>
          <a:blip r:embed="rId4"/>
          <a:stretch>
            <a:fillRect/>
          </a:stretch>
        </p:blipFill>
        <p:spPr>
          <a:xfrm>
            <a:off x="2307835" y="4128697"/>
            <a:ext cx="1886213" cy="762106"/>
          </a:xfrm>
          <a:prstGeom prst="rect">
            <a:avLst/>
          </a:prstGeom>
        </p:spPr>
      </p:pic>
      <p:pic>
        <p:nvPicPr>
          <p:cNvPr id="57" name="Picture 56">
            <a:extLst>
              <a:ext uri="{FF2B5EF4-FFF2-40B4-BE49-F238E27FC236}">
                <a16:creationId xmlns:a16="http://schemas.microsoft.com/office/drawing/2014/main" id="{1D4090C4-9B20-B24E-B185-835D2876E91E}"/>
              </a:ext>
            </a:extLst>
          </p:cNvPr>
          <p:cNvPicPr>
            <a:picLocks noChangeAspect="1"/>
          </p:cNvPicPr>
          <p:nvPr/>
        </p:nvPicPr>
        <p:blipFill>
          <a:blip r:embed="rId5"/>
          <a:stretch>
            <a:fillRect/>
          </a:stretch>
        </p:blipFill>
        <p:spPr>
          <a:xfrm>
            <a:off x="400639" y="2408912"/>
            <a:ext cx="400106" cy="504895"/>
          </a:xfrm>
          <a:prstGeom prst="rect">
            <a:avLst/>
          </a:prstGeom>
        </p:spPr>
      </p:pic>
    </p:spTree>
    <p:extLst>
      <p:ext uri="{BB962C8B-B14F-4D97-AF65-F5344CB8AC3E}">
        <p14:creationId xmlns:p14="http://schemas.microsoft.com/office/powerpoint/2010/main" val="385998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par>
                          <p:cTn id="52" fill="hold">
                            <p:stCondLst>
                              <p:cond delay="500"/>
                            </p:stCondLst>
                            <p:childTnLst>
                              <p:par>
                                <p:cTn id="53" presetID="10" presetClass="entr" presetSubtype="0" fill="hold"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par>
                                <p:cTn id="71" presetID="10"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par>
                                <p:cTn id="74" presetID="10" presetClass="entr" presetSubtype="0" fill="hold" nodeType="withEffect">
                                  <p:stCondLst>
                                    <p:cond delay="0"/>
                                  </p:stCondLst>
                                  <p:childTnLst>
                                    <p:set>
                                      <p:cBhvr>
                                        <p:cTn id="75" dur="1" fill="hold">
                                          <p:stCondLst>
                                            <p:cond delay="0"/>
                                          </p:stCondLst>
                                        </p:cTn>
                                        <p:tgtEl>
                                          <p:spTgt spid="38"/>
                                        </p:tgtEl>
                                        <p:attrNameLst>
                                          <p:attrName>style.visibility</p:attrName>
                                        </p:attrNameLst>
                                      </p:cBhvr>
                                      <p:to>
                                        <p:strVal val="visible"/>
                                      </p:to>
                                    </p:set>
                                    <p:animEffect transition="in" filter="fade">
                                      <p:cBhvr>
                                        <p:cTn id="76" dur="500"/>
                                        <p:tgtEl>
                                          <p:spTgt spid="38"/>
                                        </p:tgtEl>
                                      </p:cBhvr>
                                    </p:animEffect>
                                  </p:childTnLst>
                                </p:cTn>
                              </p:par>
                              <p:par>
                                <p:cTn id="77" presetID="10" presetClass="entr" presetSubtype="0"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500"/>
                                        <p:tgtEl>
                                          <p:spTgt spid="39"/>
                                        </p:tgtEl>
                                      </p:cBhvr>
                                    </p:animEffect>
                                  </p:childTnLst>
                                </p:cTn>
                              </p:par>
                              <p:par>
                                <p:cTn id="80" presetID="10" presetClass="entr" presetSubtype="0" fill="hold"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500"/>
                                        <p:tgtEl>
                                          <p:spTgt spid="41"/>
                                        </p:tgtEl>
                                      </p:cBhvr>
                                    </p:animEffect>
                                  </p:childTnLst>
                                </p:cTn>
                              </p:par>
                              <p:par>
                                <p:cTn id="83" presetID="10" presetClass="entr" presetSubtype="0" fill="hold" nodeType="with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500"/>
                                        <p:tgtEl>
                                          <p:spTgt spid="43"/>
                                        </p:tgtEl>
                                      </p:cBhvr>
                                    </p:animEffect>
                                  </p:childTnLst>
                                </p:cTn>
                              </p:par>
                              <p:par>
                                <p:cTn id="86" presetID="10" presetClass="entr" presetSubtype="0" fill="hold" nodeType="withEffect">
                                  <p:stCondLst>
                                    <p:cond delay="0"/>
                                  </p:stCondLst>
                                  <p:childTnLst>
                                    <p:set>
                                      <p:cBhvr>
                                        <p:cTn id="87" dur="1" fill="hold">
                                          <p:stCondLst>
                                            <p:cond delay="0"/>
                                          </p:stCondLst>
                                        </p:cTn>
                                        <p:tgtEl>
                                          <p:spTgt spid="45"/>
                                        </p:tgtEl>
                                        <p:attrNameLst>
                                          <p:attrName>style.visibility</p:attrName>
                                        </p:attrNameLst>
                                      </p:cBhvr>
                                      <p:to>
                                        <p:strVal val="visible"/>
                                      </p:to>
                                    </p:set>
                                    <p:animEffect transition="in" filter="fade">
                                      <p:cBhvr>
                                        <p:cTn id="88" dur="500"/>
                                        <p:tgtEl>
                                          <p:spTgt spid="45"/>
                                        </p:tgtEl>
                                      </p:cBhvr>
                                    </p:animEffect>
                                  </p:childTnLst>
                                </p:cTn>
                              </p:par>
                              <p:par>
                                <p:cTn id="89" presetID="10" presetClass="entr" presetSubtype="0" fill="hold" nodeType="withEffect">
                                  <p:stCondLst>
                                    <p:cond delay="0"/>
                                  </p:stCondLst>
                                  <p:childTnLst>
                                    <p:set>
                                      <p:cBhvr>
                                        <p:cTn id="90" dur="1" fill="hold">
                                          <p:stCondLst>
                                            <p:cond delay="0"/>
                                          </p:stCondLst>
                                        </p:cTn>
                                        <p:tgtEl>
                                          <p:spTgt spid="47"/>
                                        </p:tgtEl>
                                        <p:attrNameLst>
                                          <p:attrName>style.visibility</p:attrName>
                                        </p:attrNameLst>
                                      </p:cBhvr>
                                      <p:to>
                                        <p:strVal val="visible"/>
                                      </p:to>
                                    </p:set>
                                    <p:animEffect transition="in" filter="fade">
                                      <p:cBhvr>
                                        <p:cTn id="91" dur="500"/>
                                        <p:tgtEl>
                                          <p:spTgt spid="47"/>
                                        </p:tgtEl>
                                      </p:cBhvr>
                                    </p:animEffect>
                                  </p:childTnLst>
                                </p:cTn>
                              </p:par>
                              <p:par>
                                <p:cTn id="92" presetID="10" presetClass="entr" presetSubtype="0" fill="hold" nodeType="with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fade">
                                      <p:cBhvr>
                                        <p:cTn id="94" dur="500"/>
                                        <p:tgtEl>
                                          <p:spTgt spid="49"/>
                                        </p:tgtEl>
                                      </p:cBhvr>
                                    </p:animEffect>
                                  </p:childTnLst>
                                </p:cTn>
                              </p:par>
                              <p:par>
                                <p:cTn id="95" presetID="10" presetClass="entr" presetSubtype="0" fill="hold" nodeType="withEffect">
                                  <p:stCondLst>
                                    <p:cond delay="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500"/>
                                        <p:tgtEl>
                                          <p:spTgt spid="51"/>
                                        </p:tgtEl>
                                      </p:cBhvr>
                                    </p:animEffect>
                                  </p:childTnLst>
                                </p:cTn>
                              </p:par>
                              <p:par>
                                <p:cTn id="98" presetID="10" presetClass="entr" presetSubtype="0" fill="hold" nodeType="withEffect">
                                  <p:stCondLst>
                                    <p:cond delay="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500"/>
                                        <p:tgtEl>
                                          <p:spTgt spid="52"/>
                                        </p:tgtEl>
                                      </p:cBhvr>
                                    </p:animEffect>
                                  </p:childTnLst>
                                </p:cTn>
                              </p:par>
                            </p:childTnLst>
                          </p:cTn>
                        </p:par>
                        <p:par>
                          <p:cTn id="101" fill="hold">
                            <p:stCondLst>
                              <p:cond delay="500"/>
                            </p:stCondLst>
                            <p:childTnLst>
                              <p:par>
                                <p:cTn id="102" presetID="10" presetClass="entr" presetSubtype="0" fill="hold" nodeType="after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500"/>
                                        <p:tgtEl>
                                          <p:spTgt spid="28"/>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500"/>
                                        <p:tgtEl>
                                          <p:spTgt spid="55"/>
                                        </p:tgtEl>
                                      </p:cBhvr>
                                    </p:animEffect>
                                  </p:childTnLst>
                                </p:cTn>
                              </p:par>
                            </p:childTnLst>
                          </p:cTn>
                        </p:par>
                        <p:par>
                          <p:cTn id="110" fill="hold">
                            <p:stCondLst>
                              <p:cond delay="500"/>
                            </p:stCondLst>
                            <p:childTnLst>
                              <p:par>
                                <p:cTn id="111" presetID="10" presetClass="entr" presetSubtype="0" fill="hold" nodeType="afterEffect">
                                  <p:stCondLst>
                                    <p:cond delay="0"/>
                                  </p:stCondLst>
                                  <p:childTnLst>
                                    <p:set>
                                      <p:cBhvr>
                                        <p:cTn id="112" dur="1" fill="hold">
                                          <p:stCondLst>
                                            <p:cond delay="0"/>
                                          </p:stCondLst>
                                        </p:cTn>
                                        <p:tgtEl>
                                          <p:spTgt spid="57"/>
                                        </p:tgtEl>
                                        <p:attrNameLst>
                                          <p:attrName>style.visibility</p:attrName>
                                        </p:attrNameLst>
                                      </p:cBhvr>
                                      <p:to>
                                        <p:strVal val="visible"/>
                                      </p:to>
                                    </p:set>
                                    <p:animEffect transition="in" filter="fade">
                                      <p:cBhvr>
                                        <p:cTn id="11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11A68B-F065-4898-9D98-750E32BB3538}"/>
              </a:ext>
            </a:extLst>
          </p:cNvPr>
          <p:cNvPicPr>
            <a:picLocks noChangeAspect="1"/>
          </p:cNvPicPr>
          <p:nvPr/>
        </p:nvPicPr>
        <p:blipFill rotWithShape="1">
          <a:blip r:embed="rId4"/>
          <a:srcRect/>
          <a:stretch/>
        </p:blipFill>
        <p:spPr>
          <a:xfrm>
            <a:off x="685620" y="1320587"/>
            <a:ext cx="1740819" cy="4796133"/>
          </a:xfrm>
          <a:prstGeom prst="rect">
            <a:avLst/>
          </a:prstGeom>
        </p:spPr>
      </p:pic>
      <p:sp>
        <p:nvSpPr>
          <p:cNvPr id="7" name="TextBox 6">
            <a:extLst>
              <a:ext uri="{FF2B5EF4-FFF2-40B4-BE49-F238E27FC236}">
                <a16:creationId xmlns:a16="http://schemas.microsoft.com/office/drawing/2014/main" id="{6455E7AC-AF82-44C4-B0D0-3F9295761AC3}"/>
              </a:ext>
            </a:extLst>
          </p:cNvPr>
          <p:cNvSpPr txBox="1"/>
          <p:nvPr/>
        </p:nvSpPr>
        <p:spPr>
          <a:xfrm>
            <a:off x="2919937" y="1256700"/>
            <a:ext cx="7716033" cy="1200329"/>
          </a:xfrm>
          <a:prstGeom prst="rect">
            <a:avLst/>
          </a:prstGeom>
          <a:noFill/>
        </p:spPr>
        <p:txBody>
          <a:bodyPr wrap="square" rtlCol="0">
            <a:spAutoFit/>
          </a:bodyPr>
          <a:lstStyle/>
          <a:p>
            <a:r>
              <a:rPr lang="en-SG" sz="2400" dirty="0">
                <a:latin typeface="Abadi" panose="020B0604020104020204" pitchFamily="34" charset="0"/>
              </a:rPr>
              <a:t>If we are going to use this Sample to estimate the standard deviation for all classes, then we will use the Sample Standard Deviation.</a:t>
            </a:r>
          </a:p>
        </p:txBody>
      </p:sp>
      <p:pic>
        <p:nvPicPr>
          <p:cNvPr id="15" name="Picture 14">
            <a:extLst>
              <a:ext uri="{FF2B5EF4-FFF2-40B4-BE49-F238E27FC236}">
                <a16:creationId xmlns:a16="http://schemas.microsoft.com/office/drawing/2014/main" id="{BD3CD177-1743-4994-99AF-051FB1AF556F}"/>
              </a:ext>
            </a:extLst>
          </p:cNvPr>
          <p:cNvPicPr>
            <a:picLocks noChangeAspect="1"/>
          </p:cNvPicPr>
          <p:nvPr/>
        </p:nvPicPr>
        <p:blipFill>
          <a:blip r:embed="rId5"/>
          <a:stretch>
            <a:fillRect/>
          </a:stretch>
        </p:blipFill>
        <p:spPr>
          <a:xfrm>
            <a:off x="5622813" y="2457029"/>
            <a:ext cx="5013157" cy="3745849"/>
          </a:xfrm>
          <a:prstGeom prst="rect">
            <a:avLst/>
          </a:prstGeom>
        </p:spPr>
      </p:pic>
      <p:sp>
        <p:nvSpPr>
          <p:cNvPr id="2" name="Rectangle 1">
            <a:extLst>
              <a:ext uri="{FF2B5EF4-FFF2-40B4-BE49-F238E27FC236}">
                <a16:creationId xmlns:a16="http://schemas.microsoft.com/office/drawing/2014/main" id="{4A67E38C-539E-49F4-8C9E-E55D9498CB99}"/>
              </a:ext>
            </a:extLst>
          </p:cNvPr>
          <p:cNvSpPr/>
          <p:nvPr/>
        </p:nvSpPr>
        <p:spPr>
          <a:xfrm>
            <a:off x="5799551" y="2457028"/>
            <a:ext cx="4659682" cy="182287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Rectangle 3">
            <a:extLst>
              <a:ext uri="{FF2B5EF4-FFF2-40B4-BE49-F238E27FC236}">
                <a16:creationId xmlns:a16="http://schemas.microsoft.com/office/drawing/2014/main" id="{B1B610A5-0DC4-9185-DCD3-FC9EF99D2666}"/>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Calculate SD</a:t>
            </a:r>
          </a:p>
        </p:txBody>
      </p:sp>
    </p:spTree>
    <p:custDataLst>
      <p:tags r:id="rId1"/>
    </p:custDataLst>
    <p:extLst>
      <p:ext uri="{BB962C8B-B14F-4D97-AF65-F5344CB8AC3E}">
        <p14:creationId xmlns:p14="http://schemas.microsoft.com/office/powerpoint/2010/main" val="3598335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E86EDE-B62A-41E1-BC14-5073E8D0C064}"/>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Calculate SD</a:t>
            </a:r>
          </a:p>
        </p:txBody>
      </p:sp>
      <p:pic>
        <p:nvPicPr>
          <p:cNvPr id="5" name="Picture 4">
            <a:extLst>
              <a:ext uri="{FF2B5EF4-FFF2-40B4-BE49-F238E27FC236}">
                <a16:creationId xmlns:a16="http://schemas.microsoft.com/office/drawing/2014/main" id="{4E11A68B-F065-4898-9D98-750E32BB3538}"/>
              </a:ext>
            </a:extLst>
          </p:cNvPr>
          <p:cNvPicPr>
            <a:picLocks noChangeAspect="1"/>
          </p:cNvPicPr>
          <p:nvPr/>
        </p:nvPicPr>
        <p:blipFill rotWithShape="1">
          <a:blip r:embed="rId4"/>
          <a:srcRect/>
          <a:stretch/>
        </p:blipFill>
        <p:spPr>
          <a:xfrm>
            <a:off x="426785" y="2963119"/>
            <a:ext cx="1144630" cy="3153572"/>
          </a:xfrm>
          <a:prstGeom prst="rect">
            <a:avLst/>
          </a:prstGeom>
        </p:spPr>
      </p:pic>
      <p:sp>
        <p:nvSpPr>
          <p:cNvPr id="7" name="TextBox 6">
            <a:extLst>
              <a:ext uri="{FF2B5EF4-FFF2-40B4-BE49-F238E27FC236}">
                <a16:creationId xmlns:a16="http://schemas.microsoft.com/office/drawing/2014/main" id="{6455E7AC-AF82-44C4-B0D0-3F9295761AC3}"/>
              </a:ext>
            </a:extLst>
          </p:cNvPr>
          <p:cNvSpPr txBox="1"/>
          <p:nvPr/>
        </p:nvSpPr>
        <p:spPr>
          <a:xfrm>
            <a:off x="3144033" y="1441366"/>
            <a:ext cx="7716033" cy="461665"/>
          </a:xfrm>
          <a:prstGeom prst="rect">
            <a:avLst/>
          </a:prstGeom>
          <a:noFill/>
        </p:spPr>
        <p:txBody>
          <a:bodyPr wrap="square" rtlCol="0">
            <a:spAutoFit/>
          </a:bodyPr>
          <a:lstStyle/>
          <a:p>
            <a:r>
              <a:rPr lang="en-SG" sz="2400" dirty="0">
                <a:latin typeface="Abadi" panose="020B0604020104020204" pitchFamily="34" charset="0"/>
              </a:rPr>
              <a:t>Calculate the Sample Standard Deviation.</a:t>
            </a:r>
          </a:p>
        </p:txBody>
      </p:sp>
      <p:sp>
        <p:nvSpPr>
          <p:cNvPr id="4" name="TextBox 3">
            <a:extLst>
              <a:ext uri="{FF2B5EF4-FFF2-40B4-BE49-F238E27FC236}">
                <a16:creationId xmlns:a16="http://schemas.microsoft.com/office/drawing/2014/main" id="{E7888913-205D-4273-96F7-3B1B4FFBFCE2}"/>
              </a:ext>
            </a:extLst>
          </p:cNvPr>
          <p:cNvSpPr txBox="1"/>
          <p:nvPr/>
        </p:nvSpPr>
        <p:spPr>
          <a:xfrm>
            <a:off x="3788945" y="5851267"/>
            <a:ext cx="3139001" cy="461665"/>
          </a:xfrm>
          <a:prstGeom prst="rect">
            <a:avLst/>
          </a:prstGeom>
          <a:noFill/>
        </p:spPr>
        <p:txBody>
          <a:bodyPr wrap="none" rtlCol="0">
            <a:spAutoFit/>
          </a:bodyPr>
          <a:lstStyle/>
          <a:p>
            <a:r>
              <a:rPr lang="en-SG" sz="2400" b="1" dirty="0">
                <a:solidFill>
                  <a:srgbClr val="0070C0"/>
                </a:solidFill>
              </a:rPr>
              <a:t>Sample SD = 22.2</a:t>
            </a:r>
          </a:p>
        </p:txBody>
      </p:sp>
      <p:sp>
        <p:nvSpPr>
          <p:cNvPr id="2" name="TextBox 1">
            <a:hlinkClick r:id="rId5"/>
            <a:extLst>
              <a:ext uri="{FF2B5EF4-FFF2-40B4-BE49-F238E27FC236}">
                <a16:creationId xmlns:a16="http://schemas.microsoft.com/office/drawing/2014/main" id="{D5C1D6CA-E579-412D-BC1B-4CEB0269505A}"/>
              </a:ext>
            </a:extLst>
          </p:cNvPr>
          <p:cNvSpPr txBox="1"/>
          <p:nvPr/>
        </p:nvSpPr>
        <p:spPr>
          <a:xfrm>
            <a:off x="7880684" y="5943600"/>
            <a:ext cx="2926955" cy="369332"/>
          </a:xfrm>
          <a:prstGeom prst="rect">
            <a:avLst/>
          </a:prstGeom>
          <a:noFill/>
        </p:spPr>
        <p:txBody>
          <a:bodyPr wrap="none" rtlCol="0">
            <a:spAutoFit/>
          </a:bodyPr>
          <a:lstStyle/>
          <a:p>
            <a:r>
              <a:rPr lang="en-SG" dirty="0"/>
              <a:t>(Show me how in Excel)</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BF22076-C209-44EB-84FB-432B69F34972}"/>
                  </a:ext>
                </a:extLst>
              </p:cNvPr>
              <p:cNvSpPr txBox="1"/>
              <p:nvPr/>
            </p:nvSpPr>
            <p:spPr>
              <a:xfrm>
                <a:off x="999100" y="1903031"/>
                <a:ext cx="10362067"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SG" i="1" smtClean="0">
                              <a:latin typeface="Cambria Math" panose="02040503050406030204" pitchFamily="18" charset="0"/>
                            </a:rPr>
                          </m:ctrlPr>
                        </m:radPr>
                        <m:deg/>
                        <m:e>
                          <m:f>
                            <m:fPr>
                              <m:ctrlPr>
                                <a:rPr lang="en-SG" i="1" smtClean="0">
                                  <a:latin typeface="Cambria Math" panose="02040503050406030204" pitchFamily="18" charset="0"/>
                                </a:rPr>
                              </m:ctrlPr>
                            </m:fPr>
                            <m:num>
                              <m:r>
                                <a:rPr lang="en-SG" b="0" i="1" smtClean="0">
                                  <a:latin typeface="Cambria Math" panose="02040503050406030204" pitchFamily="18" charset="0"/>
                                </a:rPr>
                                <m:t>1</m:t>
                              </m:r>
                            </m:num>
                            <m:den>
                              <m:r>
                                <a:rPr lang="en-SG" b="0" i="1" smtClean="0">
                                  <a:latin typeface="Cambria Math" panose="02040503050406030204" pitchFamily="18" charset="0"/>
                                </a:rPr>
                                <m:t>25−1</m:t>
                              </m:r>
                            </m:den>
                          </m:f>
                          <m:r>
                            <a:rPr lang="en-SG" b="0" i="1" smtClean="0">
                              <a:latin typeface="Cambria Math" panose="02040503050406030204" pitchFamily="18" charset="0"/>
                            </a:rPr>
                            <m:t>[</m:t>
                          </m:r>
                          <m:sSup>
                            <m:sSupPr>
                              <m:ctrlPr>
                                <a:rPr lang="en-SG" b="0" i="1" smtClean="0">
                                  <a:latin typeface="Cambria Math" panose="02040503050406030204" pitchFamily="18" charset="0"/>
                                </a:rPr>
                              </m:ctrlPr>
                            </m:sSupPr>
                            <m:e>
                              <m:d>
                                <m:dPr>
                                  <m:ctrlPr>
                                    <a:rPr lang="en-SG" i="1">
                                      <a:latin typeface="Cambria Math" panose="02040503050406030204" pitchFamily="18" charset="0"/>
                                    </a:rPr>
                                  </m:ctrlPr>
                                </m:dPr>
                                <m:e>
                                  <m:r>
                                    <a:rPr lang="en-SG" i="1">
                                      <a:latin typeface="Cambria Math" panose="02040503050406030204" pitchFamily="18" charset="0"/>
                                    </a:rPr>
                                    <m:t>96−65</m:t>
                                  </m:r>
                                </m:e>
                              </m:d>
                            </m:e>
                            <m:sup>
                              <m:r>
                                <a:rPr lang="en-SG" b="0" i="1" smtClean="0">
                                  <a:latin typeface="Cambria Math" panose="02040503050406030204" pitchFamily="18" charset="0"/>
                                </a:rPr>
                                <m:t>2</m:t>
                              </m:r>
                            </m:sup>
                          </m:sSup>
                          <m:r>
                            <a:rPr lang="en-SG" b="0" i="1" smtClean="0">
                              <a:latin typeface="Cambria Math" panose="02040503050406030204" pitchFamily="18" charset="0"/>
                            </a:rPr>
                            <m:t>+</m:t>
                          </m:r>
                          <m:sSup>
                            <m:sSupPr>
                              <m:ctrlPr>
                                <a:rPr lang="en-SG" b="0" i="1" smtClean="0">
                                  <a:latin typeface="Cambria Math" panose="02040503050406030204" pitchFamily="18" charset="0"/>
                                </a:rPr>
                              </m:ctrlPr>
                            </m:sSupPr>
                            <m:e>
                              <m:d>
                                <m:dPr>
                                  <m:ctrlPr>
                                    <a:rPr lang="en-SG" b="0" i="1" smtClean="0">
                                      <a:latin typeface="Cambria Math" panose="02040503050406030204" pitchFamily="18" charset="0"/>
                                    </a:rPr>
                                  </m:ctrlPr>
                                </m:dPr>
                                <m:e>
                                  <m:r>
                                    <a:rPr lang="en-SG" b="0" i="1" smtClean="0">
                                      <a:latin typeface="Cambria Math" panose="02040503050406030204" pitchFamily="18" charset="0"/>
                                    </a:rPr>
                                    <m:t>82−65</m:t>
                                  </m:r>
                                </m:e>
                              </m:d>
                            </m:e>
                            <m:sup>
                              <m:r>
                                <a:rPr lang="en-SG" b="0" i="1" smtClean="0">
                                  <a:latin typeface="Cambria Math" panose="02040503050406030204" pitchFamily="18" charset="0"/>
                                </a:rPr>
                                <m:t>2</m:t>
                              </m:r>
                            </m:sup>
                          </m:sSup>
                          <m:r>
                            <a:rPr lang="en-SG" b="0" i="1" smtClean="0">
                              <a:latin typeface="Cambria Math" panose="02040503050406030204" pitchFamily="18" charset="0"/>
                            </a:rPr>
                            <m:t>+</m:t>
                          </m:r>
                          <m:sSup>
                            <m:sSupPr>
                              <m:ctrlPr>
                                <a:rPr lang="en-SG" b="0" i="1" smtClean="0">
                                  <a:latin typeface="Cambria Math" panose="02040503050406030204" pitchFamily="18" charset="0"/>
                                </a:rPr>
                              </m:ctrlPr>
                            </m:sSupPr>
                            <m:e>
                              <m:r>
                                <a:rPr lang="en-SG" b="0" i="1" smtClean="0">
                                  <a:latin typeface="Cambria Math" panose="02040503050406030204" pitchFamily="18" charset="0"/>
                                </a:rPr>
                                <m:t>(78−65</m:t>
                              </m:r>
                            </m:e>
                            <m:sup>
                              <m:r>
                                <a:rPr lang="en-SG" b="0" i="1" smtClean="0">
                                  <a:latin typeface="Cambria Math" panose="02040503050406030204" pitchFamily="18" charset="0"/>
                                </a:rPr>
                                <m:t>2</m:t>
                              </m:r>
                            </m:sup>
                          </m:sSup>
                          <m:r>
                            <a:rPr lang="en-SG" b="0" i="1" smtClean="0">
                              <a:latin typeface="Cambria Math" panose="02040503050406030204" pitchFamily="18" charset="0"/>
                            </a:rPr>
                            <m:t>+</m:t>
                          </m:r>
                          <m:sSup>
                            <m:sSupPr>
                              <m:ctrlPr>
                                <a:rPr lang="en-SG" b="0" i="1" smtClean="0">
                                  <a:latin typeface="Cambria Math" panose="02040503050406030204" pitchFamily="18" charset="0"/>
                                </a:rPr>
                              </m:ctrlPr>
                            </m:sSupPr>
                            <m:e>
                              <m:d>
                                <m:dPr>
                                  <m:ctrlPr>
                                    <a:rPr lang="en-SG" b="0" i="1" smtClean="0">
                                      <a:latin typeface="Cambria Math" panose="02040503050406030204" pitchFamily="18" charset="0"/>
                                    </a:rPr>
                                  </m:ctrlPr>
                                </m:dPr>
                                <m:e>
                                  <m:r>
                                    <a:rPr lang="en-SG" b="0" i="1" smtClean="0">
                                      <a:latin typeface="Cambria Math" panose="02040503050406030204" pitchFamily="18" charset="0"/>
                                    </a:rPr>
                                    <m:t>56−65</m:t>
                                  </m:r>
                                </m:e>
                              </m:d>
                            </m:e>
                            <m:sup>
                              <m:r>
                                <a:rPr lang="en-SG" b="0" i="1" smtClean="0">
                                  <a:latin typeface="Cambria Math" panose="02040503050406030204" pitchFamily="18" charset="0"/>
                                </a:rPr>
                                <m:t>2</m:t>
                              </m:r>
                            </m:sup>
                          </m:sSup>
                          <m:sSup>
                            <m:sSupPr>
                              <m:ctrlPr>
                                <a:rPr lang="en-SG" i="1">
                                  <a:latin typeface="Cambria Math" panose="02040503050406030204" pitchFamily="18" charset="0"/>
                                </a:rPr>
                              </m:ctrlPr>
                            </m:sSupPr>
                            <m:e>
                              <m:r>
                                <a:rPr lang="en-SG" b="0" i="1" smtClean="0">
                                  <a:latin typeface="Cambria Math" panose="02040503050406030204" pitchFamily="18" charset="0"/>
                                </a:rPr>
                                <m:t>+</m:t>
                              </m:r>
                              <m:r>
                                <a:rPr lang="en-SG" i="1">
                                  <a:latin typeface="Cambria Math" panose="02040503050406030204" pitchFamily="18" charset="0"/>
                                </a:rPr>
                                <m:t>(40−65</m:t>
                              </m:r>
                            </m:e>
                            <m:sup>
                              <m:r>
                                <a:rPr lang="en-SG" i="1">
                                  <a:latin typeface="Cambria Math" panose="02040503050406030204" pitchFamily="18" charset="0"/>
                                </a:rPr>
                                <m:t>2</m:t>
                              </m:r>
                            </m:sup>
                          </m:sSup>
                          <m:r>
                            <a:rPr lang="en-SG" b="0" i="1" smtClean="0">
                              <a:latin typeface="Cambria Math" panose="02040503050406030204" pitchFamily="18" charset="0"/>
                            </a:rPr>
                            <m:t>+…+</m:t>
                          </m:r>
                          <m:sSup>
                            <m:sSupPr>
                              <m:ctrlPr>
                                <a:rPr lang="en-SG" b="0" i="1" smtClean="0">
                                  <a:latin typeface="Cambria Math" panose="02040503050406030204" pitchFamily="18" charset="0"/>
                                </a:rPr>
                              </m:ctrlPr>
                            </m:sSupPr>
                            <m:e>
                              <m:d>
                                <m:dPr>
                                  <m:ctrlPr>
                                    <a:rPr lang="en-SG" b="0" i="1" smtClean="0">
                                      <a:latin typeface="Cambria Math" panose="02040503050406030204" pitchFamily="18" charset="0"/>
                                    </a:rPr>
                                  </m:ctrlPr>
                                </m:dPr>
                                <m:e>
                                  <m:sSub>
                                    <m:sSubPr>
                                      <m:ctrlPr>
                                        <a:rPr lang="en-SG" b="0" i="1" smtClean="0">
                                          <a:latin typeface="Cambria Math" panose="02040503050406030204" pitchFamily="18" charset="0"/>
                                        </a:rPr>
                                      </m:ctrlPr>
                                    </m:sSubPr>
                                    <m:e>
                                      <m:r>
                                        <a:rPr lang="en-SG" b="0" i="1" smtClean="0">
                                          <a:latin typeface="Cambria Math" panose="02040503050406030204" pitchFamily="18" charset="0"/>
                                        </a:rPr>
                                        <m:t>𝑋</m:t>
                                      </m:r>
                                    </m:e>
                                    <m:sub>
                                      <m:r>
                                        <a:rPr lang="en-SG" b="0" i="1" smtClean="0">
                                          <a:latin typeface="Cambria Math" panose="02040503050406030204" pitchFamily="18" charset="0"/>
                                        </a:rPr>
                                        <m:t>𝑖</m:t>
                                      </m:r>
                                    </m:sub>
                                  </m:sSub>
                                  <m:r>
                                    <a:rPr lang="en-SG" b="0" i="1" smtClean="0">
                                      <a:latin typeface="Cambria Math" panose="02040503050406030204" pitchFamily="18" charset="0"/>
                                    </a:rPr>
                                    <m:t>−65</m:t>
                                  </m:r>
                                </m:e>
                              </m:d>
                            </m:e>
                            <m:sup>
                              <m:r>
                                <a:rPr lang="en-SG" b="0" i="1" smtClean="0">
                                  <a:latin typeface="Cambria Math" panose="02040503050406030204" pitchFamily="18" charset="0"/>
                                </a:rPr>
                                <m:t>2</m:t>
                              </m:r>
                            </m:sup>
                          </m:sSup>
                          <m:r>
                            <a:rPr lang="en-SG" b="0" i="1" smtClean="0">
                              <a:latin typeface="Cambria Math" panose="02040503050406030204" pitchFamily="18" charset="0"/>
                            </a:rPr>
                            <m:t>+</m:t>
                          </m:r>
                          <m:sSup>
                            <m:sSupPr>
                              <m:ctrlPr>
                                <a:rPr lang="en-SG" b="0" i="1" smtClean="0">
                                  <a:latin typeface="Cambria Math" panose="02040503050406030204" pitchFamily="18" charset="0"/>
                                </a:rPr>
                              </m:ctrlPr>
                            </m:sSupPr>
                            <m:e>
                              <m:d>
                                <m:dPr>
                                  <m:ctrlPr>
                                    <a:rPr lang="en-SG" b="0" i="1" smtClean="0">
                                      <a:latin typeface="Cambria Math" panose="02040503050406030204" pitchFamily="18" charset="0"/>
                                    </a:rPr>
                                  </m:ctrlPr>
                                </m:dPr>
                                <m:e>
                                  <m:r>
                                    <a:rPr lang="en-SG" b="0" i="1" smtClean="0">
                                      <a:latin typeface="Cambria Math" panose="02040503050406030204" pitchFamily="18" charset="0"/>
                                    </a:rPr>
                                    <m:t>25−65</m:t>
                                  </m:r>
                                </m:e>
                              </m:d>
                            </m:e>
                            <m:sup>
                              <m:r>
                                <a:rPr lang="en-SG" b="0" i="1" smtClean="0">
                                  <a:latin typeface="Cambria Math" panose="02040503050406030204" pitchFamily="18" charset="0"/>
                                </a:rPr>
                                <m:t>2</m:t>
                              </m:r>
                            </m:sup>
                          </m:sSup>
                          <m:r>
                            <a:rPr lang="en-SG" b="0" i="1" smtClean="0">
                              <a:latin typeface="Cambria Math" panose="02040503050406030204" pitchFamily="18" charset="0"/>
                            </a:rPr>
                            <m:t>]</m:t>
                          </m:r>
                        </m:e>
                      </m:rad>
                    </m:oMath>
                  </m:oMathPara>
                </a14:m>
                <a:endParaRPr lang="en-SG" dirty="0"/>
              </a:p>
            </p:txBody>
          </p:sp>
        </mc:Choice>
        <mc:Fallback xmlns="">
          <p:sp>
            <p:nvSpPr>
              <p:cNvPr id="6" name="TextBox 5">
                <a:extLst>
                  <a:ext uri="{FF2B5EF4-FFF2-40B4-BE49-F238E27FC236}">
                    <a16:creationId xmlns:a16="http://schemas.microsoft.com/office/drawing/2014/main" id="{FBF22076-C209-44EB-84FB-432B69F34972}"/>
                  </a:ext>
                </a:extLst>
              </p:cNvPr>
              <p:cNvSpPr txBox="1">
                <a:spLocks noRot="1" noChangeAspect="1" noMove="1" noResize="1" noEditPoints="1" noAdjustHandles="1" noChangeArrowheads="1" noChangeShapeType="1" noTextEdit="1"/>
              </p:cNvSpPr>
              <p:nvPr/>
            </p:nvSpPr>
            <p:spPr>
              <a:xfrm>
                <a:off x="999100" y="1903031"/>
                <a:ext cx="10362067" cy="818366"/>
              </a:xfrm>
              <a:prstGeom prst="rect">
                <a:avLst/>
              </a:prstGeom>
              <a:blipFill>
                <a:blip r:embed="rId6"/>
                <a:stretch>
                  <a:fillRect b="-74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318A5BD-0DC2-4F1D-AB23-8CF02DFF7B17}"/>
                  </a:ext>
                </a:extLst>
              </p:cNvPr>
              <p:cNvSpPr txBox="1"/>
              <p:nvPr/>
            </p:nvSpPr>
            <p:spPr>
              <a:xfrm>
                <a:off x="1730305" y="3649869"/>
                <a:ext cx="17595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b="0" i="1" smtClean="0">
                          <a:latin typeface="Cambria Math" panose="02040503050406030204" pitchFamily="18" charset="0"/>
                        </a:rPr>
                        <m:t>𝐴𝑣𝑒𝑟𝑎𝑔𝑒</m:t>
                      </m:r>
                      <m:r>
                        <a:rPr lang="en-SG" b="0" i="1" smtClean="0">
                          <a:latin typeface="Cambria Math" panose="02040503050406030204" pitchFamily="18" charset="0"/>
                        </a:rPr>
                        <m:t>, </m:t>
                      </m:r>
                      <m:acc>
                        <m:accPr>
                          <m:chr m:val="̅"/>
                          <m:ctrlPr>
                            <a:rPr lang="en-SG" b="0" i="1" smtClean="0">
                              <a:latin typeface="Cambria Math" panose="02040503050406030204" pitchFamily="18" charset="0"/>
                            </a:rPr>
                          </m:ctrlPr>
                        </m:accPr>
                        <m:e>
                          <m:r>
                            <a:rPr lang="en-SG" b="0" i="1" smtClean="0">
                              <a:latin typeface="Cambria Math" panose="02040503050406030204" pitchFamily="18" charset="0"/>
                            </a:rPr>
                            <m:t>𝑋</m:t>
                          </m:r>
                        </m:e>
                      </m:acc>
                      <m:r>
                        <a:rPr lang="en-SG" b="0" i="1" smtClean="0">
                          <a:latin typeface="Cambria Math" panose="02040503050406030204" pitchFamily="18" charset="0"/>
                        </a:rPr>
                        <m:t>=65</m:t>
                      </m:r>
                    </m:oMath>
                  </m:oMathPara>
                </a14:m>
                <a:endParaRPr lang="en-SG" dirty="0"/>
              </a:p>
            </p:txBody>
          </p:sp>
        </mc:Choice>
        <mc:Fallback xmlns="">
          <p:sp>
            <p:nvSpPr>
              <p:cNvPr id="8" name="TextBox 7">
                <a:extLst>
                  <a:ext uri="{FF2B5EF4-FFF2-40B4-BE49-F238E27FC236}">
                    <a16:creationId xmlns:a16="http://schemas.microsoft.com/office/drawing/2014/main" id="{D318A5BD-0DC2-4F1D-AB23-8CF02DFF7B17}"/>
                  </a:ext>
                </a:extLst>
              </p:cNvPr>
              <p:cNvSpPr txBox="1">
                <a:spLocks noRot="1" noChangeAspect="1" noMove="1" noResize="1" noEditPoints="1" noAdjustHandles="1" noChangeArrowheads="1" noChangeShapeType="1" noTextEdit="1"/>
              </p:cNvSpPr>
              <p:nvPr/>
            </p:nvSpPr>
            <p:spPr>
              <a:xfrm>
                <a:off x="1730305" y="3649869"/>
                <a:ext cx="1759584" cy="276999"/>
              </a:xfrm>
              <a:prstGeom prst="rect">
                <a:avLst/>
              </a:prstGeom>
              <a:blipFill>
                <a:blip r:embed="rId7"/>
                <a:stretch>
                  <a:fillRect l="-3472" t="-11111" r="-2431" b="-28889"/>
                </a:stretch>
              </a:blipFill>
            </p:spPr>
            <p:txBody>
              <a:bodyPr/>
              <a:lstStyle/>
              <a:p>
                <a:r>
                  <a:rPr lang="en-SG">
                    <a:noFill/>
                  </a:rPr>
                  <a:t> </a:t>
                </a:r>
              </a:p>
            </p:txBody>
          </p:sp>
        </mc:Fallback>
      </mc:AlternateContent>
    </p:spTree>
    <p:custDataLst>
      <p:tags r:id="rId1"/>
    </p:custDataLst>
    <p:extLst>
      <p:ext uri="{BB962C8B-B14F-4D97-AF65-F5344CB8AC3E}">
        <p14:creationId xmlns:p14="http://schemas.microsoft.com/office/powerpoint/2010/main" val="150798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11A68B-F065-4898-9D98-750E32BB3538}"/>
              </a:ext>
            </a:extLst>
          </p:cNvPr>
          <p:cNvPicPr>
            <a:picLocks noChangeAspect="1"/>
          </p:cNvPicPr>
          <p:nvPr/>
        </p:nvPicPr>
        <p:blipFill rotWithShape="1">
          <a:blip r:embed="rId4"/>
          <a:srcRect/>
          <a:stretch/>
        </p:blipFill>
        <p:spPr>
          <a:xfrm>
            <a:off x="892343" y="1269787"/>
            <a:ext cx="1740819" cy="4796133"/>
          </a:xfrm>
          <a:prstGeom prst="rect">
            <a:avLst/>
          </a:prstGeom>
        </p:spPr>
      </p:pic>
      <p:sp>
        <p:nvSpPr>
          <p:cNvPr id="7" name="TextBox 6">
            <a:extLst>
              <a:ext uri="{FF2B5EF4-FFF2-40B4-BE49-F238E27FC236}">
                <a16:creationId xmlns:a16="http://schemas.microsoft.com/office/drawing/2014/main" id="{6455E7AC-AF82-44C4-B0D0-3F9295761AC3}"/>
              </a:ext>
            </a:extLst>
          </p:cNvPr>
          <p:cNvSpPr txBox="1"/>
          <p:nvPr/>
        </p:nvSpPr>
        <p:spPr>
          <a:xfrm>
            <a:off x="3176338" y="1688887"/>
            <a:ext cx="5410455" cy="830997"/>
          </a:xfrm>
          <a:prstGeom prst="rect">
            <a:avLst/>
          </a:prstGeom>
          <a:noFill/>
        </p:spPr>
        <p:txBody>
          <a:bodyPr wrap="none" rtlCol="0">
            <a:spAutoFit/>
          </a:bodyPr>
          <a:lstStyle/>
          <a:p>
            <a:r>
              <a:rPr lang="en-SG" sz="2400" dirty="0"/>
              <a:t>Mean  = 65</a:t>
            </a:r>
          </a:p>
          <a:p>
            <a:r>
              <a:rPr lang="en-SG" sz="2400" dirty="0"/>
              <a:t>Sample Standard Deviation = 22.2</a:t>
            </a:r>
          </a:p>
        </p:txBody>
      </p:sp>
      <p:sp>
        <p:nvSpPr>
          <p:cNvPr id="2" name="TextBox 1">
            <a:extLst>
              <a:ext uri="{FF2B5EF4-FFF2-40B4-BE49-F238E27FC236}">
                <a16:creationId xmlns:a16="http://schemas.microsoft.com/office/drawing/2014/main" id="{FCC0AB60-1A2D-43E7-A15D-0055EF884504}"/>
              </a:ext>
            </a:extLst>
          </p:cNvPr>
          <p:cNvSpPr txBox="1"/>
          <p:nvPr/>
        </p:nvSpPr>
        <p:spPr>
          <a:xfrm>
            <a:off x="3142246" y="3128667"/>
            <a:ext cx="8157411" cy="1154162"/>
          </a:xfrm>
          <a:prstGeom prst="rect">
            <a:avLst/>
          </a:prstGeom>
          <a:noFill/>
        </p:spPr>
        <p:txBody>
          <a:bodyPr wrap="square" rtlCol="0">
            <a:spAutoFit/>
          </a:bodyPr>
          <a:lstStyle/>
          <a:p>
            <a:pPr>
              <a:lnSpc>
                <a:spcPct val="150000"/>
              </a:lnSpc>
            </a:pPr>
            <a:r>
              <a:rPr lang="en-SG" sz="2400" b="1" i="1" dirty="0">
                <a:solidFill>
                  <a:srgbClr val="0070C0"/>
                </a:solidFill>
              </a:rPr>
              <a:t>This means the difference in marks is about 22.2 more or less than the average value.</a:t>
            </a:r>
          </a:p>
        </p:txBody>
      </p:sp>
      <p:sp>
        <p:nvSpPr>
          <p:cNvPr id="4" name="Rectangle 3">
            <a:extLst>
              <a:ext uri="{FF2B5EF4-FFF2-40B4-BE49-F238E27FC236}">
                <a16:creationId xmlns:a16="http://schemas.microsoft.com/office/drawing/2014/main" id="{97B5007B-83F2-9209-9E78-482E69B74B3D}"/>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Calculate SD</a:t>
            </a:r>
          </a:p>
        </p:txBody>
      </p:sp>
    </p:spTree>
    <p:custDataLst>
      <p:tags r:id="rId1"/>
    </p:custDataLst>
    <p:extLst>
      <p:ext uri="{BB962C8B-B14F-4D97-AF65-F5344CB8AC3E}">
        <p14:creationId xmlns:p14="http://schemas.microsoft.com/office/powerpoint/2010/main" val="151273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B1FFB6-1D15-2D18-9543-13AC75523680}"/>
              </a:ext>
            </a:extLst>
          </p:cNvPr>
          <p:cNvSpPr/>
          <p:nvPr/>
        </p:nvSpPr>
        <p:spPr>
          <a:xfrm>
            <a:off x="0" y="120317"/>
            <a:ext cx="12192000" cy="85424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3rd way of measuring the Spread</a:t>
            </a:r>
          </a:p>
        </p:txBody>
      </p:sp>
      <p:graphicFrame>
        <p:nvGraphicFramePr>
          <p:cNvPr id="3" name="Table 5">
            <a:extLst>
              <a:ext uri="{FF2B5EF4-FFF2-40B4-BE49-F238E27FC236}">
                <a16:creationId xmlns:a16="http://schemas.microsoft.com/office/drawing/2014/main" id="{5EFB71D2-B7B0-9B51-3C33-A56A79F46469}"/>
              </a:ext>
            </a:extLst>
          </p:cNvPr>
          <p:cNvGraphicFramePr>
            <a:graphicFrameLocks noGrp="1"/>
          </p:cNvGraphicFramePr>
          <p:nvPr>
            <p:extLst>
              <p:ext uri="{D42A27DB-BD31-4B8C-83A1-F6EECF244321}">
                <p14:modId xmlns:p14="http://schemas.microsoft.com/office/powerpoint/2010/main" val="1993769454"/>
              </p:ext>
            </p:extLst>
          </p:nvPr>
        </p:nvGraphicFramePr>
        <p:xfrm>
          <a:off x="1645837" y="1647468"/>
          <a:ext cx="8316239" cy="3687674"/>
        </p:xfrm>
        <a:graphic>
          <a:graphicData uri="http://schemas.openxmlformats.org/drawingml/2006/table">
            <a:tbl>
              <a:tblPr firstRow="1" bandRow="1">
                <a:tableStyleId>{5C22544A-7EE6-4342-B048-85BDC9FD1C3A}</a:tableStyleId>
              </a:tblPr>
              <a:tblGrid>
                <a:gridCol w="2902724">
                  <a:extLst>
                    <a:ext uri="{9D8B030D-6E8A-4147-A177-3AD203B41FA5}">
                      <a16:colId xmlns:a16="http://schemas.microsoft.com/office/drawing/2014/main" val="850821274"/>
                    </a:ext>
                  </a:extLst>
                </a:gridCol>
                <a:gridCol w="5413515">
                  <a:extLst>
                    <a:ext uri="{9D8B030D-6E8A-4147-A177-3AD203B41FA5}">
                      <a16:colId xmlns:a16="http://schemas.microsoft.com/office/drawing/2014/main" val="4287674722"/>
                    </a:ext>
                  </a:extLst>
                </a:gridCol>
              </a:tblGrid>
              <a:tr h="380249">
                <a:tc>
                  <a:txBody>
                    <a:bodyPr/>
                    <a:lstStyle/>
                    <a:p>
                      <a:r>
                        <a:rPr lang="en-SG" sz="2400" dirty="0"/>
                        <a:t>Term</a:t>
                      </a:r>
                    </a:p>
                  </a:txBody>
                  <a:tcPr/>
                </a:tc>
                <a:tc>
                  <a:txBody>
                    <a:bodyPr/>
                    <a:lstStyle/>
                    <a:p>
                      <a:r>
                        <a:rPr lang="en-SG" sz="2400" dirty="0"/>
                        <a:t>Mathematical Formula</a:t>
                      </a:r>
                    </a:p>
                  </a:txBody>
                  <a:tcPr/>
                </a:tc>
                <a:extLst>
                  <a:ext uri="{0D108BD9-81ED-4DB2-BD59-A6C34878D82A}">
                    <a16:rowId xmlns:a16="http://schemas.microsoft.com/office/drawing/2014/main" val="3879715829"/>
                  </a:ext>
                </a:extLst>
              </a:tr>
              <a:tr h="547162">
                <a:tc>
                  <a:txBody>
                    <a:bodyPr/>
                    <a:lstStyle/>
                    <a:p>
                      <a:r>
                        <a:rPr lang="en-SG" sz="2400" dirty="0">
                          <a:solidFill>
                            <a:schemeClr val="bg1"/>
                          </a:solidFill>
                        </a:rPr>
                        <a:t>Range</a:t>
                      </a:r>
                    </a:p>
                  </a:txBody>
                  <a:tcPr>
                    <a:solidFill>
                      <a:schemeClr val="accent4">
                        <a:lumMod val="75000"/>
                      </a:schemeClr>
                    </a:solidFill>
                  </a:tcPr>
                </a:tc>
                <a:tc>
                  <a:txBody>
                    <a:bodyPr/>
                    <a:lstStyle/>
                    <a:p>
                      <a:r>
                        <a:rPr lang="en-SG" sz="2400" dirty="0"/>
                        <a:t>Max.  -  Min. </a:t>
                      </a:r>
                    </a:p>
                  </a:txBody>
                  <a:tcPr/>
                </a:tc>
                <a:extLst>
                  <a:ext uri="{0D108BD9-81ED-4DB2-BD59-A6C34878D82A}">
                    <a16:rowId xmlns:a16="http://schemas.microsoft.com/office/drawing/2014/main" val="2693755126"/>
                  </a:ext>
                </a:extLst>
              </a:tr>
              <a:tr h="1860352">
                <a:tc>
                  <a:txBody>
                    <a:bodyPr/>
                    <a:lstStyle/>
                    <a:p>
                      <a:r>
                        <a:rPr lang="en-SG" sz="2400" dirty="0">
                          <a:solidFill>
                            <a:schemeClr val="bg1"/>
                          </a:solidFill>
                        </a:rPr>
                        <a:t>Standard Deviation</a:t>
                      </a:r>
                    </a:p>
                    <a:p>
                      <a:r>
                        <a:rPr lang="en-SG" sz="2400" dirty="0">
                          <a:solidFill>
                            <a:schemeClr val="bg1"/>
                          </a:solidFill>
                        </a:rPr>
                        <a:t>(SD)</a:t>
                      </a:r>
                    </a:p>
                  </a:txBody>
                  <a:tcPr>
                    <a:solidFill>
                      <a:schemeClr val="accent4">
                        <a:lumMod val="75000"/>
                      </a:schemeClr>
                    </a:solidFill>
                  </a:tcPr>
                </a:tc>
                <a:tc>
                  <a:txBody>
                    <a:bodyPr/>
                    <a:lstStyle/>
                    <a:p>
                      <a:endParaRPr lang="en-SG" sz="2400" dirty="0"/>
                    </a:p>
                    <a:p>
                      <a:endParaRPr lang="en-SG" sz="2400" dirty="0"/>
                    </a:p>
                    <a:p>
                      <a:endParaRPr lang="en-SG" sz="2400" dirty="0"/>
                    </a:p>
                  </a:txBody>
                  <a:tcPr/>
                </a:tc>
                <a:extLst>
                  <a:ext uri="{0D108BD9-81ED-4DB2-BD59-A6C34878D82A}">
                    <a16:rowId xmlns:a16="http://schemas.microsoft.com/office/drawing/2014/main" val="3225619549"/>
                  </a:ext>
                </a:extLst>
              </a:tr>
              <a:tr h="724519">
                <a:tc>
                  <a:txBody>
                    <a:bodyPr/>
                    <a:lstStyle/>
                    <a:p>
                      <a:r>
                        <a:rPr lang="en-SG" sz="2400" dirty="0">
                          <a:solidFill>
                            <a:schemeClr val="bg1"/>
                          </a:solidFill>
                        </a:rPr>
                        <a:t>Interquartile range (IQR)</a:t>
                      </a:r>
                    </a:p>
                  </a:txBody>
                  <a:tcPr>
                    <a:solidFill>
                      <a:schemeClr val="accent4">
                        <a:lumMod val="75000"/>
                      </a:schemeClr>
                    </a:solidFill>
                  </a:tcPr>
                </a:tc>
                <a:tc>
                  <a:txBody>
                    <a:bodyPr/>
                    <a:lstStyle/>
                    <a:p>
                      <a:r>
                        <a:rPr lang="en-SG" sz="2400" dirty="0"/>
                        <a:t>Upper Quartile – Lower Quartile</a:t>
                      </a:r>
                    </a:p>
                  </a:txBody>
                  <a:tcPr anchor="ctr"/>
                </a:tc>
                <a:extLst>
                  <a:ext uri="{0D108BD9-81ED-4DB2-BD59-A6C34878D82A}">
                    <a16:rowId xmlns:a16="http://schemas.microsoft.com/office/drawing/2014/main" val="3811113372"/>
                  </a:ext>
                </a:extLst>
              </a:tr>
            </a:tbl>
          </a:graphicData>
        </a:graphic>
      </p:graphicFrame>
      <p:pic>
        <p:nvPicPr>
          <p:cNvPr id="4" name="Picture 3">
            <a:extLst>
              <a:ext uri="{FF2B5EF4-FFF2-40B4-BE49-F238E27FC236}">
                <a16:creationId xmlns:a16="http://schemas.microsoft.com/office/drawing/2014/main" id="{B5371E13-6F70-3459-6B20-01F42CB74646}"/>
              </a:ext>
            </a:extLst>
          </p:cNvPr>
          <p:cNvPicPr>
            <a:picLocks noChangeAspect="1"/>
          </p:cNvPicPr>
          <p:nvPr/>
        </p:nvPicPr>
        <p:blipFill>
          <a:blip r:embed="rId3"/>
          <a:stretch>
            <a:fillRect/>
          </a:stretch>
        </p:blipFill>
        <p:spPr>
          <a:xfrm>
            <a:off x="4931394" y="2430617"/>
            <a:ext cx="2329211" cy="1742658"/>
          </a:xfrm>
          <a:prstGeom prst="rect">
            <a:avLst/>
          </a:prstGeom>
        </p:spPr>
      </p:pic>
      <p:sp>
        <p:nvSpPr>
          <p:cNvPr id="5" name="Cloud 4">
            <a:extLst>
              <a:ext uri="{FF2B5EF4-FFF2-40B4-BE49-F238E27FC236}">
                <a16:creationId xmlns:a16="http://schemas.microsoft.com/office/drawing/2014/main" id="{CFDF790F-99E3-B9CA-D6BC-8F8E6302BF27}"/>
              </a:ext>
            </a:extLst>
          </p:cNvPr>
          <p:cNvSpPr/>
          <p:nvPr/>
        </p:nvSpPr>
        <p:spPr>
          <a:xfrm>
            <a:off x="914400" y="4173275"/>
            <a:ext cx="3860800" cy="1351225"/>
          </a:xfrm>
          <a:prstGeom prst="cloud">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617443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DF57C2-9D4C-4B98-ADE6-992B9CD6AAF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614862" y="2492542"/>
            <a:ext cx="6709611" cy="3092256"/>
          </a:xfrm>
          <a:prstGeom prst="rect">
            <a:avLst/>
          </a:prstGeom>
        </p:spPr>
      </p:pic>
      <p:sp>
        <p:nvSpPr>
          <p:cNvPr id="3" name="Rectangle 2">
            <a:extLst>
              <a:ext uri="{FF2B5EF4-FFF2-40B4-BE49-F238E27FC236}">
                <a16:creationId xmlns:a16="http://schemas.microsoft.com/office/drawing/2014/main" id="{4F6D1CAA-9C70-486E-8471-2E443960B69C}"/>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 Calculate IQR</a:t>
            </a:r>
          </a:p>
        </p:txBody>
      </p:sp>
      <p:sp>
        <p:nvSpPr>
          <p:cNvPr id="4" name="Arrow: Down 3">
            <a:extLst>
              <a:ext uri="{FF2B5EF4-FFF2-40B4-BE49-F238E27FC236}">
                <a16:creationId xmlns:a16="http://schemas.microsoft.com/office/drawing/2014/main" id="{37AB6D10-F9A7-4906-889D-5B46D1786DAA}"/>
              </a:ext>
            </a:extLst>
          </p:cNvPr>
          <p:cNvSpPr/>
          <p:nvPr/>
        </p:nvSpPr>
        <p:spPr>
          <a:xfrm>
            <a:off x="4652211" y="1688503"/>
            <a:ext cx="1443789" cy="832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51EC63EE-A203-4C10-99C8-40DAB93B65B8}"/>
              </a:ext>
            </a:extLst>
          </p:cNvPr>
          <p:cNvSpPr txBox="1"/>
          <p:nvPr/>
        </p:nvSpPr>
        <p:spPr>
          <a:xfrm>
            <a:off x="4560420" y="1273202"/>
            <a:ext cx="1595309" cy="523220"/>
          </a:xfrm>
          <a:prstGeom prst="rect">
            <a:avLst/>
          </a:prstGeom>
          <a:noFill/>
        </p:spPr>
        <p:txBody>
          <a:bodyPr wrap="none" rtlCol="0">
            <a:spAutoFit/>
          </a:bodyPr>
          <a:lstStyle/>
          <a:p>
            <a:r>
              <a:rPr lang="en-SG" sz="2800" b="1" dirty="0">
                <a:latin typeface="Aharoni" panose="02010803020104030203" pitchFamily="2" charset="-79"/>
                <a:cs typeface="Aharoni" panose="02010803020104030203" pitchFamily="2" charset="-79"/>
              </a:rPr>
              <a:t>MEDIAN</a:t>
            </a:r>
          </a:p>
        </p:txBody>
      </p:sp>
      <p:sp>
        <p:nvSpPr>
          <p:cNvPr id="6" name="TextBox 5">
            <a:extLst>
              <a:ext uri="{FF2B5EF4-FFF2-40B4-BE49-F238E27FC236}">
                <a16:creationId xmlns:a16="http://schemas.microsoft.com/office/drawing/2014/main" id="{A47615F1-BBEE-451F-9A70-8ED2683DCC4C}"/>
              </a:ext>
            </a:extLst>
          </p:cNvPr>
          <p:cNvSpPr txBox="1"/>
          <p:nvPr/>
        </p:nvSpPr>
        <p:spPr>
          <a:xfrm>
            <a:off x="1291390" y="5267087"/>
            <a:ext cx="8618065" cy="954107"/>
          </a:xfrm>
          <a:prstGeom prst="rect">
            <a:avLst/>
          </a:prstGeom>
          <a:noFill/>
        </p:spPr>
        <p:txBody>
          <a:bodyPr wrap="none" rtlCol="0">
            <a:spAutoFit/>
          </a:bodyPr>
          <a:lstStyle/>
          <a:p>
            <a:r>
              <a:rPr lang="en-SG" sz="2800" b="1" dirty="0">
                <a:solidFill>
                  <a:srgbClr val="FF0000"/>
                </a:solidFill>
                <a:latin typeface="Aharoni" panose="02010803020104030203" pitchFamily="2" charset="-79"/>
                <a:cs typeface="Aharoni" panose="02010803020104030203" pitchFamily="2" charset="-79"/>
              </a:rPr>
              <a:t>**</a:t>
            </a:r>
          </a:p>
          <a:p>
            <a:r>
              <a:rPr lang="en-SG" sz="2800" b="1" dirty="0">
                <a:solidFill>
                  <a:srgbClr val="FF0000"/>
                </a:solidFill>
                <a:latin typeface="Aharoni" panose="02010803020104030203" pitchFamily="2" charset="-79"/>
                <a:cs typeface="Aharoni" panose="02010803020104030203" pitchFamily="2" charset="-79"/>
              </a:rPr>
              <a:t>The values must first be sorted in increasing order</a:t>
            </a:r>
          </a:p>
        </p:txBody>
      </p:sp>
      <p:sp>
        <p:nvSpPr>
          <p:cNvPr id="7" name="TextBox 6">
            <a:extLst>
              <a:ext uri="{FF2B5EF4-FFF2-40B4-BE49-F238E27FC236}">
                <a16:creationId xmlns:a16="http://schemas.microsoft.com/office/drawing/2014/main" id="{A40053F7-5E70-4B61-9656-052FC667087D}"/>
              </a:ext>
            </a:extLst>
          </p:cNvPr>
          <p:cNvSpPr txBox="1"/>
          <p:nvPr/>
        </p:nvSpPr>
        <p:spPr>
          <a:xfrm>
            <a:off x="2074376" y="1924640"/>
            <a:ext cx="2234907" cy="646331"/>
          </a:xfrm>
          <a:prstGeom prst="rect">
            <a:avLst/>
          </a:prstGeom>
          <a:noFill/>
        </p:spPr>
        <p:txBody>
          <a:bodyPr wrap="none" rtlCol="0">
            <a:spAutoFit/>
          </a:bodyPr>
          <a:lstStyle/>
          <a:p>
            <a:r>
              <a:rPr lang="en-SG" dirty="0"/>
              <a:t>Q1</a:t>
            </a:r>
          </a:p>
          <a:p>
            <a:r>
              <a:rPr lang="en-SG" dirty="0"/>
              <a:t>Mid of Lower Half </a:t>
            </a:r>
          </a:p>
        </p:txBody>
      </p:sp>
      <p:sp>
        <p:nvSpPr>
          <p:cNvPr id="8" name="TextBox 7">
            <a:extLst>
              <a:ext uri="{FF2B5EF4-FFF2-40B4-BE49-F238E27FC236}">
                <a16:creationId xmlns:a16="http://schemas.microsoft.com/office/drawing/2014/main" id="{A61F70BE-9229-4E37-B610-3992588A2F05}"/>
              </a:ext>
            </a:extLst>
          </p:cNvPr>
          <p:cNvSpPr txBox="1"/>
          <p:nvPr/>
        </p:nvSpPr>
        <p:spPr>
          <a:xfrm>
            <a:off x="6813261" y="1924640"/>
            <a:ext cx="2226892" cy="646331"/>
          </a:xfrm>
          <a:prstGeom prst="rect">
            <a:avLst/>
          </a:prstGeom>
          <a:noFill/>
        </p:spPr>
        <p:txBody>
          <a:bodyPr wrap="none" rtlCol="0">
            <a:spAutoFit/>
          </a:bodyPr>
          <a:lstStyle/>
          <a:p>
            <a:r>
              <a:rPr lang="en-SG" dirty="0"/>
              <a:t>Q3</a:t>
            </a:r>
          </a:p>
          <a:p>
            <a:r>
              <a:rPr lang="en-SG" dirty="0"/>
              <a:t>Mid of Upper Half </a:t>
            </a:r>
          </a:p>
        </p:txBody>
      </p:sp>
    </p:spTree>
    <p:custDataLst>
      <p:tags r:id="rId1"/>
    </p:custDataLst>
    <p:extLst>
      <p:ext uri="{BB962C8B-B14F-4D97-AF65-F5344CB8AC3E}">
        <p14:creationId xmlns:p14="http://schemas.microsoft.com/office/powerpoint/2010/main" val="39955488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455E7AC-AF82-44C4-B0D0-3F9295761AC3}"/>
              </a:ext>
            </a:extLst>
          </p:cNvPr>
          <p:cNvSpPr txBox="1"/>
          <p:nvPr/>
        </p:nvSpPr>
        <p:spPr>
          <a:xfrm>
            <a:off x="409075" y="1712950"/>
            <a:ext cx="3401444" cy="3416320"/>
          </a:xfrm>
          <a:prstGeom prst="rect">
            <a:avLst/>
          </a:prstGeom>
          <a:noFill/>
        </p:spPr>
        <p:txBody>
          <a:bodyPr wrap="none" rtlCol="0">
            <a:spAutoFit/>
          </a:bodyPr>
          <a:lstStyle/>
          <a:p>
            <a:r>
              <a:rPr lang="en-SG" sz="2400" dirty="0"/>
              <a:t>First Quartile = 44</a:t>
            </a:r>
          </a:p>
          <a:p>
            <a:r>
              <a:rPr lang="en-SG" sz="2400" dirty="0"/>
              <a:t>25</a:t>
            </a:r>
            <a:r>
              <a:rPr lang="en-SG" sz="2400" baseline="30000" dirty="0"/>
              <a:t>th</a:t>
            </a:r>
            <a:r>
              <a:rPr lang="en-SG" sz="2400" dirty="0"/>
              <a:t> percentile</a:t>
            </a:r>
          </a:p>
          <a:p>
            <a:r>
              <a:rPr lang="en-SG" sz="2400" dirty="0"/>
              <a:t>Lower Quartile</a:t>
            </a:r>
          </a:p>
          <a:p>
            <a:endParaRPr lang="en-SG" sz="2400" dirty="0"/>
          </a:p>
          <a:p>
            <a:r>
              <a:rPr lang="en-SG" sz="2400" dirty="0"/>
              <a:t>Second Quartile = 76</a:t>
            </a:r>
          </a:p>
          <a:p>
            <a:r>
              <a:rPr lang="en-SG" sz="2400" dirty="0"/>
              <a:t>50</a:t>
            </a:r>
            <a:r>
              <a:rPr lang="en-SG" sz="2400" baseline="30000" dirty="0"/>
              <a:t>th</a:t>
            </a:r>
            <a:r>
              <a:rPr lang="en-SG" sz="2400" dirty="0"/>
              <a:t> percentile</a:t>
            </a:r>
          </a:p>
          <a:p>
            <a:r>
              <a:rPr lang="en-SG" sz="2400" dirty="0"/>
              <a:t>Median</a:t>
            </a:r>
          </a:p>
          <a:p>
            <a:endParaRPr lang="en-SG" sz="2400" dirty="0"/>
          </a:p>
          <a:p>
            <a:endParaRPr lang="en-SG" sz="2400" dirty="0"/>
          </a:p>
        </p:txBody>
      </p:sp>
      <p:sp>
        <p:nvSpPr>
          <p:cNvPr id="4" name="Arrow: Left 3">
            <a:extLst>
              <a:ext uri="{FF2B5EF4-FFF2-40B4-BE49-F238E27FC236}">
                <a16:creationId xmlns:a16="http://schemas.microsoft.com/office/drawing/2014/main" id="{6C42A218-4043-4686-9C19-B06B4C1EA7D2}"/>
              </a:ext>
            </a:extLst>
          </p:cNvPr>
          <p:cNvSpPr/>
          <p:nvPr/>
        </p:nvSpPr>
        <p:spPr>
          <a:xfrm>
            <a:off x="8497473" y="3433418"/>
            <a:ext cx="806116" cy="61361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E3CC3288-CB75-42E6-AC3E-B5D142742F4E}"/>
              </a:ext>
            </a:extLst>
          </p:cNvPr>
          <p:cNvSpPr txBox="1"/>
          <p:nvPr/>
        </p:nvSpPr>
        <p:spPr>
          <a:xfrm>
            <a:off x="9288334" y="3585363"/>
            <a:ext cx="2708562" cy="1200329"/>
          </a:xfrm>
          <a:prstGeom prst="rect">
            <a:avLst/>
          </a:prstGeom>
          <a:noFill/>
        </p:spPr>
        <p:txBody>
          <a:bodyPr wrap="none" rtlCol="0">
            <a:spAutoFit/>
          </a:bodyPr>
          <a:lstStyle/>
          <a:p>
            <a:r>
              <a:rPr lang="en-SG" sz="2400" dirty="0"/>
              <a:t>1</a:t>
            </a:r>
            <a:r>
              <a:rPr lang="en-SG" sz="2400" baseline="30000" dirty="0"/>
              <a:t>st</a:t>
            </a:r>
            <a:r>
              <a:rPr lang="en-SG" sz="2400" dirty="0"/>
              <a:t> Quartile</a:t>
            </a:r>
          </a:p>
          <a:p>
            <a:r>
              <a:rPr lang="en-SG" sz="2400" dirty="0"/>
              <a:t>Index = (n+1)/4</a:t>
            </a:r>
          </a:p>
          <a:p>
            <a:r>
              <a:rPr lang="en-SG" sz="2400" dirty="0"/>
              <a:t>Is 6.5</a:t>
            </a:r>
          </a:p>
        </p:txBody>
      </p:sp>
      <p:sp>
        <p:nvSpPr>
          <p:cNvPr id="8" name="Arrow: Left 7">
            <a:extLst>
              <a:ext uri="{FF2B5EF4-FFF2-40B4-BE49-F238E27FC236}">
                <a16:creationId xmlns:a16="http://schemas.microsoft.com/office/drawing/2014/main" id="{9AEBF778-9DEB-4B16-AE51-C59DD1A7B4A7}"/>
              </a:ext>
            </a:extLst>
          </p:cNvPr>
          <p:cNvSpPr/>
          <p:nvPr/>
        </p:nvSpPr>
        <p:spPr>
          <a:xfrm>
            <a:off x="8497473" y="5194170"/>
            <a:ext cx="806116" cy="61361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BADFEA8F-E126-4BE6-9881-6B1216F11E52}"/>
              </a:ext>
            </a:extLst>
          </p:cNvPr>
          <p:cNvSpPr txBox="1"/>
          <p:nvPr/>
        </p:nvSpPr>
        <p:spPr>
          <a:xfrm>
            <a:off x="9288334" y="5129270"/>
            <a:ext cx="1925912" cy="830997"/>
          </a:xfrm>
          <a:prstGeom prst="rect">
            <a:avLst/>
          </a:prstGeom>
          <a:noFill/>
        </p:spPr>
        <p:txBody>
          <a:bodyPr wrap="none" rtlCol="0">
            <a:spAutoFit/>
          </a:bodyPr>
          <a:lstStyle/>
          <a:p>
            <a:r>
              <a:rPr lang="en-SG" sz="2400" dirty="0"/>
              <a:t>Median</a:t>
            </a:r>
          </a:p>
          <a:p>
            <a:r>
              <a:rPr lang="en-SG" sz="2400" dirty="0"/>
              <a:t>2</a:t>
            </a:r>
            <a:r>
              <a:rPr lang="en-SG" sz="2400" baseline="30000" dirty="0"/>
              <a:t>nd</a:t>
            </a:r>
            <a:r>
              <a:rPr lang="en-SG" sz="2400" dirty="0"/>
              <a:t> Quartile</a:t>
            </a:r>
          </a:p>
        </p:txBody>
      </p:sp>
      <p:pic>
        <p:nvPicPr>
          <p:cNvPr id="10" name="Picture 9">
            <a:extLst>
              <a:ext uri="{FF2B5EF4-FFF2-40B4-BE49-F238E27FC236}">
                <a16:creationId xmlns:a16="http://schemas.microsoft.com/office/drawing/2014/main" id="{6FD95DF8-4362-46D8-BB65-854005E47386}"/>
              </a:ext>
            </a:extLst>
          </p:cNvPr>
          <p:cNvPicPr>
            <a:picLocks noChangeAspect="1"/>
          </p:cNvPicPr>
          <p:nvPr/>
        </p:nvPicPr>
        <p:blipFill>
          <a:blip r:embed="rId4"/>
          <a:stretch>
            <a:fillRect/>
          </a:stretch>
        </p:blipFill>
        <p:spPr>
          <a:xfrm>
            <a:off x="3810519" y="1109339"/>
            <a:ext cx="4686954" cy="4639322"/>
          </a:xfrm>
          <a:prstGeom prst="rect">
            <a:avLst/>
          </a:prstGeom>
        </p:spPr>
      </p:pic>
      <p:sp>
        <p:nvSpPr>
          <p:cNvPr id="2" name="Rectangle 1">
            <a:extLst>
              <a:ext uri="{FF2B5EF4-FFF2-40B4-BE49-F238E27FC236}">
                <a16:creationId xmlns:a16="http://schemas.microsoft.com/office/drawing/2014/main" id="{AF4E29B0-FE6D-C462-0820-CA9ED941F5F7}"/>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 Calculate IQR</a:t>
            </a:r>
          </a:p>
        </p:txBody>
      </p:sp>
    </p:spTree>
    <p:custDataLst>
      <p:tags r:id="rId1"/>
    </p:custDataLst>
    <p:extLst>
      <p:ext uri="{BB962C8B-B14F-4D97-AF65-F5344CB8AC3E}">
        <p14:creationId xmlns:p14="http://schemas.microsoft.com/office/powerpoint/2010/main" val="33534689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455E7AC-AF82-44C4-B0D0-3F9295761AC3}"/>
              </a:ext>
            </a:extLst>
          </p:cNvPr>
          <p:cNvSpPr txBox="1"/>
          <p:nvPr/>
        </p:nvSpPr>
        <p:spPr>
          <a:xfrm>
            <a:off x="672768" y="1423163"/>
            <a:ext cx="3877495" cy="1200329"/>
          </a:xfrm>
          <a:prstGeom prst="rect">
            <a:avLst/>
          </a:prstGeom>
          <a:noFill/>
        </p:spPr>
        <p:txBody>
          <a:bodyPr wrap="square" rtlCol="0">
            <a:spAutoFit/>
          </a:bodyPr>
          <a:lstStyle/>
          <a:p>
            <a:r>
              <a:rPr lang="en-SG" sz="2400" dirty="0"/>
              <a:t>Third Quartile = 81.5</a:t>
            </a:r>
          </a:p>
          <a:p>
            <a:r>
              <a:rPr lang="en-SG" sz="2400" dirty="0"/>
              <a:t>Upper Quartile</a:t>
            </a:r>
          </a:p>
          <a:p>
            <a:r>
              <a:rPr lang="en-SG" sz="2400" dirty="0"/>
              <a:t>75</a:t>
            </a:r>
            <a:r>
              <a:rPr lang="en-SG" sz="2400" baseline="30000" dirty="0"/>
              <a:t>th</a:t>
            </a:r>
            <a:r>
              <a:rPr lang="en-SG" sz="2400" dirty="0"/>
              <a:t> percentile</a:t>
            </a:r>
          </a:p>
        </p:txBody>
      </p:sp>
      <p:sp>
        <p:nvSpPr>
          <p:cNvPr id="6" name="TextBox 5">
            <a:extLst>
              <a:ext uri="{FF2B5EF4-FFF2-40B4-BE49-F238E27FC236}">
                <a16:creationId xmlns:a16="http://schemas.microsoft.com/office/drawing/2014/main" id="{843C907F-EA75-419F-B224-F4F7D05BA6AB}"/>
              </a:ext>
            </a:extLst>
          </p:cNvPr>
          <p:cNvSpPr txBox="1"/>
          <p:nvPr/>
        </p:nvSpPr>
        <p:spPr>
          <a:xfrm>
            <a:off x="502599" y="3072096"/>
            <a:ext cx="4038921" cy="1200329"/>
          </a:xfrm>
          <a:prstGeom prst="rect">
            <a:avLst/>
          </a:prstGeom>
          <a:noFill/>
        </p:spPr>
        <p:txBody>
          <a:bodyPr wrap="square">
            <a:spAutoFit/>
          </a:bodyPr>
          <a:lstStyle/>
          <a:p>
            <a:r>
              <a:rPr lang="en-SG" sz="2400" dirty="0"/>
              <a:t>The Percentile shows how well a student do compare with the others.</a:t>
            </a:r>
          </a:p>
        </p:txBody>
      </p:sp>
      <p:sp>
        <p:nvSpPr>
          <p:cNvPr id="2" name="TextBox 1">
            <a:extLst>
              <a:ext uri="{FF2B5EF4-FFF2-40B4-BE49-F238E27FC236}">
                <a16:creationId xmlns:a16="http://schemas.microsoft.com/office/drawing/2014/main" id="{1088A75F-D477-47B9-A61C-57FBD988DD74}"/>
              </a:ext>
            </a:extLst>
          </p:cNvPr>
          <p:cNvSpPr txBox="1"/>
          <p:nvPr/>
        </p:nvSpPr>
        <p:spPr>
          <a:xfrm>
            <a:off x="502599" y="4484489"/>
            <a:ext cx="3917001" cy="1200329"/>
          </a:xfrm>
          <a:prstGeom prst="rect">
            <a:avLst/>
          </a:prstGeom>
          <a:noFill/>
        </p:spPr>
        <p:txBody>
          <a:bodyPr wrap="square" rtlCol="0">
            <a:spAutoFit/>
          </a:bodyPr>
          <a:lstStyle/>
          <a:p>
            <a:r>
              <a:rPr lang="en-SG" sz="2400" dirty="0">
                <a:solidFill>
                  <a:srgbClr val="0070C0"/>
                </a:solidFill>
              </a:rPr>
              <a:t>Sam scored 77 marks so he is above 50% of the class</a:t>
            </a:r>
            <a:r>
              <a:rPr lang="en-SG" sz="2400" dirty="0"/>
              <a:t>.</a:t>
            </a:r>
          </a:p>
        </p:txBody>
      </p:sp>
      <p:pic>
        <p:nvPicPr>
          <p:cNvPr id="5" name="Picture 4">
            <a:extLst>
              <a:ext uri="{FF2B5EF4-FFF2-40B4-BE49-F238E27FC236}">
                <a16:creationId xmlns:a16="http://schemas.microsoft.com/office/drawing/2014/main" id="{3C1BBC31-7F36-4014-80D7-854C2C7D4ACB}"/>
              </a:ext>
            </a:extLst>
          </p:cNvPr>
          <p:cNvPicPr>
            <a:picLocks noChangeAspect="1"/>
          </p:cNvPicPr>
          <p:nvPr/>
        </p:nvPicPr>
        <p:blipFill rotWithShape="1">
          <a:blip r:embed="rId4"/>
          <a:srcRect l="7478" t="162"/>
          <a:stretch/>
        </p:blipFill>
        <p:spPr>
          <a:xfrm>
            <a:off x="4541520" y="1539240"/>
            <a:ext cx="5209053" cy="3728255"/>
          </a:xfrm>
          <a:prstGeom prst="rect">
            <a:avLst/>
          </a:prstGeom>
        </p:spPr>
      </p:pic>
      <p:sp>
        <p:nvSpPr>
          <p:cNvPr id="8" name="Arrow: Left 3">
            <a:extLst>
              <a:ext uri="{FF2B5EF4-FFF2-40B4-BE49-F238E27FC236}">
                <a16:creationId xmlns:a16="http://schemas.microsoft.com/office/drawing/2014/main" id="{6C42A218-4043-4686-9C19-B06B4C1EA7D2}"/>
              </a:ext>
            </a:extLst>
          </p:cNvPr>
          <p:cNvSpPr/>
          <p:nvPr/>
        </p:nvSpPr>
        <p:spPr>
          <a:xfrm>
            <a:off x="9517166" y="3274425"/>
            <a:ext cx="806116" cy="61361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E3CC3288-CB75-42E6-AC3E-B5D142742F4E}"/>
              </a:ext>
            </a:extLst>
          </p:cNvPr>
          <p:cNvSpPr txBox="1"/>
          <p:nvPr/>
        </p:nvSpPr>
        <p:spPr>
          <a:xfrm>
            <a:off x="8580440" y="4183243"/>
            <a:ext cx="2925759" cy="1200329"/>
          </a:xfrm>
          <a:prstGeom prst="rect">
            <a:avLst/>
          </a:prstGeom>
          <a:solidFill>
            <a:schemeClr val="bg1"/>
          </a:solidFill>
          <a:effectLst>
            <a:outerShdw blurRad="50800" dist="38100" dir="5400000" algn="t" rotWithShape="0">
              <a:prstClr val="black">
                <a:alpha val="40000"/>
              </a:prstClr>
            </a:outerShdw>
          </a:effectLst>
        </p:spPr>
        <p:txBody>
          <a:bodyPr wrap="square" rtlCol="0">
            <a:spAutoFit/>
          </a:bodyPr>
          <a:lstStyle/>
          <a:p>
            <a:r>
              <a:rPr lang="en-SG" sz="2400" dirty="0"/>
              <a:t>3</a:t>
            </a:r>
            <a:r>
              <a:rPr lang="en-SG" sz="2400" baseline="30000" dirty="0"/>
              <a:t>rd</a:t>
            </a:r>
            <a:r>
              <a:rPr lang="en-SG" sz="2400" dirty="0"/>
              <a:t> Quartile</a:t>
            </a:r>
          </a:p>
          <a:p>
            <a:r>
              <a:rPr lang="en-SG" sz="2400" dirty="0"/>
              <a:t>Index = ¾ (n+1)</a:t>
            </a:r>
          </a:p>
          <a:p>
            <a:r>
              <a:rPr lang="en-SG" sz="2400" dirty="0"/>
              <a:t>Is 19.5</a:t>
            </a:r>
          </a:p>
        </p:txBody>
      </p:sp>
      <p:sp>
        <p:nvSpPr>
          <p:cNvPr id="4" name="Rectangle 3">
            <a:extLst>
              <a:ext uri="{FF2B5EF4-FFF2-40B4-BE49-F238E27FC236}">
                <a16:creationId xmlns:a16="http://schemas.microsoft.com/office/drawing/2014/main" id="{E258F7ED-6B01-3D7D-63DB-D64C0AD25764}"/>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 Calculate IQR</a:t>
            </a:r>
          </a:p>
        </p:txBody>
      </p:sp>
    </p:spTree>
    <p:custDataLst>
      <p:tags r:id="rId1"/>
    </p:custDataLst>
    <p:extLst>
      <p:ext uri="{BB962C8B-B14F-4D97-AF65-F5344CB8AC3E}">
        <p14:creationId xmlns:p14="http://schemas.microsoft.com/office/powerpoint/2010/main" val="248019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D779B49-121B-4248-8E19-D6BE29E01BA9}"/>
              </a:ext>
            </a:extLst>
          </p:cNvPr>
          <p:cNvSpPr txBox="1"/>
          <p:nvPr/>
        </p:nvSpPr>
        <p:spPr>
          <a:xfrm>
            <a:off x="5944457" y="1217407"/>
            <a:ext cx="6108887" cy="4670509"/>
          </a:xfrm>
          <a:prstGeom prst="rect">
            <a:avLst/>
          </a:prstGeom>
          <a:noFill/>
        </p:spPr>
        <p:txBody>
          <a:bodyPr wrap="square" rtlCol="0">
            <a:spAutoFit/>
          </a:bodyPr>
          <a:lstStyle/>
          <a:p>
            <a:pPr>
              <a:lnSpc>
                <a:spcPct val="150000"/>
              </a:lnSpc>
            </a:pPr>
            <a:r>
              <a:rPr lang="en-SG" sz="2000" dirty="0"/>
              <a:t>The difference between Upper Quartile and Lower Quartile is called the Interquartile range.</a:t>
            </a:r>
          </a:p>
          <a:p>
            <a:pPr>
              <a:lnSpc>
                <a:spcPct val="150000"/>
              </a:lnSpc>
            </a:pPr>
            <a:endParaRPr lang="en-SG" sz="2000" dirty="0"/>
          </a:p>
          <a:p>
            <a:pPr>
              <a:lnSpc>
                <a:spcPct val="150000"/>
              </a:lnSpc>
            </a:pPr>
            <a:r>
              <a:rPr lang="en-SG" sz="2000" dirty="0"/>
              <a:t>Interquartile Range, IQR = </a:t>
            </a:r>
          </a:p>
          <a:p>
            <a:pPr>
              <a:lnSpc>
                <a:spcPct val="150000"/>
              </a:lnSpc>
            </a:pPr>
            <a:r>
              <a:rPr lang="en-SG" sz="2000" dirty="0"/>
              <a:t>81.5 – 44 = 37.5</a:t>
            </a:r>
          </a:p>
          <a:p>
            <a:pPr>
              <a:lnSpc>
                <a:spcPct val="150000"/>
              </a:lnSpc>
            </a:pPr>
            <a:endParaRPr lang="en-SG" sz="2000" dirty="0"/>
          </a:p>
          <a:p>
            <a:pPr>
              <a:lnSpc>
                <a:spcPct val="150000"/>
              </a:lnSpc>
            </a:pPr>
            <a:r>
              <a:rPr lang="en-SG" sz="2000" dirty="0"/>
              <a:t>IQR is another way to measure data spread.</a:t>
            </a:r>
          </a:p>
          <a:p>
            <a:pPr>
              <a:lnSpc>
                <a:spcPct val="150000"/>
              </a:lnSpc>
            </a:pPr>
            <a:r>
              <a:rPr lang="en-SG" sz="2000" dirty="0"/>
              <a:t>The smaller the IQR, the smaller the spread.</a:t>
            </a:r>
          </a:p>
          <a:p>
            <a:pPr>
              <a:lnSpc>
                <a:spcPct val="150000"/>
              </a:lnSpc>
            </a:pPr>
            <a:r>
              <a:rPr lang="en-SG" sz="2000" dirty="0"/>
              <a:t>Meaning, the values are very close to the Median.</a:t>
            </a:r>
          </a:p>
        </p:txBody>
      </p:sp>
      <p:pic>
        <p:nvPicPr>
          <p:cNvPr id="5" name="Picture 4">
            <a:extLst>
              <a:ext uri="{FF2B5EF4-FFF2-40B4-BE49-F238E27FC236}">
                <a16:creationId xmlns:a16="http://schemas.microsoft.com/office/drawing/2014/main" id="{206673C8-B3C9-4B02-8427-55D263121611}"/>
              </a:ext>
            </a:extLst>
          </p:cNvPr>
          <p:cNvPicPr>
            <a:picLocks noChangeAspect="1"/>
          </p:cNvPicPr>
          <p:nvPr/>
        </p:nvPicPr>
        <p:blipFill>
          <a:blip r:embed="rId4"/>
          <a:stretch>
            <a:fillRect/>
          </a:stretch>
        </p:blipFill>
        <p:spPr>
          <a:xfrm>
            <a:off x="295254" y="1109758"/>
            <a:ext cx="5516421" cy="4670509"/>
          </a:xfrm>
          <a:prstGeom prst="rect">
            <a:avLst/>
          </a:prstGeom>
        </p:spPr>
      </p:pic>
      <p:cxnSp>
        <p:nvCxnSpPr>
          <p:cNvPr id="9" name="Straight Arrow Connector 8">
            <a:extLst>
              <a:ext uri="{FF2B5EF4-FFF2-40B4-BE49-F238E27FC236}">
                <a16:creationId xmlns:a16="http://schemas.microsoft.com/office/drawing/2014/main" id="{78819A16-C6FF-4E22-8300-7A66A1DC3F90}"/>
              </a:ext>
            </a:extLst>
          </p:cNvPr>
          <p:cNvCxnSpPr/>
          <p:nvPr/>
        </p:nvCxnSpPr>
        <p:spPr>
          <a:xfrm>
            <a:off x="4687747" y="1898248"/>
            <a:ext cx="0" cy="3368233"/>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119463EA-A3E9-2793-85B6-286E2A88C220}"/>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Exercise 1 – Calculate IQR</a:t>
            </a:r>
          </a:p>
        </p:txBody>
      </p:sp>
    </p:spTree>
    <p:custDataLst>
      <p:tags r:id="rId1"/>
    </p:custDataLst>
    <p:extLst>
      <p:ext uri="{BB962C8B-B14F-4D97-AF65-F5344CB8AC3E}">
        <p14:creationId xmlns:p14="http://schemas.microsoft.com/office/powerpoint/2010/main" val="10112122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E86EDE-B62A-41E1-BC14-5073E8D0C064}"/>
              </a:ext>
            </a:extLst>
          </p:cNvPr>
          <p:cNvSpPr/>
          <p:nvPr/>
        </p:nvSpPr>
        <p:spPr>
          <a:xfrm>
            <a:off x="0" y="120317"/>
            <a:ext cx="12192000" cy="854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I</a:t>
            </a:r>
            <a:r>
              <a:rPr lang="en-SG" sz="4000" b="1" dirty="0"/>
              <a:t>QR Revision</a:t>
            </a:r>
          </a:p>
        </p:txBody>
      </p:sp>
      <p:sp>
        <p:nvSpPr>
          <p:cNvPr id="7" name="TextBox 6">
            <a:extLst>
              <a:ext uri="{FF2B5EF4-FFF2-40B4-BE49-F238E27FC236}">
                <a16:creationId xmlns:a16="http://schemas.microsoft.com/office/drawing/2014/main" id="{6455E7AC-AF82-44C4-B0D0-3F9295761AC3}"/>
              </a:ext>
            </a:extLst>
          </p:cNvPr>
          <p:cNvSpPr txBox="1"/>
          <p:nvPr/>
        </p:nvSpPr>
        <p:spPr>
          <a:xfrm>
            <a:off x="409075" y="1214697"/>
            <a:ext cx="7210628" cy="461665"/>
          </a:xfrm>
          <a:prstGeom prst="rect">
            <a:avLst/>
          </a:prstGeom>
          <a:noFill/>
        </p:spPr>
        <p:txBody>
          <a:bodyPr wrap="none" rtlCol="0">
            <a:spAutoFit/>
          </a:bodyPr>
          <a:lstStyle/>
          <a:p>
            <a:r>
              <a:rPr lang="en-SG" sz="2400" b="1" dirty="0"/>
              <a:t>1</a:t>
            </a:r>
            <a:r>
              <a:rPr lang="en-SG" sz="2400" b="1" baseline="30000" dirty="0"/>
              <a:t>st</a:t>
            </a:r>
            <a:r>
              <a:rPr lang="en-SG" sz="2400" b="1" dirty="0"/>
              <a:t> quartile = 44,  Median = 76,  3</a:t>
            </a:r>
            <a:r>
              <a:rPr lang="en-SG" sz="2400" b="1" baseline="30000" dirty="0"/>
              <a:t>rd</a:t>
            </a:r>
            <a:r>
              <a:rPr lang="en-SG" sz="2400" b="1" dirty="0"/>
              <a:t> quartile= 81.5 </a:t>
            </a:r>
          </a:p>
        </p:txBody>
      </p:sp>
      <p:sp>
        <p:nvSpPr>
          <p:cNvPr id="2" name="TextBox 1">
            <a:extLst>
              <a:ext uri="{FF2B5EF4-FFF2-40B4-BE49-F238E27FC236}">
                <a16:creationId xmlns:a16="http://schemas.microsoft.com/office/drawing/2014/main" id="{FCC0AB60-1A2D-43E7-A15D-0055EF884504}"/>
              </a:ext>
            </a:extLst>
          </p:cNvPr>
          <p:cNvSpPr txBox="1"/>
          <p:nvPr/>
        </p:nvSpPr>
        <p:spPr>
          <a:xfrm>
            <a:off x="913933" y="1676362"/>
            <a:ext cx="11093114" cy="6140142"/>
          </a:xfrm>
          <a:prstGeom prst="rect">
            <a:avLst/>
          </a:prstGeom>
          <a:noFill/>
        </p:spPr>
        <p:txBody>
          <a:bodyPr wrap="square" rtlCol="0">
            <a:spAutoFit/>
          </a:bodyPr>
          <a:lstStyle/>
          <a:p>
            <a:pPr>
              <a:lnSpc>
                <a:spcPct val="150000"/>
              </a:lnSpc>
            </a:pPr>
            <a:r>
              <a:rPr lang="en-SG" sz="2400" b="1" dirty="0">
                <a:solidFill>
                  <a:srgbClr val="0070C0"/>
                </a:solidFill>
              </a:rPr>
              <a:t>True or False:</a:t>
            </a:r>
          </a:p>
          <a:p>
            <a:pPr>
              <a:lnSpc>
                <a:spcPct val="150000"/>
              </a:lnSpc>
            </a:pPr>
            <a:r>
              <a:rPr lang="en-SG" sz="2400" b="1" dirty="0">
                <a:solidFill>
                  <a:srgbClr val="0070C0"/>
                </a:solidFill>
              </a:rPr>
              <a:t>50% of the class is less than 76 marks. </a:t>
            </a:r>
          </a:p>
          <a:p>
            <a:pPr>
              <a:lnSpc>
                <a:spcPct val="150000"/>
              </a:lnSpc>
            </a:pPr>
            <a:endParaRPr lang="en-SG" sz="2400" b="1" dirty="0">
              <a:solidFill>
                <a:srgbClr val="0070C0"/>
              </a:solidFill>
            </a:endParaRPr>
          </a:p>
          <a:p>
            <a:pPr>
              <a:lnSpc>
                <a:spcPct val="150000"/>
              </a:lnSpc>
            </a:pPr>
            <a:r>
              <a:rPr lang="en-SG" sz="2400" b="1" dirty="0">
                <a:solidFill>
                  <a:srgbClr val="0070C0"/>
                </a:solidFill>
              </a:rPr>
              <a:t>True or False:</a:t>
            </a:r>
          </a:p>
          <a:p>
            <a:pPr>
              <a:lnSpc>
                <a:spcPct val="150000"/>
              </a:lnSpc>
            </a:pPr>
            <a:r>
              <a:rPr lang="en-SG" sz="2400" b="1" dirty="0">
                <a:solidFill>
                  <a:srgbClr val="0070C0"/>
                </a:solidFill>
              </a:rPr>
              <a:t>25% of the class set is less than 44 marks.</a:t>
            </a:r>
          </a:p>
          <a:p>
            <a:pPr>
              <a:lnSpc>
                <a:spcPct val="150000"/>
              </a:lnSpc>
            </a:pPr>
            <a:endParaRPr lang="en-SG" sz="2400" b="1" dirty="0">
              <a:solidFill>
                <a:srgbClr val="0070C0"/>
              </a:solidFill>
            </a:endParaRPr>
          </a:p>
          <a:p>
            <a:pPr>
              <a:lnSpc>
                <a:spcPct val="150000"/>
              </a:lnSpc>
            </a:pPr>
            <a:r>
              <a:rPr lang="en-SG" sz="2400" b="1" dirty="0">
                <a:solidFill>
                  <a:srgbClr val="0070C0"/>
                </a:solidFill>
              </a:rPr>
              <a:t>True or False:</a:t>
            </a:r>
          </a:p>
          <a:p>
            <a:pPr>
              <a:lnSpc>
                <a:spcPct val="150000"/>
              </a:lnSpc>
            </a:pPr>
            <a:r>
              <a:rPr lang="en-SG" sz="2400" b="1" dirty="0">
                <a:solidFill>
                  <a:srgbClr val="0070C0"/>
                </a:solidFill>
              </a:rPr>
              <a:t>If you score 82, you are at the top 25%.</a:t>
            </a:r>
          </a:p>
          <a:p>
            <a:pPr>
              <a:lnSpc>
                <a:spcPct val="150000"/>
              </a:lnSpc>
            </a:pPr>
            <a:endParaRPr lang="en-SG" sz="2400" b="1" dirty="0">
              <a:solidFill>
                <a:srgbClr val="0070C0"/>
              </a:solidFill>
            </a:endParaRPr>
          </a:p>
          <a:p>
            <a:pPr>
              <a:lnSpc>
                <a:spcPct val="150000"/>
              </a:lnSpc>
            </a:pPr>
            <a:endParaRPr lang="en-SG" sz="2400" b="1" dirty="0">
              <a:solidFill>
                <a:srgbClr val="0070C0"/>
              </a:solidFill>
            </a:endParaRPr>
          </a:p>
          <a:p>
            <a:pPr>
              <a:lnSpc>
                <a:spcPct val="150000"/>
              </a:lnSpc>
            </a:pPr>
            <a:r>
              <a:rPr lang="en-SG" sz="2400" b="1" dirty="0">
                <a:solidFill>
                  <a:srgbClr val="0070C0"/>
                </a:solidFill>
              </a:rPr>
              <a:t> </a:t>
            </a:r>
          </a:p>
        </p:txBody>
      </p:sp>
      <p:sp>
        <p:nvSpPr>
          <p:cNvPr id="8" name="Oval 7">
            <a:extLst>
              <a:ext uri="{FF2B5EF4-FFF2-40B4-BE49-F238E27FC236}">
                <a16:creationId xmlns:a16="http://schemas.microsoft.com/office/drawing/2014/main" id="{25751A1C-CC75-4B29-9F91-3F981E4CD9ED}"/>
              </a:ext>
            </a:extLst>
          </p:cNvPr>
          <p:cNvSpPr/>
          <p:nvPr/>
        </p:nvSpPr>
        <p:spPr>
          <a:xfrm>
            <a:off x="721426" y="1676362"/>
            <a:ext cx="1082843" cy="66870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30C1D899-8EB9-4371-BA4C-7CDB2B01FD29}"/>
              </a:ext>
            </a:extLst>
          </p:cNvPr>
          <p:cNvSpPr/>
          <p:nvPr/>
        </p:nvSpPr>
        <p:spPr>
          <a:xfrm>
            <a:off x="781585" y="3287010"/>
            <a:ext cx="1082843" cy="66870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Oval 9">
            <a:extLst>
              <a:ext uri="{FF2B5EF4-FFF2-40B4-BE49-F238E27FC236}">
                <a16:creationId xmlns:a16="http://schemas.microsoft.com/office/drawing/2014/main" id="{3F28D8BF-C36B-4BC5-A4DA-FC3FBBBFFB9F}"/>
              </a:ext>
            </a:extLst>
          </p:cNvPr>
          <p:cNvSpPr/>
          <p:nvPr/>
        </p:nvSpPr>
        <p:spPr>
          <a:xfrm>
            <a:off x="721426" y="4897658"/>
            <a:ext cx="1082843" cy="66870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288710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9" grpId="0" animBg="1"/>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110500-9A3F-4C96-AAB2-F2A2F71187B2}"/>
              </a:ext>
            </a:extLst>
          </p:cNvPr>
          <p:cNvSpPr/>
          <p:nvPr/>
        </p:nvSpPr>
        <p:spPr>
          <a:xfrm>
            <a:off x="0" y="120317"/>
            <a:ext cx="12192000" cy="85424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Review</a:t>
            </a:r>
          </a:p>
        </p:txBody>
      </p:sp>
      <p:sp>
        <p:nvSpPr>
          <p:cNvPr id="4" name="TextBox 3">
            <a:extLst>
              <a:ext uri="{FF2B5EF4-FFF2-40B4-BE49-F238E27FC236}">
                <a16:creationId xmlns:a16="http://schemas.microsoft.com/office/drawing/2014/main" id="{A3BF7DC4-BFF5-4AE4-AD7D-216078B5A522}"/>
              </a:ext>
            </a:extLst>
          </p:cNvPr>
          <p:cNvSpPr txBox="1"/>
          <p:nvPr/>
        </p:nvSpPr>
        <p:spPr>
          <a:xfrm>
            <a:off x="537410" y="1335505"/>
            <a:ext cx="11117179" cy="3902287"/>
          </a:xfrm>
          <a:prstGeom prst="rect">
            <a:avLst/>
          </a:prstGeom>
          <a:noFill/>
        </p:spPr>
        <p:txBody>
          <a:bodyPr wrap="square" rtlCol="0">
            <a:spAutoFit/>
          </a:bodyPr>
          <a:lstStyle/>
          <a:p>
            <a:pPr>
              <a:lnSpc>
                <a:spcPct val="150000"/>
              </a:lnSpc>
            </a:pPr>
            <a:r>
              <a:rPr lang="en-SG" sz="2800" dirty="0">
                <a:latin typeface="Abadi" panose="020B0604020104020204" pitchFamily="34" charset="0"/>
              </a:rPr>
              <a:t>Central Tendency can be represented by the </a:t>
            </a:r>
            <a:r>
              <a:rPr lang="en-SG" sz="2800" dirty="0">
                <a:solidFill>
                  <a:srgbClr val="0070C0"/>
                </a:solidFill>
                <a:latin typeface="Abadi" panose="020B0604020104020204" pitchFamily="34" charset="0"/>
              </a:rPr>
              <a:t>Mean</a:t>
            </a:r>
            <a:r>
              <a:rPr lang="en-SG" sz="2800" dirty="0">
                <a:latin typeface="Abadi" panose="020B0604020104020204" pitchFamily="34" charset="0"/>
              </a:rPr>
              <a:t> or the </a:t>
            </a:r>
            <a:r>
              <a:rPr lang="en-SG" sz="2800" dirty="0">
                <a:solidFill>
                  <a:srgbClr val="0070C0"/>
                </a:solidFill>
                <a:latin typeface="Abadi" panose="020B0604020104020204" pitchFamily="34" charset="0"/>
              </a:rPr>
              <a:t>Median</a:t>
            </a:r>
            <a:r>
              <a:rPr lang="en-SG" sz="2800" dirty="0">
                <a:latin typeface="Abadi" panose="020B0604020104020204" pitchFamily="34" charset="0"/>
              </a:rPr>
              <a:t> of the data set.</a:t>
            </a:r>
          </a:p>
          <a:p>
            <a:pPr>
              <a:lnSpc>
                <a:spcPct val="150000"/>
              </a:lnSpc>
            </a:pPr>
            <a:endParaRPr lang="en-SG" sz="2800" dirty="0">
              <a:latin typeface="Abadi" panose="020B0604020104020204" pitchFamily="34" charset="0"/>
            </a:endParaRPr>
          </a:p>
          <a:p>
            <a:pPr>
              <a:lnSpc>
                <a:spcPct val="150000"/>
              </a:lnSpc>
            </a:pPr>
            <a:r>
              <a:rPr lang="en-SG" sz="2800" dirty="0">
                <a:latin typeface="Abadi" panose="020B0604020104020204" pitchFamily="34" charset="0"/>
              </a:rPr>
              <a:t>Question:</a:t>
            </a:r>
          </a:p>
          <a:p>
            <a:pPr>
              <a:lnSpc>
                <a:spcPct val="150000"/>
              </a:lnSpc>
            </a:pPr>
            <a:r>
              <a:rPr lang="en-SG" sz="2800" dirty="0">
                <a:latin typeface="Abadi" panose="020B0604020104020204" pitchFamily="34" charset="0"/>
              </a:rPr>
              <a:t>Which measure is a better representation of the central tendency if the data set contains extremely large or extremely small values?</a:t>
            </a:r>
          </a:p>
        </p:txBody>
      </p:sp>
      <p:sp>
        <p:nvSpPr>
          <p:cNvPr id="5" name="TextBox 4">
            <a:extLst>
              <a:ext uri="{FF2B5EF4-FFF2-40B4-BE49-F238E27FC236}">
                <a16:creationId xmlns:a16="http://schemas.microsoft.com/office/drawing/2014/main" id="{B417D34F-084B-4DC7-848F-30C083FDC3ED}"/>
              </a:ext>
            </a:extLst>
          </p:cNvPr>
          <p:cNvSpPr txBox="1"/>
          <p:nvPr/>
        </p:nvSpPr>
        <p:spPr>
          <a:xfrm>
            <a:off x="4487779" y="5642811"/>
            <a:ext cx="2517099" cy="523220"/>
          </a:xfrm>
          <a:prstGeom prst="rect">
            <a:avLst/>
          </a:prstGeom>
          <a:noFill/>
        </p:spPr>
        <p:txBody>
          <a:bodyPr wrap="none" rtlCol="0">
            <a:spAutoFit/>
          </a:bodyPr>
          <a:lstStyle/>
          <a:p>
            <a:r>
              <a:rPr lang="en-SG" sz="2800" b="1" dirty="0">
                <a:solidFill>
                  <a:srgbClr val="0070C0"/>
                </a:solidFill>
              </a:rPr>
              <a:t>Ans: Median</a:t>
            </a:r>
          </a:p>
        </p:txBody>
      </p:sp>
    </p:spTree>
    <p:custDataLst>
      <p:tags r:id="rId1"/>
    </p:custDataLst>
    <p:extLst>
      <p:ext uri="{BB962C8B-B14F-4D97-AF65-F5344CB8AC3E}">
        <p14:creationId xmlns:p14="http://schemas.microsoft.com/office/powerpoint/2010/main" val="211842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110500-9A3F-4C96-AAB2-F2A2F71187B2}"/>
              </a:ext>
            </a:extLst>
          </p:cNvPr>
          <p:cNvSpPr/>
          <p:nvPr/>
        </p:nvSpPr>
        <p:spPr>
          <a:xfrm>
            <a:off x="0" y="-65308"/>
            <a:ext cx="12192000" cy="85424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Review</a:t>
            </a:r>
          </a:p>
        </p:txBody>
      </p:sp>
      <p:graphicFrame>
        <p:nvGraphicFramePr>
          <p:cNvPr id="3" name="Table 5">
            <a:extLst>
              <a:ext uri="{FF2B5EF4-FFF2-40B4-BE49-F238E27FC236}">
                <a16:creationId xmlns:a16="http://schemas.microsoft.com/office/drawing/2014/main" id="{C1BBFDA0-80D7-41D7-83CE-D1E9063707D7}"/>
              </a:ext>
            </a:extLst>
          </p:cNvPr>
          <p:cNvGraphicFramePr>
            <a:graphicFrameLocks noGrp="1"/>
          </p:cNvGraphicFramePr>
          <p:nvPr>
            <p:extLst>
              <p:ext uri="{D42A27DB-BD31-4B8C-83A1-F6EECF244321}">
                <p14:modId xmlns:p14="http://schemas.microsoft.com/office/powerpoint/2010/main" val="1535571890"/>
              </p:ext>
            </p:extLst>
          </p:nvPr>
        </p:nvGraphicFramePr>
        <p:xfrm>
          <a:off x="2763438" y="2464551"/>
          <a:ext cx="8316239" cy="3687674"/>
        </p:xfrm>
        <a:graphic>
          <a:graphicData uri="http://schemas.openxmlformats.org/drawingml/2006/table">
            <a:tbl>
              <a:tblPr firstRow="1" bandRow="1">
                <a:tableStyleId>{5C22544A-7EE6-4342-B048-85BDC9FD1C3A}</a:tableStyleId>
              </a:tblPr>
              <a:tblGrid>
                <a:gridCol w="2902724">
                  <a:extLst>
                    <a:ext uri="{9D8B030D-6E8A-4147-A177-3AD203B41FA5}">
                      <a16:colId xmlns:a16="http://schemas.microsoft.com/office/drawing/2014/main" val="850821274"/>
                    </a:ext>
                  </a:extLst>
                </a:gridCol>
                <a:gridCol w="5413515">
                  <a:extLst>
                    <a:ext uri="{9D8B030D-6E8A-4147-A177-3AD203B41FA5}">
                      <a16:colId xmlns:a16="http://schemas.microsoft.com/office/drawing/2014/main" val="4287674722"/>
                    </a:ext>
                  </a:extLst>
                </a:gridCol>
              </a:tblGrid>
              <a:tr h="380249">
                <a:tc>
                  <a:txBody>
                    <a:bodyPr/>
                    <a:lstStyle/>
                    <a:p>
                      <a:r>
                        <a:rPr lang="en-SG" sz="2400" dirty="0"/>
                        <a:t>Term</a:t>
                      </a:r>
                    </a:p>
                  </a:txBody>
                  <a:tcPr/>
                </a:tc>
                <a:tc>
                  <a:txBody>
                    <a:bodyPr/>
                    <a:lstStyle/>
                    <a:p>
                      <a:r>
                        <a:rPr lang="en-SG" sz="2400" dirty="0"/>
                        <a:t>Mathematical Formula</a:t>
                      </a:r>
                    </a:p>
                  </a:txBody>
                  <a:tcPr/>
                </a:tc>
                <a:extLst>
                  <a:ext uri="{0D108BD9-81ED-4DB2-BD59-A6C34878D82A}">
                    <a16:rowId xmlns:a16="http://schemas.microsoft.com/office/drawing/2014/main" val="3879715829"/>
                  </a:ext>
                </a:extLst>
              </a:tr>
              <a:tr h="547162">
                <a:tc>
                  <a:txBody>
                    <a:bodyPr/>
                    <a:lstStyle/>
                    <a:p>
                      <a:r>
                        <a:rPr lang="en-SG" sz="2400" dirty="0">
                          <a:solidFill>
                            <a:schemeClr val="bg1"/>
                          </a:solidFill>
                        </a:rPr>
                        <a:t>Range</a:t>
                      </a:r>
                    </a:p>
                  </a:txBody>
                  <a:tcPr>
                    <a:solidFill>
                      <a:schemeClr val="accent4">
                        <a:lumMod val="75000"/>
                      </a:schemeClr>
                    </a:solidFill>
                  </a:tcPr>
                </a:tc>
                <a:tc>
                  <a:txBody>
                    <a:bodyPr/>
                    <a:lstStyle/>
                    <a:p>
                      <a:r>
                        <a:rPr lang="en-SG" sz="2400" dirty="0"/>
                        <a:t>Max.  - Min. </a:t>
                      </a:r>
                    </a:p>
                  </a:txBody>
                  <a:tcPr/>
                </a:tc>
                <a:extLst>
                  <a:ext uri="{0D108BD9-81ED-4DB2-BD59-A6C34878D82A}">
                    <a16:rowId xmlns:a16="http://schemas.microsoft.com/office/drawing/2014/main" val="2693755126"/>
                  </a:ext>
                </a:extLst>
              </a:tr>
              <a:tr h="1860352">
                <a:tc>
                  <a:txBody>
                    <a:bodyPr/>
                    <a:lstStyle/>
                    <a:p>
                      <a:r>
                        <a:rPr lang="en-SG" sz="2400" dirty="0">
                          <a:solidFill>
                            <a:schemeClr val="bg1"/>
                          </a:solidFill>
                        </a:rPr>
                        <a:t>Standard Deviation</a:t>
                      </a:r>
                    </a:p>
                    <a:p>
                      <a:r>
                        <a:rPr lang="en-SG" sz="2400" dirty="0">
                          <a:solidFill>
                            <a:schemeClr val="bg1"/>
                          </a:solidFill>
                        </a:rPr>
                        <a:t>(SD)</a:t>
                      </a:r>
                    </a:p>
                  </a:txBody>
                  <a:tcPr>
                    <a:solidFill>
                      <a:schemeClr val="accent4">
                        <a:lumMod val="75000"/>
                      </a:schemeClr>
                    </a:solidFill>
                  </a:tcPr>
                </a:tc>
                <a:tc>
                  <a:txBody>
                    <a:bodyPr/>
                    <a:lstStyle/>
                    <a:p>
                      <a:endParaRPr lang="en-SG" sz="2400" dirty="0"/>
                    </a:p>
                    <a:p>
                      <a:endParaRPr lang="en-SG" sz="2400" dirty="0"/>
                    </a:p>
                    <a:p>
                      <a:endParaRPr lang="en-SG" sz="2400" dirty="0"/>
                    </a:p>
                  </a:txBody>
                  <a:tcPr/>
                </a:tc>
                <a:extLst>
                  <a:ext uri="{0D108BD9-81ED-4DB2-BD59-A6C34878D82A}">
                    <a16:rowId xmlns:a16="http://schemas.microsoft.com/office/drawing/2014/main" val="3225619549"/>
                  </a:ext>
                </a:extLst>
              </a:tr>
              <a:tr h="724519">
                <a:tc>
                  <a:txBody>
                    <a:bodyPr/>
                    <a:lstStyle/>
                    <a:p>
                      <a:r>
                        <a:rPr lang="en-SG" sz="2400" dirty="0">
                          <a:solidFill>
                            <a:schemeClr val="bg1"/>
                          </a:solidFill>
                        </a:rPr>
                        <a:t>Interquartile range</a:t>
                      </a:r>
                    </a:p>
                  </a:txBody>
                  <a:tcPr>
                    <a:solidFill>
                      <a:schemeClr val="accent4">
                        <a:lumMod val="75000"/>
                      </a:schemeClr>
                    </a:solidFill>
                  </a:tcPr>
                </a:tc>
                <a:tc>
                  <a:txBody>
                    <a:bodyPr/>
                    <a:lstStyle/>
                    <a:p>
                      <a:r>
                        <a:rPr lang="en-SG" sz="2400" dirty="0"/>
                        <a:t>Upper Quartile – Lower Quartile</a:t>
                      </a:r>
                    </a:p>
                  </a:txBody>
                  <a:tcPr anchor="ctr"/>
                </a:tc>
                <a:extLst>
                  <a:ext uri="{0D108BD9-81ED-4DB2-BD59-A6C34878D82A}">
                    <a16:rowId xmlns:a16="http://schemas.microsoft.com/office/drawing/2014/main" val="3811113372"/>
                  </a:ext>
                </a:extLst>
              </a:tr>
            </a:tbl>
          </a:graphicData>
        </a:graphic>
      </p:graphicFrame>
      <p:sp>
        <p:nvSpPr>
          <p:cNvPr id="5" name="TextBox 4">
            <a:extLst>
              <a:ext uri="{FF2B5EF4-FFF2-40B4-BE49-F238E27FC236}">
                <a16:creationId xmlns:a16="http://schemas.microsoft.com/office/drawing/2014/main" id="{2CA4042C-6163-4AD2-B317-C500B7C5D73E}"/>
              </a:ext>
            </a:extLst>
          </p:cNvPr>
          <p:cNvSpPr txBox="1"/>
          <p:nvPr/>
        </p:nvSpPr>
        <p:spPr>
          <a:xfrm>
            <a:off x="998622" y="1034820"/>
            <a:ext cx="10491536" cy="1316964"/>
          </a:xfrm>
          <a:prstGeom prst="rect">
            <a:avLst/>
          </a:prstGeom>
          <a:noFill/>
        </p:spPr>
        <p:txBody>
          <a:bodyPr wrap="square">
            <a:spAutoFit/>
          </a:bodyPr>
          <a:lstStyle/>
          <a:p>
            <a:pPr>
              <a:lnSpc>
                <a:spcPct val="150000"/>
              </a:lnSpc>
            </a:pPr>
            <a:r>
              <a:rPr lang="en-SG" sz="2800" dirty="0">
                <a:latin typeface="Abadi" panose="020B0604020104020204" pitchFamily="34" charset="0"/>
              </a:rPr>
              <a:t>The spread of the data set can be measured by </a:t>
            </a:r>
            <a:r>
              <a:rPr lang="en-SG" sz="2800" dirty="0">
                <a:solidFill>
                  <a:srgbClr val="0070C0"/>
                </a:solidFill>
                <a:latin typeface="Abadi" panose="020B0604020104020204" pitchFamily="34" charset="0"/>
              </a:rPr>
              <a:t>Range</a:t>
            </a:r>
            <a:r>
              <a:rPr lang="en-SG" sz="2800" dirty="0">
                <a:latin typeface="Abadi" panose="020B0604020104020204" pitchFamily="34" charset="0"/>
              </a:rPr>
              <a:t>, </a:t>
            </a:r>
            <a:r>
              <a:rPr lang="en-SG" sz="2800" dirty="0">
                <a:solidFill>
                  <a:srgbClr val="0070C0"/>
                </a:solidFill>
                <a:latin typeface="Abadi" panose="020B0604020104020204" pitchFamily="34" charset="0"/>
              </a:rPr>
              <a:t>standard deviation </a:t>
            </a:r>
            <a:r>
              <a:rPr lang="en-SG" sz="2800" dirty="0">
                <a:latin typeface="Abadi" panose="020B0604020104020204" pitchFamily="34" charset="0"/>
              </a:rPr>
              <a:t>and </a:t>
            </a:r>
            <a:r>
              <a:rPr lang="en-SG" sz="2800" dirty="0">
                <a:solidFill>
                  <a:srgbClr val="0070C0"/>
                </a:solidFill>
                <a:latin typeface="Abadi" panose="020B0604020104020204" pitchFamily="34" charset="0"/>
              </a:rPr>
              <a:t>Interquartile Range (IQR)</a:t>
            </a:r>
          </a:p>
        </p:txBody>
      </p:sp>
      <p:pic>
        <p:nvPicPr>
          <p:cNvPr id="7" name="Picture 6">
            <a:extLst>
              <a:ext uri="{FF2B5EF4-FFF2-40B4-BE49-F238E27FC236}">
                <a16:creationId xmlns:a16="http://schemas.microsoft.com/office/drawing/2014/main" id="{A4563477-852E-4EF7-91B9-40CC0CA4A24F}"/>
              </a:ext>
            </a:extLst>
          </p:cNvPr>
          <p:cNvPicPr>
            <a:picLocks noChangeAspect="1"/>
          </p:cNvPicPr>
          <p:nvPr/>
        </p:nvPicPr>
        <p:blipFill>
          <a:blip r:embed="rId4"/>
          <a:stretch>
            <a:fillRect/>
          </a:stretch>
        </p:blipFill>
        <p:spPr>
          <a:xfrm>
            <a:off x="5643047" y="3573617"/>
            <a:ext cx="2329211" cy="1742658"/>
          </a:xfrm>
          <a:prstGeom prst="rect">
            <a:avLst/>
          </a:prstGeom>
        </p:spPr>
      </p:pic>
    </p:spTree>
    <p:custDataLst>
      <p:tags r:id="rId1"/>
    </p:custDataLst>
    <p:extLst>
      <p:ext uri="{BB962C8B-B14F-4D97-AF65-F5344CB8AC3E}">
        <p14:creationId xmlns:p14="http://schemas.microsoft.com/office/powerpoint/2010/main" val="16130127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DC692C-C8A8-4A26-9ADB-769C589931B1}"/>
              </a:ext>
            </a:extLst>
          </p:cNvPr>
          <p:cNvSpPr/>
          <p:nvPr/>
        </p:nvSpPr>
        <p:spPr>
          <a:xfrm>
            <a:off x="0" y="120317"/>
            <a:ext cx="12192000" cy="85424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4000" b="1" dirty="0"/>
              <a:t>Self-assessment </a:t>
            </a:r>
          </a:p>
        </p:txBody>
      </p:sp>
      <p:sp>
        <p:nvSpPr>
          <p:cNvPr id="3" name="Rectangle 2">
            <a:extLst>
              <a:ext uri="{FF2B5EF4-FFF2-40B4-BE49-F238E27FC236}">
                <a16:creationId xmlns:a16="http://schemas.microsoft.com/office/drawing/2014/main" id="{E7EB7A2D-EBE2-44D5-9762-EF8D8E072808}"/>
              </a:ext>
            </a:extLst>
          </p:cNvPr>
          <p:cNvSpPr/>
          <p:nvPr/>
        </p:nvSpPr>
        <p:spPr>
          <a:xfrm>
            <a:off x="1174107" y="1705356"/>
            <a:ext cx="9843785" cy="923330"/>
          </a:xfrm>
          <a:prstGeom prst="rect">
            <a:avLst/>
          </a:prstGeom>
          <a:noFill/>
        </p:spPr>
        <p:txBody>
          <a:bodyPr wrap="none" lIns="91440" tIns="45720" rIns="91440" bIns="45720">
            <a:spAutoFit/>
          </a:bodyPr>
          <a:lstStyle/>
          <a:p>
            <a:pPr algn="ctr"/>
            <a:r>
              <a:rPr lang="en-SG"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Check your understanding</a:t>
            </a:r>
            <a:endParaRPr lang="en-SG"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4" name="Flowchart: Document 3">
            <a:extLst>
              <a:ext uri="{FF2B5EF4-FFF2-40B4-BE49-F238E27FC236}">
                <a16:creationId xmlns:a16="http://schemas.microsoft.com/office/drawing/2014/main" id="{C6EC184E-9946-462C-BA45-FFAEBCBA7906}"/>
              </a:ext>
            </a:extLst>
          </p:cNvPr>
          <p:cNvSpPr/>
          <p:nvPr/>
        </p:nvSpPr>
        <p:spPr>
          <a:xfrm>
            <a:off x="1930400" y="2689057"/>
            <a:ext cx="1985211" cy="2249905"/>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Score &lt; 50</a:t>
            </a:r>
          </a:p>
          <a:p>
            <a:pPr algn="ctr"/>
            <a:endParaRPr lang="en-SG" b="1" dirty="0"/>
          </a:p>
          <a:p>
            <a:pPr algn="ctr"/>
            <a:r>
              <a:rPr lang="en-SG" b="1" dirty="0"/>
              <a:t>Consultation with your tutor</a:t>
            </a:r>
          </a:p>
        </p:txBody>
      </p:sp>
      <p:sp>
        <p:nvSpPr>
          <p:cNvPr id="5" name="Flowchart: Document 4">
            <a:extLst>
              <a:ext uri="{FF2B5EF4-FFF2-40B4-BE49-F238E27FC236}">
                <a16:creationId xmlns:a16="http://schemas.microsoft.com/office/drawing/2014/main" id="{B27E2811-6994-4735-912D-5C7896DBDC8B}"/>
              </a:ext>
            </a:extLst>
          </p:cNvPr>
          <p:cNvSpPr/>
          <p:nvPr/>
        </p:nvSpPr>
        <p:spPr>
          <a:xfrm>
            <a:off x="7692189" y="2628686"/>
            <a:ext cx="1985211" cy="2249905"/>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Score &lt; 70</a:t>
            </a:r>
          </a:p>
          <a:p>
            <a:pPr algn="ctr"/>
            <a:endParaRPr lang="en-SG" b="1" dirty="0"/>
          </a:p>
          <a:p>
            <a:pPr algn="ctr"/>
            <a:r>
              <a:rPr lang="en-SG" b="1" dirty="0"/>
              <a:t>Read the eLearning materials</a:t>
            </a:r>
          </a:p>
          <a:p>
            <a:pPr algn="ctr"/>
            <a:r>
              <a:rPr lang="en-SG" b="1" dirty="0"/>
              <a:t>And redo</a:t>
            </a:r>
          </a:p>
        </p:txBody>
      </p:sp>
    </p:spTree>
    <p:custDataLst>
      <p:tags r:id="rId1"/>
    </p:custDataLst>
    <p:extLst>
      <p:ext uri="{BB962C8B-B14F-4D97-AF65-F5344CB8AC3E}">
        <p14:creationId xmlns:p14="http://schemas.microsoft.com/office/powerpoint/2010/main" val="10712883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hojiVTI">
  <a:themeElements>
    <a:clrScheme name="AnalogousFromLightSeedLeftStep">
      <a:dk1>
        <a:srgbClr val="000000"/>
      </a:dk1>
      <a:lt1>
        <a:srgbClr val="FFFFFF"/>
      </a:lt1>
      <a:dk2>
        <a:srgbClr val="413324"/>
      </a:dk2>
      <a:lt2>
        <a:srgbClr val="E7E2E8"/>
      </a:lt2>
      <a:accent1>
        <a:srgbClr val="7EAC70"/>
      </a:accent1>
      <a:accent2>
        <a:srgbClr val="8EA95E"/>
      </a:accent2>
      <a:accent3>
        <a:srgbClr val="A7A36D"/>
      </a:accent3>
      <a:accent4>
        <a:srgbClr val="C59766"/>
      </a:accent4>
      <a:accent5>
        <a:srgbClr val="D3918A"/>
      </a:accent5>
      <a:accent6>
        <a:srgbClr val="C9708C"/>
      </a:accent6>
      <a:hlink>
        <a:srgbClr val="A06DB0"/>
      </a:hlink>
      <a:folHlink>
        <a:srgbClr val="7F7F7F"/>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4740404-3B17-49BA-8D90-150BF9167729}">
  <we:reference id="wa104380907" version="3.0.0.1" store="en-US" storeType="OMEX"/>
  <we:alternateReferences>
    <we:reference id="wa104380907" version="3.0.0.1" store="WA10438090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F030E5E926B443B6BDC057D77EE4CC" ma:contentTypeVersion="3" ma:contentTypeDescription="Create a new document." ma:contentTypeScope="" ma:versionID="68d752b0ff3ae9f2aac2f981b8a4d58a">
  <xsd:schema xmlns:xsd="http://www.w3.org/2001/XMLSchema" xmlns:xs="http://www.w3.org/2001/XMLSchema" xmlns:p="http://schemas.microsoft.com/office/2006/metadata/properties" xmlns:ns2="1700fdf9-4351-4fd4-9f40-8f7ec6b3dbae" targetNamespace="http://schemas.microsoft.com/office/2006/metadata/properties" ma:root="true" ma:fieldsID="a3f7baf3bc5b3664876eb3657da03bd3" ns2:_="">
    <xsd:import namespace="1700fdf9-4351-4fd4-9f40-8f7ec6b3dba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00fdf9-4351-4fd4-9f40-8f7ec6b3db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F227AA5-B60D-4C12-B424-B126E9A93E3A}"/>
</file>

<file path=customXml/itemProps2.xml><?xml version="1.0" encoding="utf-8"?>
<ds:datastoreItem xmlns:ds="http://schemas.openxmlformats.org/officeDocument/2006/customXml" ds:itemID="{51E2B9C8-567B-4410-B12A-4172D245B639}">
  <ds:schemaRefs>
    <ds:schemaRef ds:uri="http://schemas.microsoft.com/sharepoint/v3/contenttype/forms"/>
  </ds:schemaRefs>
</ds:datastoreItem>
</file>

<file path=customXml/itemProps3.xml><?xml version="1.0" encoding="utf-8"?>
<ds:datastoreItem xmlns:ds="http://schemas.openxmlformats.org/officeDocument/2006/customXml" ds:itemID="{E12F28C1-1291-4573-9374-97C9041FFAF9}">
  <ds:schemaRefs>
    <ds:schemaRef ds:uri="http://www.w3.org/XML/1998/namespace"/>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0a45c1c1-0ade-4a8f-aa31-9ce8ed674d34"/>
    <ds:schemaRef ds:uri="http://purl.org/dc/dcmitype/"/>
    <ds:schemaRef ds:uri="37910cae-3f21-48ab-821f-d87b6c39c310"/>
    <ds:schemaRef ds:uri="dba803fa-3d21-4169-8be9-be50439709b9"/>
  </ds:schemaRefs>
</ds:datastoreItem>
</file>

<file path=docProps/app.xml><?xml version="1.0" encoding="utf-8"?>
<Properties xmlns="http://schemas.openxmlformats.org/officeDocument/2006/extended-properties" xmlns:vt="http://schemas.openxmlformats.org/officeDocument/2006/docPropsVTypes">
  <TotalTime>9116</TotalTime>
  <Words>7464</Words>
  <Application>Microsoft Office PowerPoint</Application>
  <PresentationFormat>Widescreen</PresentationFormat>
  <Paragraphs>1053</Paragraphs>
  <Slides>62</Slides>
  <Notes>60</Notes>
  <HiddenSlides>22</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62</vt:i4>
      </vt:variant>
    </vt:vector>
  </HeadingPairs>
  <TitlesOfParts>
    <vt:vector size="73" baseType="lpstr">
      <vt:lpstr>Meiryo</vt:lpstr>
      <vt:lpstr>__IBM_Plex_Mono_a17b92</vt:lpstr>
      <vt:lpstr>Abadi</vt:lpstr>
      <vt:lpstr>Aharoni</vt:lpstr>
      <vt:lpstr>Amasis MT Pro Light</vt:lpstr>
      <vt:lpstr>Amasis MT Pro Medium</vt:lpstr>
      <vt:lpstr>Arial</vt:lpstr>
      <vt:lpstr>Calibri</vt:lpstr>
      <vt:lpstr>Cambria Math</vt:lpstr>
      <vt:lpstr>Corbel</vt:lpstr>
      <vt:lpstr>ShojiVTI</vt:lpstr>
      <vt:lpstr>Introduction</vt:lpstr>
      <vt:lpstr>PowerPoint Presentation</vt:lpstr>
      <vt:lpstr>Intended Learning outcomes</vt:lpstr>
      <vt:lpstr>Subject Learning Management System (LMS)</vt:lpstr>
      <vt:lpstr>How can I do well?</vt:lpstr>
      <vt:lpstr>PowerPoint Presentation</vt:lpstr>
      <vt:lpstr>Lesson Plan</vt:lpstr>
      <vt:lpstr>Today’s Learning Topics</vt:lpstr>
      <vt:lpstr>Activity 1</vt:lpstr>
      <vt:lpstr>Big Data (The 3 Vs’)</vt:lpstr>
      <vt:lpstr>Smart City and Smart Lamp-post</vt:lpstr>
      <vt:lpstr>Summary of Activity 1</vt:lpstr>
      <vt:lpstr>Technological Advancement to manage Big Data</vt:lpstr>
      <vt:lpstr>Data Literacy</vt:lpstr>
      <vt:lpstr>What is Data Analytics?</vt:lpstr>
      <vt:lpstr>Why does it matter? </vt:lpstr>
      <vt:lpstr>Example of gathering insights from data</vt:lpstr>
      <vt:lpstr>Further insights</vt:lpstr>
      <vt:lpstr>Tools that help us to manage data:  - Use KNIME and TABLEAU  Gather insights from statistics and data visualisation </vt:lpstr>
      <vt:lpstr>Applications of Data Analytics</vt:lpstr>
      <vt:lpstr>Why data analytics? The Purpose</vt:lpstr>
      <vt:lpstr>Today’s Learning Topics</vt:lpstr>
      <vt:lpstr>Four levels of analytics</vt:lpstr>
      <vt:lpstr>PowerPoint Presentation</vt:lpstr>
      <vt:lpstr>Today’s Learning Topics</vt:lpstr>
      <vt:lpstr>PowerPoint Presentation</vt:lpstr>
      <vt:lpstr>PowerPoint Presentation</vt:lpstr>
      <vt:lpstr>PowerPoint Presentation</vt:lpstr>
      <vt:lpstr>PowerPoint Presentation</vt:lpstr>
      <vt:lpstr>What is Exploratory Data Analysis?</vt:lpstr>
      <vt:lpstr>PowerPoint Presentation</vt:lpstr>
      <vt:lpstr>PowerPoint Presentation</vt:lpstr>
      <vt:lpstr>PowerPoint Presentation</vt:lpstr>
      <vt:lpstr>PowerPoint Presentation</vt:lpstr>
      <vt:lpstr>Today’s Learning Topics</vt:lpstr>
      <vt:lpstr>Activities</vt:lpstr>
      <vt:lpstr>How to summarise data?</vt:lpstr>
      <vt:lpstr>How to summarise data?</vt:lpstr>
      <vt:lpstr>PowerPoint Presentation</vt:lpstr>
      <vt:lpstr>PowerPoint Presentation</vt:lpstr>
      <vt:lpstr>Describing data using Statistics</vt:lpstr>
      <vt:lpstr>PowerPoint Presentation</vt:lpstr>
      <vt:lpstr>PowerPoint Presentation</vt:lpstr>
      <vt:lpstr>PowerPoint Presentation</vt:lpstr>
      <vt:lpstr>PowerPoint Presentation</vt:lpstr>
      <vt:lpstr>Mean Median Range Standard Deviation</vt:lpstr>
      <vt:lpstr>PowerPoint Presentation</vt:lpstr>
      <vt:lpstr>PowerPoint Presentation</vt:lpstr>
      <vt:lpstr>There are 2 ways to calculate Standard Deviation.   What is their difference?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Lye Sau Lin</dc:creator>
  <cp:lastModifiedBy>Chris CHUA (TP)</cp:lastModifiedBy>
  <cp:revision>104</cp:revision>
  <dcterms:created xsi:type="dcterms:W3CDTF">2020-09-29T02:26:15Z</dcterms:created>
  <dcterms:modified xsi:type="dcterms:W3CDTF">2025-04-24T07:00:25Z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4C2381BF-FFC3-4C0C-BB9C-5C6B07931B1F</vt:lpwstr>
  </property>
  <property fmtid="{D5CDD505-2E9C-101B-9397-08002B2CF9AE}" pid="3" name="ArticulatePath">
    <vt:lpwstr>Lab1-Intro</vt:lpwstr>
  </property>
  <property fmtid="{D5CDD505-2E9C-101B-9397-08002B2CF9AE}" pid="4" name="ContentTypeId">
    <vt:lpwstr>0x01010078F030E5E926B443B6BDC057D77EE4CC</vt:lpwstr>
  </property>
  <property fmtid="{D5CDD505-2E9C-101B-9397-08002B2CF9AE}" pid="5" name="MSIP_Label_23b68b73-d603-4e7f-85b0-08f331d65276_Enabled">
    <vt:lpwstr>true</vt:lpwstr>
  </property>
  <property fmtid="{D5CDD505-2E9C-101B-9397-08002B2CF9AE}" pid="6" name="MSIP_Label_23b68b73-d603-4e7f-85b0-08f331d65276_SetDate">
    <vt:lpwstr>2022-03-14T13:05:13Z</vt:lpwstr>
  </property>
  <property fmtid="{D5CDD505-2E9C-101B-9397-08002B2CF9AE}" pid="7" name="MSIP_Label_23b68b73-d603-4e7f-85b0-08f331d65276_Method">
    <vt:lpwstr>Privileged</vt:lpwstr>
  </property>
  <property fmtid="{D5CDD505-2E9C-101B-9397-08002B2CF9AE}" pid="8" name="MSIP_Label_23b68b73-d603-4e7f-85b0-08f331d65276_Name">
    <vt:lpwstr>Sensitive Normal</vt:lpwstr>
  </property>
  <property fmtid="{D5CDD505-2E9C-101B-9397-08002B2CF9AE}" pid="9" name="MSIP_Label_23b68b73-d603-4e7f-85b0-08f331d65276_SiteId">
    <vt:lpwstr>25a99bf0-8e72-472a-ae50-adfbdf0df6f1</vt:lpwstr>
  </property>
  <property fmtid="{D5CDD505-2E9C-101B-9397-08002B2CF9AE}" pid="10" name="MSIP_Label_23b68b73-d603-4e7f-85b0-08f331d65276_ActionId">
    <vt:lpwstr>25bf8565-28cb-4f69-920c-e337ae3cd1f7</vt:lpwstr>
  </property>
  <property fmtid="{D5CDD505-2E9C-101B-9397-08002B2CF9AE}" pid="11" name="MSIP_Label_23b68b73-d603-4e7f-85b0-08f331d65276_ContentBits">
    <vt:lpwstr>0</vt:lpwstr>
  </property>
</Properties>
</file>