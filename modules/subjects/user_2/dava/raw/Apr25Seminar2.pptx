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heme/theme2.xml" ContentType="application/vnd.openxmlformats-officedocument.them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07.xml" ContentType="application/vnd.openxmlformats-officedocument.presentationml.tags+xml"/>
  <Override PartName="/ppt/notesSlides/notesSlide2.xml" ContentType="application/vnd.openxmlformats-officedocument.presentationml.notesSlide+xml"/>
  <Override PartName="/ppt/tags/tag108.xml" ContentType="application/vnd.openxmlformats-officedocument.presentationml.tags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09.xml" ContentType="application/vnd.openxmlformats-officedocument.presentationml.tags+xml"/>
  <Override PartName="/ppt/notesSlides/notesSlide17.xml" ContentType="application/vnd.openxmlformats-officedocument.presentationml.notesSlide+xml"/>
  <Override PartName="/ppt/tags/tag110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11.xml" ContentType="application/vnd.openxmlformats-officedocument.presentationml.tags+xml"/>
  <Override PartName="/ppt/notesSlides/notesSlide20.xml" ContentType="application/vnd.openxmlformats-officedocument.presentationml.notesSlide+xml"/>
  <Override PartName="/ppt/tags/tag112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ags/tag113.xml" ContentType="application/vnd.openxmlformats-officedocument.presentationml.tags+xml"/>
  <Override PartName="/ppt/notesSlides/notesSlide22.xml" ContentType="application/vnd.openxmlformats-officedocument.presentationml.notesSlide+xml"/>
  <Override PartName="/ppt/tags/tag114.xml" ContentType="application/vnd.openxmlformats-officedocument.presentationml.tags+xml"/>
  <Override PartName="/ppt/notesSlides/notesSlide23.xml" ContentType="application/vnd.openxmlformats-officedocument.presentationml.notesSlide+xml"/>
  <Override PartName="/ppt/tags/tag115.xml" ContentType="application/vnd.openxmlformats-officedocument.presentationml.tags+xml"/>
  <Override PartName="/ppt/notesSlides/notesSlide24.xml" ContentType="application/vnd.openxmlformats-officedocument.presentationml.notesSlide+xml"/>
  <Override PartName="/ppt/tags/tag116.xml" ContentType="application/vnd.openxmlformats-officedocument.presentationml.tags+xml"/>
  <Override PartName="/ppt/notesSlides/notesSlide25.xml" ContentType="application/vnd.openxmlformats-officedocument.presentationml.notesSlide+xml"/>
  <Override PartName="/ppt/tags/tag117.xml" ContentType="application/vnd.openxmlformats-officedocument.presentationml.tags+xml"/>
  <Override PartName="/ppt/notesSlides/notesSlide26.xml" ContentType="application/vnd.openxmlformats-officedocument.presentationml.notesSlide+xml"/>
  <Override PartName="/ppt/tags/tag118.xml" ContentType="application/vnd.openxmlformats-officedocument.presentationml.tags+xml"/>
  <Override PartName="/ppt/notesSlides/notesSlide27.xml" ContentType="application/vnd.openxmlformats-officedocument.presentationml.notesSlide+xml"/>
  <Override PartName="/ppt/tags/tag119.xml" ContentType="application/vnd.openxmlformats-officedocument.presentationml.tags+xml"/>
  <Override PartName="/ppt/notesSlides/notesSlide28.xml" ContentType="application/vnd.openxmlformats-officedocument.presentationml.notesSlide+xml"/>
  <Override PartName="/ppt/tags/tag120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121.xml" ContentType="application/vnd.openxmlformats-officedocument.presentationml.tags+xml"/>
  <Override PartName="/ppt/notesSlides/notesSlide33.xml" ContentType="application/vnd.openxmlformats-officedocument.presentationml.notesSlide+xml"/>
  <Override PartName="/ppt/tags/tag122.xml" ContentType="application/vnd.openxmlformats-officedocument.presentationml.tags+xml"/>
  <Override PartName="/ppt/notesSlides/notesSlide34.xml" ContentType="application/vnd.openxmlformats-officedocument.presentationml.notesSlide+xml"/>
  <Override PartName="/ppt/tags/tag123.xml" ContentType="application/vnd.openxmlformats-officedocument.presentationml.tags+xml"/>
  <Override PartName="/ppt/notesSlides/notesSlide35.xml" ContentType="application/vnd.openxmlformats-officedocument.presentationml.notesSlide+xml"/>
  <Override PartName="/ppt/tags/tag124.xml" ContentType="application/vnd.openxmlformats-officedocument.presentationml.tags+xml"/>
  <Override PartName="/ppt/notesSlides/notesSlide36.xml" ContentType="application/vnd.openxmlformats-officedocument.presentationml.notesSlide+xml"/>
  <Override PartName="/ppt/tags/tag125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ags/tag126.xml" ContentType="application/vnd.openxmlformats-officedocument.presentationml.tags+xml"/>
  <Override PartName="/ppt/notesSlides/notesSlide39.xml" ContentType="application/vnd.openxmlformats-officedocument.presentationml.notesSlide+xml"/>
  <Override PartName="/ppt/tags/tag127.xml" ContentType="application/vnd.openxmlformats-officedocument.presentationml.tags+xml"/>
  <Override PartName="/ppt/notesSlides/notesSlide40.xml" ContentType="application/vnd.openxmlformats-officedocument.presentationml.notesSlide+xml"/>
  <Override PartName="/ppt/tags/tag128.xml" ContentType="application/vnd.openxmlformats-officedocument.presentationml.tags+xml"/>
  <Override PartName="/ppt/notesSlides/notesSlide41.xml" ContentType="application/vnd.openxmlformats-officedocument.presentationml.notesSlide+xml"/>
  <Override PartName="/ppt/tags/tag129.xml" ContentType="application/vnd.openxmlformats-officedocument.presentationml.tags+xml"/>
  <Override PartName="/ppt/notesSlides/notesSlide42.xml" ContentType="application/vnd.openxmlformats-officedocument.presentationml.notesSlide+xml"/>
  <Override PartName="/ppt/tags/tag130.xml" ContentType="application/vnd.openxmlformats-officedocument.presentationml.tags+xml"/>
  <Override PartName="/ppt/notesSlides/notesSlide43.xml" ContentType="application/vnd.openxmlformats-officedocument.presentationml.notesSlide+xml"/>
  <Override PartName="/ppt/tags/tag131.xml" ContentType="application/vnd.openxmlformats-officedocument.presentationml.tags+xml"/>
  <Override PartName="/ppt/notesSlides/notesSlide44.xml" ContentType="application/vnd.openxmlformats-officedocument.presentationml.notesSlide+xml"/>
  <Override PartName="/ppt/tags/tag132.xml" ContentType="application/vnd.openxmlformats-officedocument.presentationml.tags+xml"/>
  <Override PartName="/ppt/notesSlides/notesSlide45.xml" ContentType="application/vnd.openxmlformats-officedocument.presentationml.notesSlide+xml"/>
  <Override PartName="/ppt/tags/tag133.xml" ContentType="application/vnd.openxmlformats-officedocument.presentationml.tags+xml"/>
  <Override PartName="/ppt/notesSlides/notesSlide46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tags/tag136.xml" ContentType="application/vnd.openxmlformats-officedocument.presentationml.tags+xml"/>
  <Override PartName="/ppt/notesSlides/notesSlide49.xml" ContentType="application/vnd.openxmlformats-officedocument.presentationml.notesSlide+xml"/>
  <Override PartName="/ppt/tags/tag13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1"/>
  </p:notesMasterIdLst>
  <p:sldIdLst>
    <p:sldId id="256" r:id="rId5"/>
    <p:sldId id="533" r:id="rId6"/>
    <p:sldId id="811" r:id="rId7"/>
    <p:sldId id="454" r:id="rId8"/>
    <p:sldId id="821" r:id="rId9"/>
    <p:sldId id="822" r:id="rId10"/>
    <p:sldId id="824" r:id="rId11"/>
    <p:sldId id="823" r:id="rId12"/>
    <p:sldId id="829" r:id="rId13"/>
    <p:sldId id="825" r:id="rId14"/>
    <p:sldId id="826" r:id="rId15"/>
    <p:sldId id="830" r:id="rId16"/>
    <p:sldId id="828" r:id="rId17"/>
    <p:sldId id="831" r:id="rId18"/>
    <p:sldId id="816" r:id="rId19"/>
    <p:sldId id="832" r:id="rId20"/>
    <p:sldId id="817" r:id="rId21"/>
    <p:sldId id="818" r:id="rId22"/>
    <p:sldId id="553" r:id="rId23"/>
    <p:sldId id="806" r:id="rId24"/>
    <p:sldId id="827" r:id="rId25"/>
    <p:sldId id="808" r:id="rId26"/>
    <p:sldId id="809" r:id="rId27"/>
    <p:sldId id="582" r:id="rId28"/>
    <p:sldId id="805" r:id="rId29"/>
    <p:sldId id="583" r:id="rId30"/>
    <p:sldId id="559" r:id="rId31"/>
    <p:sldId id="819" r:id="rId32"/>
    <p:sldId id="544" r:id="rId33"/>
    <p:sldId id="802" r:id="rId34"/>
    <p:sldId id="804" r:id="rId35"/>
    <p:sldId id="834" r:id="rId36"/>
    <p:sldId id="835" r:id="rId37"/>
    <p:sldId id="836" r:id="rId38"/>
    <p:sldId id="561" r:id="rId39"/>
    <p:sldId id="562" r:id="rId40"/>
    <p:sldId id="563" r:id="rId41"/>
    <p:sldId id="565" r:id="rId42"/>
    <p:sldId id="566" r:id="rId43"/>
    <p:sldId id="838" r:id="rId44"/>
    <p:sldId id="842" r:id="rId45"/>
    <p:sldId id="797" r:id="rId46"/>
    <p:sldId id="837" r:id="rId47"/>
    <p:sldId id="662" r:id="rId48"/>
    <p:sldId id="663" r:id="rId49"/>
    <p:sldId id="664" r:id="rId50"/>
    <p:sldId id="665" r:id="rId51"/>
    <p:sldId id="666" r:id="rId52"/>
    <p:sldId id="257" r:id="rId53"/>
    <p:sldId id="840" r:id="rId54"/>
    <p:sldId id="810" r:id="rId55"/>
    <p:sldId id="833" r:id="rId56"/>
    <p:sldId id="839" r:id="rId57"/>
    <p:sldId id="572" r:id="rId58"/>
    <p:sldId id="820" r:id="rId59"/>
    <p:sldId id="841" r:id="rId60"/>
  </p:sldIdLst>
  <p:sldSz cx="12192000" cy="6858000"/>
  <p:notesSz cx="6858000" cy="9144000"/>
  <p:custDataLst>
    <p:tags r:id="rId6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4133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C6D106-9093-453D-9B87-38971DBFCE5E}" v="601" dt="2025-05-08T07:55:31.7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0171" autoAdjust="0"/>
  </p:normalViewPr>
  <p:slideViewPr>
    <p:cSldViewPr snapToGrid="0">
      <p:cViewPr varScale="1">
        <p:scale>
          <a:sx n="54" d="100"/>
          <a:sy n="54" d="100"/>
        </p:scale>
        <p:origin x="10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CHUA (TP)" userId="abfb61ba-acb2-4558-9a6e-6d88359411df" providerId="ADAL" clId="{6BC6D106-9093-453D-9B87-38971DBFCE5E}"/>
    <pc:docChg chg="custSel addSld delSld modSld sldOrd">
      <pc:chgData name="Chris CHUA (TP)" userId="abfb61ba-acb2-4558-9a6e-6d88359411df" providerId="ADAL" clId="{6BC6D106-9093-453D-9B87-38971DBFCE5E}" dt="2025-05-08T07:55:32.270" v="1201" actId="2696"/>
      <pc:docMkLst>
        <pc:docMk/>
      </pc:docMkLst>
      <pc:sldChg chg="modSp add del mod ord modTransition">
        <pc:chgData name="Chris CHUA (TP)" userId="abfb61ba-acb2-4558-9a6e-6d88359411df" providerId="ADAL" clId="{6BC6D106-9093-453D-9B87-38971DBFCE5E}" dt="2025-04-28T06:54:05.797" v="770" actId="2696"/>
        <pc:sldMkLst>
          <pc:docMk/>
          <pc:sldMk cId="15928401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1:43:29.314" v="366" actId="2696"/>
        <pc:sldMkLst>
          <pc:docMk/>
          <pc:sldMk cId="83598375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6:41:00.743" v="1042" actId="2696"/>
        <pc:sldMkLst>
          <pc:docMk/>
          <pc:sldMk cId="87027863" sldId="843"/>
        </pc:sldMkLst>
        <pc:spChg chg="mod">
          <ac:chgData name="Chris CHUA (TP)" userId="abfb61ba-acb2-4558-9a6e-6d88359411df" providerId="ADAL" clId="{6BC6D106-9093-453D-9B87-38971DBFCE5E}" dt="2025-05-08T06:40:39.613" v="1035"/>
          <ac:spMkLst>
            <pc:docMk/>
            <pc:sldMk cId="87027863" sldId="843"/>
            <ac:spMk id="5" creationId="{C461D66C-29C4-FADD-DA94-3588311F5AE5}"/>
          </ac:spMkLst>
        </pc:spChg>
        <pc:grpChg chg="mod">
          <ac:chgData name="Chris CHUA (TP)" userId="abfb61ba-acb2-4558-9a6e-6d88359411df" providerId="ADAL" clId="{6BC6D106-9093-453D-9B87-38971DBFCE5E}" dt="2025-05-08T06:40:53.350" v="1039"/>
          <ac:grpSpMkLst>
            <pc:docMk/>
            <pc:sldMk cId="87027863" sldId="843"/>
            <ac:grpSpMk id="9" creationId="{EE24BB6F-DFBB-40B7-9869-95A9CDFD851C}"/>
          </ac:grpSpMkLst>
        </pc:grpChg>
        <pc:grpChg chg="mod">
          <ac:chgData name="Chris CHUA (TP)" userId="abfb61ba-acb2-4558-9a6e-6d88359411df" providerId="ADAL" clId="{6BC6D106-9093-453D-9B87-38971DBFCE5E}" dt="2025-05-08T06:40:50.280" v="1037"/>
          <ac:grpSpMkLst>
            <pc:docMk/>
            <pc:sldMk cId="87027863" sldId="843"/>
            <ac:grpSpMk id="20" creationId="{26848880-6330-EBF0-0F87-6BAF94D8374F}"/>
          </ac:grpSpMkLst>
        </pc:grpChg>
        <pc:cxnChg chg="mod">
          <ac:chgData name="Chris CHUA (TP)" userId="abfb61ba-acb2-4558-9a6e-6d88359411df" providerId="ADAL" clId="{6BC6D106-9093-453D-9B87-38971DBFCE5E}" dt="2025-05-08T06:40:53.350" v="1039"/>
          <ac:cxnSpMkLst>
            <pc:docMk/>
            <pc:sldMk cId="87027863" sldId="843"/>
            <ac:cxnSpMk id="10" creationId="{92874D28-066E-2929-4B0F-3284C27D2335}"/>
          </ac:cxnSpMkLst>
        </pc:cxnChg>
        <pc:cxnChg chg="mod">
          <ac:chgData name="Chris CHUA (TP)" userId="abfb61ba-acb2-4558-9a6e-6d88359411df" providerId="ADAL" clId="{6BC6D106-9093-453D-9B87-38971DBFCE5E}" dt="2025-05-08T06:40:53.350" v="1039"/>
          <ac:cxnSpMkLst>
            <pc:docMk/>
            <pc:sldMk cId="87027863" sldId="843"/>
            <ac:cxnSpMk id="12" creationId="{D914034C-B256-834B-E35E-9993BC96FEC2}"/>
          </ac:cxnSpMkLst>
        </pc:cxnChg>
        <pc:cxnChg chg="mod">
          <ac:chgData name="Chris CHUA (TP)" userId="abfb61ba-acb2-4558-9a6e-6d88359411df" providerId="ADAL" clId="{6BC6D106-9093-453D-9B87-38971DBFCE5E}" dt="2025-05-08T06:41:00.132" v="1041"/>
          <ac:cxnSpMkLst>
            <pc:docMk/>
            <pc:sldMk cId="87027863" sldId="843"/>
            <ac:cxnSpMk id="18" creationId="{C56FDA81-FB82-BCA1-EC70-DF02280D99C6}"/>
          </ac:cxnSpMkLst>
        </pc:cxnChg>
        <pc:cxnChg chg="mod">
          <ac:chgData name="Chris CHUA (TP)" userId="abfb61ba-acb2-4558-9a6e-6d88359411df" providerId="ADAL" clId="{6BC6D106-9093-453D-9B87-38971DBFCE5E}" dt="2025-05-08T06:40:50.280" v="1037"/>
          <ac:cxnSpMkLst>
            <pc:docMk/>
            <pc:sldMk cId="87027863" sldId="843"/>
            <ac:cxnSpMk id="21" creationId="{680A0FE8-2F8B-771E-1770-1C6DC4416460}"/>
          </ac:cxnSpMkLst>
        </pc:cxnChg>
        <pc:cxnChg chg="mod">
          <ac:chgData name="Chris CHUA (TP)" userId="abfb61ba-acb2-4558-9a6e-6d88359411df" providerId="ADAL" clId="{6BC6D106-9093-453D-9B87-38971DBFCE5E}" dt="2025-05-08T06:40:50.280" v="1037"/>
          <ac:cxnSpMkLst>
            <pc:docMk/>
            <pc:sldMk cId="87027863" sldId="843"/>
            <ac:cxnSpMk id="22" creationId="{AFF1AF49-75CB-8654-7761-B39658475514}"/>
          </ac:cxnSpMkLst>
        </pc:cxnChg>
      </pc:sldChg>
      <pc:sldChg chg="modSp add del mod ord modTransition">
        <pc:chgData name="Chris CHUA (TP)" userId="abfb61ba-acb2-4558-9a6e-6d88359411df" providerId="ADAL" clId="{6BC6D106-9093-453D-9B87-38971DBFCE5E}" dt="2025-04-28T01:43:36.494" v="388" actId="2696"/>
        <pc:sldMkLst>
          <pc:docMk/>
          <pc:sldMk cId="118057901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6:30:26.254" v="1002" actId="2696"/>
        <pc:sldMkLst>
          <pc:docMk/>
          <pc:sldMk cId="240781732" sldId="843"/>
        </pc:sldMkLst>
        <pc:spChg chg="mod">
          <ac:chgData name="Chris CHUA (TP)" userId="abfb61ba-acb2-4558-9a6e-6d88359411df" providerId="ADAL" clId="{6BC6D106-9093-453D-9B87-38971DBFCE5E}" dt="2025-05-08T06:30:25.624" v="999"/>
          <ac:spMkLst>
            <pc:docMk/>
            <pc:sldMk cId="240781732" sldId="843"/>
            <ac:spMk id="6" creationId="{2756191C-5153-8106-2789-C4D1AFC5AB84}"/>
          </ac:spMkLst>
        </pc:spChg>
        <pc:spChg chg="mod">
          <ac:chgData name="Chris CHUA (TP)" userId="abfb61ba-acb2-4558-9a6e-6d88359411df" providerId="ADAL" clId="{6BC6D106-9093-453D-9B87-38971DBFCE5E}" dt="2025-05-08T06:30:25.657" v="1001"/>
          <ac:spMkLst>
            <pc:docMk/>
            <pc:sldMk cId="240781732" sldId="843"/>
            <ac:spMk id="8" creationId="{579B2945-E60C-A907-65D2-8F7BB5CFA0AE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5-08T07:50:34.275" v="1074" actId="2696"/>
        <pc:sldMkLst>
          <pc:docMk/>
          <pc:sldMk cId="414464688" sldId="843"/>
        </pc:sldMkLst>
        <pc:spChg chg="mod">
          <ac:chgData name="Chris CHUA (TP)" userId="abfb61ba-acb2-4558-9a6e-6d88359411df" providerId="ADAL" clId="{6BC6D106-9093-453D-9B87-38971DBFCE5E}" dt="2025-05-08T07:50:33.638" v="1073"/>
          <ac:spMkLst>
            <pc:docMk/>
            <pc:sldMk cId="414464688" sldId="843"/>
            <ac:spMk id="11" creationId="{8A6C353D-C5AC-E7A7-3B5D-78ADF148995A}"/>
          </ac:spMkLst>
        </pc:spChg>
        <pc:picChg chg="mod">
          <ac:chgData name="Chris CHUA (TP)" userId="abfb61ba-acb2-4558-9a6e-6d88359411df" providerId="ADAL" clId="{6BC6D106-9093-453D-9B87-38971DBFCE5E}" dt="2025-05-08T07:50:25.971" v="1071"/>
          <ac:picMkLst>
            <pc:docMk/>
            <pc:sldMk cId="414464688" sldId="843"/>
            <ac:picMk id="17" creationId="{7696425C-5367-A9BF-A8A6-4A143EC5B6BB}"/>
          </ac:picMkLst>
        </pc:picChg>
      </pc:sldChg>
      <pc:sldChg chg="modSp add del mod ord modTransition">
        <pc:chgData name="Chris CHUA (TP)" userId="abfb61ba-acb2-4558-9a6e-6d88359411df" providerId="ADAL" clId="{6BC6D106-9093-453D-9B87-38971DBFCE5E}" dt="2025-04-28T05:18:44.209" v="596" actId="2696"/>
        <pc:sldMkLst>
          <pc:docMk/>
          <pc:sldMk cId="475067725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2T09:09:09.897" v="150" actId="2696"/>
        <pc:sldMkLst>
          <pc:docMk/>
          <pc:sldMk cId="522672166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6:55:09.013" v="806" actId="2696"/>
        <pc:sldMkLst>
          <pc:docMk/>
          <pc:sldMk cId="591826858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2T12:34:20.007" v="204" actId="2696"/>
        <pc:sldMkLst>
          <pc:docMk/>
          <pc:sldMk cId="663312366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5:29:37.732" v="698" actId="2696"/>
        <pc:sldMkLst>
          <pc:docMk/>
          <pc:sldMk cId="710308533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6:51:45.544" v="756" actId="2696"/>
        <pc:sldMkLst>
          <pc:docMk/>
          <pc:sldMk cId="832475079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7:53:23.213" v="1124" actId="2696"/>
        <pc:sldMkLst>
          <pc:docMk/>
          <pc:sldMk cId="877834452" sldId="843"/>
        </pc:sldMkLst>
        <pc:spChg chg="mod">
          <ac:chgData name="Chris CHUA (TP)" userId="abfb61ba-acb2-4558-9a6e-6d88359411df" providerId="ADAL" clId="{6BC6D106-9093-453D-9B87-38971DBFCE5E}" dt="2025-05-08T07:53:23" v="1123"/>
          <ac:spMkLst>
            <pc:docMk/>
            <pc:sldMk cId="877834452" sldId="843"/>
            <ac:spMk id="10" creationId="{D9F256F4-1B1B-4B97-938E-444AEF25D2E4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4-28T05:22:36.930" v="648" actId="2696"/>
        <pc:sldMkLst>
          <pc:docMk/>
          <pc:sldMk cId="968393086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6:19:59.214" v="914" actId="2696"/>
        <pc:sldMkLst>
          <pc:docMk/>
          <pc:sldMk cId="994996090" sldId="843"/>
        </pc:sldMkLst>
        <pc:spChg chg="mod">
          <ac:chgData name="Chris CHUA (TP)" userId="abfb61ba-acb2-4558-9a6e-6d88359411df" providerId="ADAL" clId="{6BC6D106-9093-453D-9B87-38971DBFCE5E}" dt="2025-05-08T06:19:51.997" v="911"/>
          <ac:spMkLst>
            <pc:docMk/>
            <pc:sldMk cId="994996090" sldId="843"/>
            <ac:spMk id="6" creationId="{3806E701-98BF-76A6-23C0-05460B6E4C7D}"/>
          </ac:spMkLst>
        </pc:spChg>
        <pc:spChg chg="mod">
          <ac:chgData name="Chris CHUA (TP)" userId="abfb61ba-acb2-4558-9a6e-6d88359411df" providerId="ADAL" clId="{6BC6D106-9093-453D-9B87-38971DBFCE5E}" dt="2025-05-08T06:19:58.648" v="913"/>
          <ac:spMkLst>
            <pc:docMk/>
            <pc:sldMk cId="994996090" sldId="843"/>
            <ac:spMk id="8" creationId="{9C6B415F-B122-9C54-8947-020A1EA62810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4-28T03:36:47.488" v="492" actId="2696"/>
        <pc:sldMkLst>
          <pc:docMk/>
          <pc:sldMk cId="1070145575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2T08:22:42.584" v="30" actId="2696"/>
        <pc:sldMkLst>
          <pc:docMk/>
          <pc:sldMk cId="1105625687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3:38:46.110" v="564" actId="2696"/>
        <pc:sldMkLst>
          <pc:docMk/>
          <pc:sldMk cId="1116364078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6:20:07.522" v="738" actId="2696"/>
        <pc:sldMkLst>
          <pc:docMk/>
          <pc:sldMk cId="1144139272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2T08:35:12.376" v="94" actId="2696"/>
        <pc:sldMkLst>
          <pc:docMk/>
          <pc:sldMk cId="1421304354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3:36:20.367" v="470" actId="2696"/>
        <pc:sldMkLst>
          <pc:docMk/>
          <pc:sldMk cId="1446338529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6:25:47.186" v="966" actId="2696"/>
        <pc:sldMkLst>
          <pc:docMk/>
          <pc:sldMk cId="1573978044" sldId="843"/>
        </pc:sldMkLst>
        <pc:spChg chg="mod">
          <ac:chgData name="Chris CHUA (TP)" userId="abfb61ba-acb2-4558-9a6e-6d88359411df" providerId="ADAL" clId="{6BC6D106-9093-453D-9B87-38971DBFCE5E}" dt="2025-05-08T06:25:46.628" v="963"/>
          <ac:spMkLst>
            <pc:docMk/>
            <pc:sldMk cId="1573978044" sldId="843"/>
            <ac:spMk id="11" creationId="{E4CB08F0-2107-C12C-CBC3-E33582A9A171}"/>
          </ac:spMkLst>
        </pc:spChg>
        <pc:spChg chg="mod">
          <ac:chgData name="Chris CHUA (TP)" userId="abfb61ba-acb2-4558-9a6e-6d88359411df" providerId="ADAL" clId="{6BC6D106-9093-453D-9B87-38971DBFCE5E}" dt="2025-05-08T06:25:46.679" v="965"/>
          <ac:spMkLst>
            <pc:docMk/>
            <pc:sldMk cId="1573978044" sldId="843"/>
            <ac:spMk id="12" creationId="{2E54D614-8840-D596-6190-499681DF3460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5-08T07:52:56.236" v="1110" actId="2696"/>
        <pc:sldMkLst>
          <pc:docMk/>
          <pc:sldMk cId="1639660476" sldId="843"/>
        </pc:sldMkLst>
        <pc:spChg chg="mod">
          <ac:chgData name="Chris CHUA (TP)" userId="abfb61ba-acb2-4558-9a6e-6d88359411df" providerId="ADAL" clId="{6BC6D106-9093-453D-9B87-38971DBFCE5E}" dt="2025-05-08T07:52:55.605" v="1107"/>
          <ac:spMkLst>
            <pc:docMk/>
            <pc:sldMk cId="1639660476" sldId="843"/>
            <ac:spMk id="7" creationId="{88DEFA73-3C51-4589-A43A-A8AF2C420483}"/>
          </ac:spMkLst>
        </pc:spChg>
        <pc:spChg chg="mod">
          <ac:chgData name="Chris CHUA (TP)" userId="abfb61ba-acb2-4558-9a6e-6d88359411df" providerId="ADAL" clId="{6BC6D106-9093-453D-9B87-38971DBFCE5E}" dt="2025-05-08T07:52:55.655" v="1109"/>
          <ac:spMkLst>
            <pc:docMk/>
            <pc:sldMk cId="1639660476" sldId="843"/>
            <ac:spMk id="8" creationId="{6DBC50E1-B6C9-467B-9218-A337B18B706F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4-28T02:02:14.065" v="438" actId="2696"/>
        <pc:sldMkLst>
          <pc:docMk/>
          <pc:sldMk cId="1713724474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2T08:35:42.404" v="116" actId="2696"/>
        <pc:sldMkLst>
          <pc:docMk/>
          <pc:sldMk cId="1779146887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1:23:59.134" v="250" actId="2696"/>
        <pc:sldMkLst>
          <pc:docMk/>
          <pc:sldMk cId="1880793600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1:34:27.972" v="352" actId="2696"/>
        <pc:sldMkLst>
          <pc:docMk/>
          <pc:sldMk cId="1896021662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6:29:48.152" v="980" actId="2696"/>
        <pc:sldMkLst>
          <pc:docMk/>
          <pc:sldMk cId="1905374661" sldId="843"/>
        </pc:sldMkLst>
        <pc:spChg chg="mod">
          <ac:chgData name="Chris CHUA (TP)" userId="abfb61ba-acb2-4558-9a6e-6d88359411df" providerId="ADAL" clId="{6BC6D106-9093-453D-9B87-38971DBFCE5E}" dt="2025-05-08T06:29:47.611" v="979"/>
          <ac:spMkLst>
            <pc:docMk/>
            <pc:sldMk cId="1905374661" sldId="843"/>
            <ac:spMk id="7" creationId="{B7E58F81-13C4-22A8-A71D-DCA2BF2EFB9D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4-28T06:20:05.610" v="724" actId="2696"/>
        <pc:sldMkLst>
          <pc:docMk/>
          <pc:sldMk cId="1946924363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2T12:34:43.234" v="218" actId="2696"/>
        <pc:sldMkLst>
          <pc:docMk/>
          <pc:sldMk cId="2066772797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3:38:08.449" v="532" actId="2696"/>
        <pc:sldMkLst>
          <pc:docMk/>
          <pc:sldMk cId="2109088218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1:30:14.121" v="318" actId="2696"/>
        <pc:sldMkLst>
          <pc:docMk/>
          <pc:sldMk cId="2277579840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7:51:45.207" v="1088" actId="2696"/>
        <pc:sldMkLst>
          <pc:docMk/>
          <pc:sldMk cId="2373812870" sldId="843"/>
        </pc:sldMkLst>
        <pc:spChg chg="mod">
          <ac:chgData name="Chris CHUA (TP)" userId="abfb61ba-acb2-4558-9a6e-6d88359411df" providerId="ADAL" clId="{6BC6D106-9093-453D-9B87-38971DBFCE5E}" dt="2025-05-08T07:51:44.638" v="1087"/>
          <ac:spMkLst>
            <pc:docMk/>
            <pc:sldMk cId="2373812870" sldId="843"/>
            <ac:spMk id="6" creationId="{5CC1DAA4-26CC-4B54-A674-E1555DB05770}"/>
          </ac:spMkLst>
        </pc:spChg>
        <pc:spChg chg="mod">
          <ac:chgData name="Chris CHUA (TP)" userId="abfb61ba-acb2-4558-9a6e-6d88359411df" providerId="ADAL" clId="{6BC6D106-9093-453D-9B87-38971DBFCE5E}" dt="2025-05-08T07:51:44.638" v="1087"/>
          <ac:spMkLst>
            <pc:docMk/>
            <pc:sldMk cId="2373812870" sldId="843"/>
            <ac:spMk id="7" creationId="{7403B30A-92EC-4F28-B87E-0D8E3CB24EB6}"/>
          </ac:spMkLst>
        </pc:spChg>
        <pc:grpChg chg="mod">
          <ac:chgData name="Chris CHUA (TP)" userId="abfb61ba-acb2-4558-9a6e-6d88359411df" providerId="ADAL" clId="{6BC6D106-9093-453D-9B87-38971DBFCE5E}" dt="2025-05-08T07:51:44.638" v="1087"/>
          <ac:grpSpMkLst>
            <pc:docMk/>
            <pc:sldMk cId="2373812870" sldId="843"/>
            <ac:grpSpMk id="4" creationId="{8A1CAFA4-7700-49E7-832E-CE5542BF9E7B}"/>
          </ac:grpSpMkLst>
        </pc:grpChg>
      </pc:sldChg>
      <pc:sldChg chg="modSp add del mod ord modTransition">
        <pc:chgData name="Chris CHUA (TP)" userId="abfb61ba-acb2-4558-9a6e-6d88359411df" providerId="ADAL" clId="{6BC6D106-9093-453D-9B87-38971DBFCE5E}" dt="2025-04-22T08:22:23.589" v="12" actId="2696"/>
        <pc:sldMkLst>
          <pc:docMk/>
          <pc:sldMk cId="2456798637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1:32:47.696" v="340" actId="2696"/>
        <pc:sldMkLst>
          <pc:docMk/>
          <pc:sldMk cId="2573220911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7:53:59.628" v="1150" actId="2696"/>
        <pc:sldMkLst>
          <pc:docMk/>
          <pc:sldMk cId="2663500236" sldId="843"/>
        </pc:sldMkLst>
        <pc:spChg chg="mod">
          <ac:chgData name="Chris CHUA (TP)" userId="abfb61ba-acb2-4558-9a6e-6d88359411df" providerId="ADAL" clId="{6BC6D106-9093-453D-9B87-38971DBFCE5E}" dt="2025-05-08T07:53:47.819" v="1143"/>
          <ac:spMkLst>
            <pc:docMk/>
            <pc:sldMk cId="2663500236" sldId="843"/>
            <ac:spMk id="15" creationId="{015DAC6B-BA6A-E867-A95B-4A6978DF21B4}"/>
          </ac:spMkLst>
        </pc:spChg>
        <pc:spChg chg="mod">
          <ac:chgData name="Chris CHUA (TP)" userId="abfb61ba-acb2-4558-9a6e-6d88359411df" providerId="ADAL" clId="{6BC6D106-9093-453D-9B87-38971DBFCE5E}" dt="2025-05-08T07:53:50.403" v="1145"/>
          <ac:spMkLst>
            <pc:docMk/>
            <pc:sldMk cId="2663500236" sldId="843"/>
            <ac:spMk id="16" creationId="{1A834BA1-D766-2DB0-523E-4477C9F175D4}"/>
          </ac:spMkLst>
        </pc:spChg>
        <pc:spChg chg="mod">
          <ac:chgData name="Chris CHUA (TP)" userId="abfb61ba-acb2-4558-9a6e-6d88359411df" providerId="ADAL" clId="{6BC6D106-9093-453D-9B87-38971DBFCE5E}" dt="2025-05-08T07:53:54.952" v="1147"/>
          <ac:spMkLst>
            <pc:docMk/>
            <pc:sldMk cId="2663500236" sldId="843"/>
            <ac:spMk id="17" creationId="{78DEB383-1433-9886-6159-B14E9E53EFDE}"/>
          </ac:spMkLst>
        </pc:spChg>
        <pc:spChg chg="mod">
          <ac:chgData name="Chris CHUA (TP)" userId="abfb61ba-acb2-4558-9a6e-6d88359411df" providerId="ADAL" clId="{6BC6D106-9093-453D-9B87-38971DBFCE5E}" dt="2025-05-08T07:53:59.103" v="1149"/>
          <ac:spMkLst>
            <pc:docMk/>
            <pc:sldMk cId="2663500236" sldId="843"/>
            <ac:spMk id="18" creationId="{11712988-4576-E608-93B7-2ED3737B0288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4-22T12:35:11.081" v="236" actId="2696"/>
        <pc:sldMkLst>
          <pc:docMk/>
          <pc:sldMk cId="2755989448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6:19:40.506" v="896" actId="2696"/>
        <pc:sldMkLst>
          <pc:docMk/>
          <pc:sldMk cId="2855421367" sldId="843"/>
        </pc:sldMkLst>
        <pc:spChg chg="mod">
          <ac:chgData name="Chris CHUA (TP)" userId="abfb61ba-acb2-4558-9a6e-6d88359411df" providerId="ADAL" clId="{6BC6D106-9093-453D-9B87-38971DBFCE5E}" dt="2025-05-08T06:19:40.031" v="895"/>
          <ac:spMkLst>
            <pc:docMk/>
            <pc:sldMk cId="2855421367" sldId="843"/>
            <ac:spMk id="5" creationId="{D3EE89C5-CC47-06C5-A193-C5843B375196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4-28T02:01:35.646" v="424" actId="2696"/>
        <pc:sldMkLst>
          <pc:docMk/>
          <pc:sldMk cId="2981962616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6:57:28.920" v="882" actId="2696"/>
        <pc:sldMkLst>
          <pc:docMk/>
          <pc:sldMk cId="3009193969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2T08:25:14.512" v="78" actId="2696"/>
        <pc:sldMkLst>
          <pc:docMk/>
          <pc:sldMk cId="3032128545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3:37:25.467" v="506" actId="2696"/>
        <pc:sldMkLst>
          <pc:docMk/>
          <pc:sldMk cId="3108308395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2T12:20:20.138" v="168" actId="2696"/>
        <pc:sldMkLst>
          <pc:docMk/>
          <pc:sldMk cId="3208439308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5:28:47.874" v="684" actId="2696"/>
        <pc:sldMkLst>
          <pc:docMk/>
          <pc:sldMk cId="3307389285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6:30:54.435" v="1016" actId="2696"/>
        <pc:sldMkLst>
          <pc:docMk/>
          <pc:sldMk cId="3398399875" sldId="843"/>
        </pc:sldMkLst>
        <pc:spChg chg="mod">
          <ac:chgData name="Chris CHUA (TP)" userId="abfb61ba-acb2-4558-9a6e-6d88359411df" providerId="ADAL" clId="{6BC6D106-9093-453D-9B87-38971DBFCE5E}" dt="2025-05-08T06:30:53.941" v="1015"/>
          <ac:spMkLst>
            <pc:docMk/>
            <pc:sldMk cId="3398399875" sldId="843"/>
            <ac:spMk id="4" creationId="{BE0746BD-A244-F173-5CE0-A171CF4A7829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5-08T06:24:16.595" v="944" actId="2696"/>
        <pc:sldMkLst>
          <pc:docMk/>
          <pc:sldMk cId="3539097591" sldId="843"/>
        </pc:sldMkLst>
        <pc:spChg chg="mod">
          <ac:chgData name="Chris CHUA (TP)" userId="abfb61ba-acb2-4558-9a6e-6d88359411df" providerId="ADAL" clId="{6BC6D106-9093-453D-9B87-38971DBFCE5E}" dt="2025-05-08T06:24:15.878" v="937"/>
          <ac:spMkLst>
            <pc:docMk/>
            <pc:sldMk cId="3539097591" sldId="843"/>
            <ac:spMk id="5" creationId="{8EF69160-C829-74CA-E60F-DE95606A1E4E}"/>
          </ac:spMkLst>
        </pc:spChg>
        <pc:spChg chg="mod">
          <ac:chgData name="Chris CHUA (TP)" userId="abfb61ba-acb2-4558-9a6e-6d88359411df" providerId="ADAL" clId="{6BC6D106-9093-453D-9B87-38971DBFCE5E}" dt="2025-05-08T06:24:15.914" v="939"/>
          <ac:spMkLst>
            <pc:docMk/>
            <pc:sldMk cId="3539097591" sldId="843"/>
            <ac:spMk id="6" creationId="{514EC0EE-8E6C-9998-8A81-D000DCB2AC8C}"/>
          </ac:spMkLst>
        </pc:spChg>
        <pc:spChg chg="mod">
          <ac:chgData name="Chris CHUA (TP)" userId="abfb61ba-acb2-4558-9a6e-6d88359411df" providerId="ADAL" clId="{6BC6D106-9093-453D-9B87-38971DBFCE5E}" dt="2025-05-08T06:24:15.963" v="941"/>
          <ac:spMkLst>
            <pc:docMk/>
            <pc:sldMk cId="3539097591" sldId="843"/>
            <ac:spMk id="7" creationId="{43CD66D9-6087-18F2-2CA5-FBD2107402B8}"/>
          </ac:spMkLst>
        </pc:spChg>
        <pc:spChg chg="mod">
          <ac:chgData name="Chris CHUA (TP)" userId="abfb61ba-acb2-4558-9a6e-6d88359411df" providerId="ADAL" clId="{6BC6D106-9093-453D-9B87-38971DBFCE5E}" dt="2025-05-08T06:24:16.012" v="943"/>
          <ac:spMkLst>
            <pc:docMk/>
            <pc:sldMk cId="3539097591" sldId="843"/>
            <ac:spMk id="8" creationId="{911A6F39-7554-1B8E-1114-022426511AED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4-22T08:35:54.938" v="130" actId="2696"/>
        <pc:sldMkLst>
          <pc:docMk/>
          <pc:sldMk cId="3567834044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1:25:48.214" v="268" actId="2696"/>
        <pc:sldMkLst>
          <pc:docMk/>
          <pc:sldMk cId="3589832862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7:55:32.245" v="1200" actId="2696"/>
        <pc:sldMkLst>
          <pc:docMk/>
          <pc:sldMk cId="3631620320" sldId="843"/>
        </pc:sldMkLst>
        <pc:spChg chg="mod">
          <ac:chgData name="Chris CHUA (TP)" userId="abfb61ba-acb2-4558-9a6e-6d88359411df" providerId="ADAL" clId="{6BC6D106-9093-453D-9B87-38971DBFCE5E}" dt="2025-05-08T07:55:21.866" v="1181"/>
          <ac:spMkLst>
            <pc:docMk/>
            <pc:sldMk cId="3631620320" sldId="843"/>
            <ac:spMk id="3" creationId="{6C943771-7404-4779-B581-80B13559EB1C}"/>
          </ac:spMkLst>
        </pc:spChg>
        <pc:spChg chg="mod">
          <ac:chgData name="Chris CHUA (TP)" userId="abfb61ba-acb2-4558-9a6e-6d88359411df" providerId="ADAL" clId="{6BC6D106-9093-453D-9B87-38971DBFCE5E}" dt="2025-05-08T07:55:24.801" v="1185"/>
          <ac:spMkLst>
            <pc:docMk/>
            <pc:sldMk cId="3631620320" sldId="843"/>
            <ac:spMk id="12" creationId="{6E180849-EA3D-4A83-BD0A-AF57FB6D6F82}"/>
          </ac:spMkLst>
        </pc:spChg>
        <pc:spChg chg="mod">
          <ac:chgData name="Chris CHUA (TP)" userId="abfb61ba-acb2-4558-9a6e-6d88359411df" providerId="ADAL" clId="{6BC6D106-9093-453D-9B87-38971DBFCE5E}" dt="2025-05-08T07:55:24.933" v="1191"/>
          <ac:spMkLst>
            <pc:docMk/>
            <pc:sldMk cId="3631620320" sldId="843"/>
            <ac:spMk id="16" creationId="{193B553A-907C-4F1D-92DD-7D75CDF61BCB}"/>
          </ac:spMkLst>
        </pc:spChg>
        <pc:spChg chg="mod">
          <ac:chgData name="Chris CHUA (TP)" userId="abfb61ba-acb2-4558-9a6e-6d88359411df" providerId="ADAL" clId="{6BC6D106-9093-453D-9B87-38971DBFCE5E}" dt="2025-05-08T07:55:31.666" v="1195"/>
          <ac:spMkLst>
            <pc:docMk/>
            <pc:sldMk cId="3631620320" sldId="843"/>
            <ac:spMk id="20" creationId="{F012D5D4-B91A-49D9-9032-CF0B43700957}"/>
          </ac:spMkLst>
        </pc:spChg>
        <pc:picChg chg="mod">
          <ac:chgData name="Chris CHUA (TP)" userId="abfb61ba-acb2-4558-9a6e-6d88359411df" providerId="ADAL" clId="{6BC6D106-9093-453D-9B87-38971DBFCE5E}" dt="2025-05-08T07:55:22.965" v="1183"/>
          <ac:picMkLst>
            <pc:docMk/>
            <pc:sldMk cId="3631620320" sldId="843"/>
            <ac:picMk id="8" creationId="{D93C6A06-AC4C-44B6-BDB6-0F9172904FBE}"/>
          </ac:picMkLst>
        </pc:picChg>
        <pc:cxnChg chg="mod">
          <ac:chgData name="Chris CHUA (TP)" userId="abfb61ba-acb2-4558-9a6e-6d88359411df" providerId="ADAL" clId="{6BC6D106-9093-453D-9B87-38971DBFCE5E}" dt="2025-05-08T07:55:24.865" v="1187"/>
          <ac:cxnSpMkLst>
            <pc:docMk/>
            <pc:sldMk cId="3631620320" sldId="843"/>
            <ac:cxnSpMk id="11" creationId="{BBA3D639-3F65-47FB-98B1-D90CA73A7DD4}"/>
          </ac:cxnSpMkLst>
        </pc:cxnChg>
        <pc:cxnChg chg="mod">
          <ac:chgData name="Chris CHUA (TP)" userId="abfb61ba-acb2-4558-9a6e-6d88359411df" providerId="ADAL" clId="{6BC6D106-9093-453D-9B87-38971DBFCE5E}" dt="2025-05-08T07:55:24.898" v="1189"/>
          <ac:cxnSpMkLst>
            <pc:docMk/>
            <pc:sldMk cId="3631620320" sldId="843"/>
            <ac:cxnSpMk id="13" creationId="{D7567FF5-1939-43A6-91F2-EA41B4A14811}"/>
          </ac:cxnSpMkLst>
        </pc:cxnChg>
        <pc:cxnChg chg="mod">
          <ac:chgData name="Chris CHUA (TP)" userId="abfb61ba-acb2-4558-9a6e-6d88359411df" providerId="ADAL" clId="{6BC6D106-9093-453D-9B87-38971DBFCE5E}" dt="2025-05-08T07:55:31.683" v="1197"/>
          <ac:cxnSpMkLst>
            <pc:docMk/>
            <pc:sldMk cId="3631620320" sldId="843"/>
            <ac:cxnSpMk id="18" creationId="{99A52AD1-03B8-4B1A-A68F-C834180D3724}"/>
          </ac:cxnSpMkLst>
        </pc:cxnChg>
        <pc:cxnChg chg="mod">
          <ac:chgData name="Chris CHUA (TP)" userId="abfb61ba-acb2-4558-9a6e-6d88359411df" providerId="ADAL" clId="{6BC6D106-9093-453D-9B87-38971DBFCE5E}" dt="2025-05-08T07:55:31.731" v="1199"/>
          <ac:cxnSpMkLst>
            <pc:docMk/>
            <pc:sldMk cId="3631620320" sldId="843"/>
            <ac:cxnSpMk id="19" creationId="{F5793EB1-96E0-4669-8AB5-48745BE3B0C8}"/>
          </ac:cxnSpMkLst>
        </pc:cxnChg>
      </pc:sldChg>
      <pc:sldChg chg="modSp add del mod ord modTransition">
        <pc:chgData name="Chris CHUA (TP)" userId="abfb61ba-acb2-4558-9a6e-6d88359411df" providerId="ADAL" clId="{6BC6D106-9093-453D-9B87-38971DBFCE5E}" dt="2025-04-28T05:17:50.383" v="578" actId="2696"/>
        <pc:sldMkLst>
          <pc:docMk/>
          <pc:sldMk cId="3786499858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6:54:28.510" v="792" actId="2696"/>
        <pc:sldMkLst>
          <pc:docMk/>
          <pc:sldMk cId="3835405776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5:20:04.250" v="626" actId="2696"/>
        <pc:sldMkLst>
          <pc:docMk/>
          <pc:sldMk cId="3842975457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2:10:03.604" v="456" actId="2696"/>
        <pc:sldMkLst>
          <pc:docMk/>
          <pc:sldMk cId="3854383303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5-08T06:41:46.641" v="1056" actId="2696"/>
        <pc:sldMkLst>
          <pc:docMk/>
          <pc:sldMk cId="3899607100" sldId="843"/>
        </pc:sldMkLst>
        <pc:spChg chg="mod">
          <ac:chgData name="Chris CHUA (TP)" userId="abfb61ba-acb2-4558-9a6e-6d88359411df" providerId="ADAL" clId="{6BC6D106-9093-453D-9B87-38971DBFCE5E}" dt="2025-05-08T06:41:46.131" v="1055"/>
          <ac:spMkLst>
            <pc:docMk/>
            <pc:sldMk cId="3899607100" sldId="843"/>
            <ac:spMk id="14" creationId="{C6C1D1C2-4EA6-431F-9642-17B86F3A5D20}"/>
          </ac:spMkLst>
        </pc:spChg>
      </pc:sldChg>
      <pc:sldChg chg="modSp add del mod ord modTransition">
        <pc:chgData name="Chris CHUA (TP)" userId="abfb61ba-acb2-4558-9a6e-6d88359411df" providerId="ADAL" clId="{6BC6D106-9093-453D-9B87-38971DBFCE5E}" dt="2025-04-22T12:32:48.550" v="182" actId="2696"/>
        <pc:sldMkLst>
          <pc:docMk/>
          <pc:sldMk cId="4131132479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5:28:36.255" v="662" actId="2696"/>
        <pc:sldMkLst>
          <pc:docMk/>
          <pc:sldMk cId="4160941243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1:26:40.683" v="288" actId="2696"/>
        <pc:sldMkLst>
          <pc:docMk/>
          <pc:sldMk cId="4223888738" sldId="843"/>
        </pc:sldMkLst>
      </pc:sldChg>
      <pc:sldChg chg="modSp add del mod ord modTransition">
        <pc:chgData name="Chris CHUA (TP)" userId="abfb61ba-acb2-4558-9a6e-6d88359411df" providerId="ADAL" clId="{6BC6D106-9093-453D-9B87-38971DBFCE5E}" dt="2025-04-28T06:56:02.556" v="832" actId="2696"/>
        <pc:sldMkLst>
          <pc:docMk/>
          <pc:sldMk cId="4255255893" sldId="843"/>
        </pc:sldMkLst>
      </pc:sldChg>
      <pc:sldChg chg="add del ord modTransition">
        <pc:chgData name="Chris CHUA (TP)" userId="abfb61ba-acb2-4558-9a6e-6d88359411df" providerId="ADAL" clId="{6BC6D106-9093-453D-9B87-38971DBFCE5E}" dt="2025-04-28T01:25:48.223" v="269" actId="2696"/>
        <pc:sldMkLst>
          <pc:docMk/>
          <pc:sldMk cId="63579919" sldId="844"/>
        </pc:sldMkLst>
      </pc:sldChg>
      <pc:sldChg chg="add del ord modTransition">
        <pc:chgData name="Chris CHUA (TP)" userId="abfb61ba-acb2-4558-9a6e-6d88359411df" providerId="ADAL" clId="{6BC6D106-9093-453D-9B87-38971DBFCE5E}" dt="2025-04-28T05:28:36.263" v="663" actId="2696"/>
        <pc:sldMkLst>
          <pc:docMk/>
          <pc:sldMk cId="171934588" sldId="844"/>
        </pc:sldMkLst>
      </pc:sldChg>
      <pc:sldChg chg="add del ord modTransition">
        <pc:chgData name="Chris CHUA (TP)" userId="abfb61ba-acb2-4558-9a6e-6d88359411df" providerId="ADAL" clId="{6BC6D106-9093-453D-9B87-38971DBFCE5E}" dt="2025-04-22T08:35:42.422" v="117" actId="2696"/>
        <pc:sldMkLst>
          <pc:docMk/>
          <pc:sldMk cId="197902222" sldId="844"/>
        </pc:sldMkLst>
      </pc:sldChg>
      <pc:sldChg chg="add del ord modTransition">
        <pc:chgData name="Chris CHUA (TP)" userId="abfb61ba-acb2-4558-9a6e-6d88359411df" providerId="ADAL" clId="{6BC6D106-9093-453D-9B87-38971DBFCE5E}" dt="2025-04-28T05:28:47.884" v="685" actId="2696"/>
        <pc:sldMkLst>
          <pc:docMk/>
          <pc:sldMk cId="223961082" sldId="844"/>
        </pc:sldMkLst>
      </pc:sldChg>
      <pc:sldChg chg="add del ord modTransition">
        <pc:chgData name="Chris CHUA (TP)" userId="abfb61ba-acb2-4558-9a6e-6d88359411df" providerId="ADAL" clId="{6BC6D106-9093-453D-9B87-38971DBFCE5E}" dt="2025-04-22T08:25:14.559" v="79" actId="2696"/>
        <pc:sldMkLst>
          <pc:docMk/>
          <pc:sldMk cId="227546055" sldId="844"/>
        </pc:sldMkLst>
      </pc:sldChg>
      <pc:sldChg chg="add del ord modTransition">
        <pc:chgData name="Chris CHUA (TP)" userId="abfb61ba-acb2-4558-9a6e-6d88359411df" providerId="ADAL" clId="{6BC6D106-9093-453D-9B87-38971DBFCE5E}" dt="2025-05-08T06:29:48.162" v="981" actId="2696"/>
        <pc:sldMkLst>
          <pc:docMk/>
          <pc:sldMk cId="285481326" sldId="844"/>
        </pc:sldMkLst>
      </pc:sldChg>
      <pc:sldChg chg="add del ord modTransition">
        <pc:chgData name="Chris CHUA (TP)" userId="abfb61ba-acb2-4558-9a6e-6d88359411df" providerId="ADAL" clId="{6BC6D106-9093-453D-9B87-38971DBFCE5E}" dt="2025-05-08T06:30:54.457" v="1017" actId="2696"/>
        <pc:sldMkLst>
          <pc:docMk/>
          <pc:sldMk cId="308256893" sldId="844"/>
        </pc:sldMkLst>
      </pc:sldChg>
      <pc:sldChg chg="add del ord modTransition">
        <pc:chgData name="Chris CHUA (TP)" userId="abfb61ba-acb2-4558-9a6e-6d88359411df" providerId="ADAL" clId="{6BC6D106-9093-453D-9B87-38971DBFCE5E}" dt="2025-04-28T06:55:09.020" v="807" actId="2696"/>
        <pc:sldMkLst>
          <pc:docMk/>
          <pc:sldMk cId="485008778" sldId="844"/>
        </pc:sldMkLst>
      </pc:sldChg>
      <pc:sldChg chg="add del ord modTransition">
        <pc:chgData name="Chris CHUA (TP)" userId="abfb61ba-acb2-4558-9a6e-6d88359411df" providerId="ADAL" clId="{6BC6D106-9093-453D-9B87-38971DBFCE5E}" dt="2025-05-08T07:51:45.217" v="1089" actId="2696"/>
        <pc:sldMkLst>
          <pc:docMk/>
          <pc:sldMk cId="511044234" sldId="844"/>
        </pc:sldMkLst>
      </pc:sldChg>
      <pc:sldChg chg="add del ord modTransition">
        <pc:chgData name="Chris CHUA (TP)" userId="abfb61ba-acb2-4558-9a6e-6d88359411df" providerId="ADAL" clId="{6BC6D106-9093-453D-9B87-38971DBFCE5E}" dt="2025-04-28T03:37:25.475" v="507" actId="2696"/>
        <pc:sldMkLst>
          <pc:docMk/>
          <pc:sldMk cId="666117703" sldId="844"/>
        </pc:sldMkLst>
      </pc:sldChg>
      <pc:sldChg chg="add del ord modTransition">
        <pc:chgData name="Chris CHUA (TP)" userId="abfb61ba-acb2-4558-9a6e-6d88359411df" providerId="ADAL" clId="{6BC6D106-9093-453D-9B87-38971DBFCE5E}" dt="2025-04-28T03:36:47.498" v="493" actId="2696"/>
        <pc:sldMkLst>
          <pc:docMk/>
          <pc:sldMk cId="697437972" sldId="844"/>
        </pc:sldMkLst>
      </pc:sldChg>
      <pc:sldChg chg="add del ord modTransition">
        <pc:chgData name="Chris CHUA (TP)" userId="abfb61ba-acb2-4558-9a6e-6d88359411df" providerId="ADAL" clId="{6BC6D106-9093-453D-9B87-38971DBFCE5E}" dt="2025-04-22T09:09:09.939" v="151" actId="2696"/>
        <pc:sldMkLst>
          <pc:docMk/>
          <pc:sldMk cId="865059495" sldId="844"/>
        </pc:sldMkLst>
      </pc:sldChg>
      <pc:sldChg chg="add del ord modTransition">
        <pc:chgData name="Chris CHUA (TP)" userId="abfb61ba-acb2-4558-9a6e-6d88359411df" providerId="ADAL" clId="{6BC6D106-9093-453D-9B87-38971DBFCE5E}" dt="2025-04-28T06:54:28.519" v="793" actId="2696"/>
        <pc:sldMkLst>
          <pc:docMk/>
          <pc:sldMk cId="871153311" sldId="844"/>
        </pc:sldMkLst>
      </pc:sldChg>
      <pc:sldChg chg="add del ord modTransition">
        <pc:chgData name="Chris CHUA (TP)" userId="abfb61ba-acb2-4558-9a6e-6d88359411df" providerId="ADAL" clId="{6BC6D106-9093-453D-9B87-38971DBFCE5E}" dt="2025-04-28T02:02:14.078" v="439" actId="2696"/>
        <pc:sldMkLst>
          <pc:docMk/>
          <pc:sldMk cId="876220780" sldId="844"/>
        </pc:sldMkLst>
      </pc:sldChg>
      <pc:sldChg chg="add del ord modTransition">
        <pc:chgData name="Chris CHUA (TP)" userId="abfb61ba-acb2-4558-9a6e-6d88359411df" providerId="ADAL" clId="{6BC6D106-9093-453D-9B87-38971DBFCE5E}" dt="2025-04-28T06:54:05.809" v="771" actId="2696"/>
        <pc:sldMkLst>
          <pc:docMk/>
          <pc:sldMk cId="931600943" sldId="844"/>
        </pc:sldMkLst>
      </pc:sldChg>
      <pc:sldChg chg="add del ord modTransition">
        <pc:chgData name="Chris CHUA (TP)" userId="abfb61ba-acb2-4558-9a6e-6d88359411df" providerId="ADAL" clId="{6BC6D106-9093-453D-9B87-38971DBFCE5E}" dt="2025-04-28T01:26:40.704" v="289" actId="2696"/>
        <pc:sldMkLst>
          <pc:docMk/>
          <pc:sldMk cId="948308042" sldId="844"/>
        </pc:sldMkLst>
      </pc:sldChg>
      <pc:sldChg chg="add del ord modTransition">
        <pc:chgData name="Chris CHUA (TP)" userId="abfb61ba-acb2-4558-9a6e-6d88359411df" providerId="ADAL" clId="{6BC6D106-9093-453D-9B87-38971DBFCE5E}" dt="2025-04-22T08:35:12.406" v="95" actId="2696"/>
        <pc:sldMkLst>
          <pc:docMk/>
          <pc:sldMk cId="1155159283" sldId="844"/>
        </pc:sldMkLst>
      </pc:sldChg>
      <pc:sldChg chg="add del ord modTransition">
        <pc:chgData name="Chris CHUA (TP)" userId="abfb61ba-acb2-4558-9a6e-6d88359411df" providerId="ADAL" clId="{6BC6D106-9093-453D-9B87-38971DBFCE5E}" dt="2025-04-28T06:20:05.624" v="725" actId="2696"/>
        <pc:sldMkLst>
          <pc:docMk/>
          <pc:sldMk cId="1201121611" sldId="844"/>
        </pc:sldMkLst>
      </pc:sldChg>
      <pc:sldChg chg="add del ord modTransition">
        <pc:chgData name="Chris CHUA (TP)" userId="abfb61ba-acb2-4558-9a6e-6d88359411df" providerId="ADAL" clId="{6BC6D106-9093-453D-9B87-38971DBFCE5E}" dt="2025-05-08T06:19:40.515" v="897" actId="2696"/>
        <pc:sldMkLst>
          <pc:docMk/>
          <pc:sldMk cId="1362829858" sldId="844"/>
        </pc:sldMkLst>
      </pc:sldChg>
      <pc:sldChg chg="add del ord modTransition">
        <pc:chgData name="Chris CHUA (TP)" userId="abfb61ba-acb2-4558-9a6e-6d88359411df" providerId="ADAL" clId="{6BC6D106-9093-453D-9B87-38971DBFCE5E}" dt="2025-04-28T05:18:44.218" v="597" actId="2696"/>
        <pc:sldMkLst>
          <pc:docMk/>
          <pc:sldMk cId="1439978554" sldId="844"/>
        </pc:sldMkLst>
      </pc:sldChg>
      <pc:sldChg chg="add del ord modTransition">
        <pc:chgData name="Chris CHUA (TP)" userId="abfb61ba-acb2-4558-9a6e-6d88359411df" providerId="ADAL" clId="{6BC6D106-9093-453D-9B87-38971DBFCE5E}" dt="2025-04-28T05:29:37.737" v="699" actId="2696"/>
        <pc:sldMkLst>
          <pc:docMk/>
          <pc:sldMk cId="1471949850" sldId="844"/>
        </pc:sldMkLst>
      </pc:sldChg>
      <pc:sldChg chg="add del ord modTransition">
        <pc:chgData name="Chris CHUA (TP)" userId="abfb61ba-acb2-4558-9a6e-6d88359411df" providerId="ADAL" clId="{6BC6D106-9093-453D-9B87-38971DBFCE5E}" dt="2025-04-28T01:34:27.982" v="353" actId="2696"/>
        <pc:sldMkLst>
          <pc:docMk/>
          <pc:sldMk cId="1590460706" sldId="844"/>
        </pc:sldMkLst>
      </pc:sldChg>
      <pc:sldChg chg="add del ord modTransition">
        <pc:chgData name="Chris CHUA (TP)" userId="abfb61ba-acb2-4558-9a6e-6d88359411df" providerId="ADAL" clId="{6BC6D106-9093-453D-9B87-38971DBFCE5E}" dt="2025-04-28T06:56:02.592" v="833" actId="2696"/>
        <pc:sldMkLst>
          <pc:docMk/>
          <pc:sldMk cId="1599905161" sldId="844"/>
        </pc:sldMkLst>
      </pc:sldChg>
      <pc:sldChg chg="add del ord modTransition">
        <pc:chgData name="Chris CHUA (TP)" userId="abfb61ba-acb2-4558-9a6e-6d88359411df" providerId="ADAL" clId="{6BC6D106-9093-453D-9B87-38971DBFCE5E}" dt="2025-05-08T07:53:59.638" v="1151" actId="2696"/>
        <pc:sldMkLst>
          <pc:docMk/>
          <pc:sldMk cId="1875037106" sldId="844"/>
        </pc:sldMkLst>
      </pc:sldChg>
      <pc:sldChg chg="add del ord modTransition">
        <pc:chgData name="Chris CHUA (TP)" userId="abfb61ba-acb2-4558-9a6e-6d88359411df" providerId="ADAL" clId="{6BC6D106-9093-453D-9B87-38971DBFCE5E}" dt="2025-04-28T05:20:04.258" v="627" actId="2696"/>
        <pc:sldMkLst>
          <pc:docMk/>
          <pc:sldMk cId="1895074333" sldId="844"/>
        </pc:sldMkLst>
      </pc:sldChg>
      <pc:sldChg chg="add del ord modTransition">
        <pc:chgData name="Chris CHUA (TP)" userId="abfb61ba-acb2-4558-9a6e-6d88359411df" providerId="ADAL" clId="{6BC6D106-9093-453D-9B87-38971DBFCE5E}" dt="2025-04-28T02:01:35.657" v="425" actId="2696"/>
        <pc:sldMkLst>
          <pc:docMk/>
          <pc:sldMk cId="1907275116" sldId="844"/>
        </pc:sldMkLst>
      </pc:sldChg>
      <pc:sldChg chg="add del ord modTransition">
        <pc:chgData name="Chris CHUA (TP)" userId="abfb61ba-acb2-4558-9a6e-6d88359411df" providerId="ADAL" clId="{6BC6D106-9093-453D-9B87-38971DBFCE5E}" dt="2025-04-28T01:30:14.136" v="319" actId="2696"/>
        <pc:sldMkLst>
          <pc:docMk/>
          <pc:sldMk cId="1908313088" sldId="844"/>
        </pc:sldMkLst>
      </pc:sldChg>
      <pc:sldChg chg="add del ord modTransition">
        <pc:chgData name="Chris CHUA (TP)" userId="abfb61ba-acb2-4558-9a6e-6d88359411df" providerId="ADAL" clId="{6BC6D106-9093-453D-9B87-38971DBFCE5E}" dt="2025-05-08T07:52:56.247" v="1111" actId="2696"/>
        <pc:sldMkLst>
          <pc:docMk/>
          <pc:sldMk cId="2090776161" sldId="844"/>
        </pc:sldMkLst>
      </pc:sldChg>
      <pc:sldChg chg="add del ord modTransition">
        <pc:chgData name="Chris CHUA (TP)" userId="abfb61ba-acb2-4558-9a6e-6d88359411df" providerId="ADAL" clId="{6BC6D106-9093-453D-9B87-38971DBFCE5E}" dt="2025-04-28T05:17:50.390" v="579" actId="2696"/>
        <pc:sldMkLst>
          <pc:docMk/>
          <pc:sldMk cId="2316456122" sldId="844"/>
        </pc:sldMkLst>
      </pc:sldChg>
      <pc:sldChg chg="add del ord modTransition">
        <pc:chgData name="Chris CHUA (TP)" userId="abfb61ba-acb2-4558-9a6e-6d88359411df" providerId="ADAL" clId="{6BC6D106-9093-453D-9B87-38971DBFCE5E}" dt="2025-04-22T12:34:43.249" v="219" actId="2696"/>
        <pc:sldMkLst>
          <pc:docMk/>
          <pc:sldMk cId="2380472911" sldId="844"/>
        </pc:sldMkLst>
      </pc:sldChg>
      <pc:sldChg chg="add del ord modTransition">
        <pc:chgData name="Chris CHUA (TP)" userId="abfb61ba-acb2-4558-9a6e-6d88359411df" providerId="ADAL" clId="{6BC6D106-9093-453D-9B87-38971DBFCE5E}" dt="2025-04-28T06:57:28.930" v="883" actId="2696"/>
        <pc:sldMkLst>
          <pc:docMk/>
          <pc:sldMk cId="2415599196" sldId="844"/>
        </pc:sldMkLst>
      </pc:sldChg>
      <pc:sldChg chg="add del ord modTransition">
        <pc:chgData name="Chris CHUA (TP)" userId="abfb61ba-acb2-4558-9a6e-6d88359411df" providerId="ADAL" clId="{6BC6D106-9093-453D-9B87-38971DBFCE5E}" dt="2025-05-08T06:41:00.754" v="1043" actId="2696"/>
        <pc:sldMkLst>
          <pc:docMk/>
          <pc:sldMk cId="2450171043" sldId="844"/>
        </pc:sldMkLst>
      </pc:sldChg>
      <pc:sldChg chg="add del ord modTransition">
        <pc:chgData name="Chris CHUA (TP)" userId="abfb61ba-acb2-4558-9a6e-6d88359411df" providerId="ADAL" clId="{6BC6D106-9093-453D-9B87-38971DBFCE5E}" dt="2025-04-28T01:23:59.140" v="251" actId="2696"/>
        <pc:sldMkLst>
          <pc:docMk/>
          <pc:sldMk cId="2564343798" sldId="844"/>
        </pc:sldMkLst>
      </pc:sldChg>
      <pc:sldChg chg="add del ord modTransition">
        <pc:chgData name="Chris CHUA (TP)" userId="abfb61ba-acb2-4558-9a6e-6d88359411df" providerId="ADAL" clId="{6BC6D106-9093-453D-9B87-38971DBFCE5E}" dt="2025-04-28T02:10:03.643" v="457" actId="2696"/>
        <pc:sldMkLst>
          <pc:docMk/>
          <pc:sldMk cId="2712124822" sldId="844"/>
        </pc:sldMkLst>
      </pc:sldChg>
      <pc:sldChg chg="add del ord modTransition">
        <pc:chgData name="Chris CHUA (TP)" userId="abfb61ba-acb2-4558-9a6e-6d88359411df" providerId="ADAL" clId="{6BC6D106-9093-453D-9B87-38971DBFCE5E}" dt="2025-04-22T12:20:20.158" v="169" actId="2696"/>
        <pc:sldMkLst>
          <pc:docMk/>
          <pc:sldMk cId="2720795206" sldId="844"/>
        </pc:sldMkLst>
      </pc:sldChg>
      <pc:sldChg chg="add del ord modTransition">
        <pc:chgData name="Chris CHUA (TP)" userId="abfb61ba-acb2-4558-9a6e-6d88359411df" providerId="ADAL" clId="{6BC6D106-9093-453D-9B87-38971DBFCE5E}" dt="2025-04-28T03:38:46.129" v="565" actId="2696"/>
        <pc:sldMkLst>
          <pc:docMk/>
          <pc:sldMk cId="2722769337" sldId="844"/>
        </pc:sldMkLst>
      </pc:sldChg>
      <pc:sldChg chg="add del ord modTransition">
        <pc:chgData name="Chris CHUA (TP)" userId="abfb61ba-acb2-4558-9a6e-6d88359411df" providerId="ADAL" clId="{6BC6D106-9093-453D-9B87-38971DBFCE5E}" dt="2025-04-28T01:32:47.703" v="341" actId="2696"/>
        <pc:sldMkLst>
          <pc:docMk/>
          <pc:sldMk cId="2741448529" sldId="844"/>
        </pc:sldMkLst>
      </pc:sldChg>
      <pc:sldChg chg="add del ord modTransition">
        <pc:chgData name="Chris CHUA (TP)" userId="abfb61ba-acb2-4558-9a6e-6d88359411df" providerId="ADAL" clId="{6BC6D106-9093-453D-9B87-38971DBFCE5E}" dt="2025-04-22T12:32:48.565" v="183" actId="2696"/>
        <pc:sldMkLst>
          <pc:docMk/>
          <pc:sldMk cId="2783800827" sldId="844"/>
        </pc:sldMkLst>
      </pc:sldChg>
      <pc:sldChg chg="add del ord modTransition">
        <pc:chgData name="Chris CHUA (TP)" userId="abfb61ba-acb2-4558-9a6e-6d88359411df" providerId="ADAL" clId="{6BC6D106-9093-453D-9B87-38971DBFCE5E}" dt="2025-04-28T03:38:08.460" v="533" actId="2696"/>
        <pc:sldMkLst>
          <pc:docMk/>
          <pc:sldMk cId="2941106834" sldId="844"/>
        </pc:sldMkLst>
      </pc:sldChg>
      <pc:sldChg chg="add del ord modTransition">
        <pc:chgData name="Chris CHUA (TP)" userId="abfb61ba-acb2-4558-9a6e-6d88359411df" providerId="ADAL" clId="{6BC6D106-9093-453D-9B87-38971DBFCE5E}" dt="2025-05-08T06:25:47.194" v="967" actId="2696"/>
        <pc:sldMkLst>
          <pc:docMk/>
          <pc:sldMk cId="2947309944" sldId="844"/>
        </pc:sldMkLst>
      </pc:sldChg>
      <pc:sldChg chg="add del ord modTransition">
        <pc:chgData name="Chris CHUA (TP)" userId="abfb61ba-acb2-4558-9a6e-6d88359411df" providerId="ADAL" clId="{6BC6D106-9093-453D-9B87-38971DBFCE5E}" dt="2025-04-22T08:22:23.604" v="13" actId="2696"/>
        <pc:sldMkLst>
          <pc:docMk/>
          <pc:sldMk cId="3068792289" sldId="844"/>
        </pc:sldMkLst>
      </pc:sldChg>
      <pc:sldChg chg="add del ord modTransition">
        <pc:chgData name="Chris CHUA (TP)" userId="abfb61ba-acb2-4558-9a6e-6d88359411df" providerId="ADAL" clId="{6BC6D106-9093-453D-9B87-38971DBFCE5E}" dt="2025-05-08T07:55:32.270" v="1201" actId="2696"/>
        <pc:sldMkLst>
          <pc:docMk/>
          <pc:sldMk cId="3134961915" sldId="844"/>
        </pc:sldMkLst>
      </pc:sldChg>
      <pc:sldChg chg="add del ord modTransition">
        <pc:chgData name="Chris CHUA (TP)" userId="abfb61ba-acb2-4558-9a6e-6d88359411df" providerId="ADAL" clId="{6BC6D106-9093-453D-9B87-38971DBFCE5E}" dt="2025-05-08T06:41:46.655" v="1057" actId="2696"/>
        <pc:sldMkLst>
          <pc:docMk/>
          <pc:sldMk cId="3135720542" sldId="844"/>
        </pc:sldMkLst>
      </pc:sldChg>
      <pc:sldChg chg="add del ord modTransition">
        <pc:chgData name="Chris CHUA (TP)" userId="abfb61ba-acb2-4558-9a6e-6d88359411df" providerId="ADAL" clId="{6BC6D106-9093-453D-9B87-38971DBFCE5E}" dt="2025-05-08T06:19:59.247" v="915" actId="2696"/>
        <pc:sldMkLst>
          <pc:docMk/>
          <pc:sldMk cId="3179151819" sldId="844"/>
        </pc:sldMkLst>
      </pc:sldChg>
      <pc:sldChg chg="add del ord modTransition">
        <pc:chgData name="Chris CHUA (TP)" userId="abfb61ba-acb2-4558-9a6e-6d88359411df" providerId="ADAL" clId="{6BC6D106-9093-453D-9B87-38971DBFCE5E}" dt="2025-04-22T12:35:11.110" v="237" actId="2696"/>
        <pc:sldMkLst>
          <pc:docMk/>
          <pc:sldMk cId="3192978979" sldId="844"/>
        </pc:sldMkLst>
      </pc:sldChg>
      <pc:sldChg chg="add del ord modTransition">
        <pc:chgData name="Chris CHUA (TP)" userId="abfb61ba-acb2-4558-9a6e-6d88359411df" providerId="ADAL" clId="{6BC6D106-9093-453D-9B87-38971DBFCE5E}" dt="2025-04-28T06:20:07.533" v="739" actId="2696"/>
        <pc:sldMkLst>
          <pc:docMk/>
          <pc:sldMk cId="3319313280" sldId="844"/>
        </pc:sldMkLst>
      </pc:sldChg>
      <pc:sldChg chg="add del ord modTransition">
        <pc:chgData name="Chris CHUA (TP)" userId="abfb61ba-acb2-4558-9a6e-6d88359411df" providerId="ADAL" clId="{6BC6D106-9093-453D-9B87-38971DBFCE5E}" dt="2025-04-22T12:34:20.027" v="205" actId="2696"/>
        <pc:sldMkLst>
          <pc:docMk/>
          <pc:sldMk cId="3341276245" sldId="844"/>
        </pc:sldMkLst>
      </pc:sldChg>
      <pc:sldChg chg="add del ord modTransition">
        <pc:chgData name="Chris CHUA (TP)" userId="abfb61ba-acb2-4558-9a6e-6d88359411df" providerId="ADAL" clId="{6BC6D106-9093-453D-9B87-38971DBFCE5E}" dt="2025-04-28T03:36:20.380" v="471" actId="2696"/>
        <pc:sldMkLst>
          <pc:docMk/>
          <pc:sldMk cId="3409601333" sldId="844"/>
        </pc:sldMkLst>
      </pc:sldChg>
      <pc:sldChg chg="add del ord modTransition">
        <pc:chgData name="Chris CHUA (TP)" userId="abfb61ba-acb2-4558-9a6e-6d88359411df" providerId="ADAL" clId="{6BC6D106-9093-453D-9B87-38971DBFCE5E}" dt="2025-04-28T06:51:45.556" v="757" actId="2696"/>
        <pc:sldMkLst>
          <pc:docMk/>
          <pc:sldMk cId="3488415728" sldId="844"/>
        </pc:sldMkLst>
      </pc:sldChg>
      <pc:sldChg chg="add del ord modTransition">
        <pc:chgData name="Chris CHUA (TP)" userId="abfb61ba-acb2-4558-9a6e-6d88359411df" providerId="ADAL" clId="{6BC6D106-9093-453D-9B87-38971DBFCE5E}" dt="2025-04-22T08:35:54.953" v="131" actId="2696"/>
        <pc:sldMkLst>
          <pc:docMk/>
          <pc:sldMk cId="3494237245" sldId="844"/>
        </pc:sldMkLst>
      </pc:sldChg>
      <pc:sldChg chg="add del ord modTransition">
        <pc:chgData name="Chris CHUA (TP)" userId="abfb61ba-acb2-4558-9a6e-6d88359411df" providerId="ADAL" clId="{6BC6D106-9093-453D-9B87-38971DBFCE5E}" dt="2025-05-08T07:50:34.286" v="1075" actId="2696"/>
        <pc:sldMkLst>
          <pc:docMk/>
          <pc:sldMk cId="3584028594" sldId="844"/>
        </pc:sldMkLst>
      </pc:sldChg>
      <pc:sldChg chg="add del ord modTransition">
        <pc:chgData name="Chris CHUA (TP)" userId="abfb61ba-acb2-4558-9a6e-6d88359411df" providerId="ADAL" clId="{6BC6D106-9093-453D-9B87-38971DBFCE5E}" dt="2025-04-22T08:22:42.615" v="31" actId="2696"/>
        <pc:sldMkLst>
          <pc:docMk/>
          <pc:sldMk cId="3600490276" sldId="844"/>
        </pc:sldMkLst>
      </pc:sldChg>
      <pc:sldChg chg="add del ord modTransition">
        <pc:chgData name="Chris CHUA (TP)" userId="abfb61ba-acb2-4558-9a6e-6d88359411df" providerId="ADAL" clId="{6BC6D106-9093-453D-9B87-38971DBFCE5E}" dt="2025-05-08T06:30:26.263" v="1003" actId="2696"/>
        <pc:sldMkLst>
          <pc:docMk/>
          <pc:sldMk cId="3645775007" sldId="844"/>
        </pc:sldMkLst>
      </pc:sldChg>
      <pc:sldChg chg="add del ord modTransition">
        <pc:chgData name="Chris CHUA (TP)" userId="abfb61ba-acb2-4558-9a6e-6d88359411df" providerId="ADAL" clId="{6BC6D106-9093-453D-9B87-38971DBFCE5E}" dt="2025-04-28T01:43:36.502" v="389" actId="2696"/>
        <pc:sldMkLst>
          <pc:docMk/>
          <pc:sldMk cId="3868019848" sldId="844"/>
        </pc:sldMkLst>
      </pc:sldChg>
      <pc:sldChg chg="add del ord modTransition">
        <pc:chgData name="Chris CHUA (TP)" userId="abfb61ba-acb2-4558-9a6e-6d88359411df" providerId="ADAL" clId="{6BC6D106-9093-453D-9B87-38971DBFCE5E}" dt="2025-04-28T05:22:36.936" v="649" actId="2696"/>
        <pc:sldMkLst>
          <pc:docMk/>
          <pc:sldMk cId="3893677512" sldId="844"/>
        </pc:sldMkLst>
      </pc:sldChg>
      <pc:sldChg chg="add del ord modTransition">
        <pc:chgData name="Chris CHUA (TP)" userId="abfb61ba-acb2-4558-9a6e-6d88359411df" providerId="ADAL" clId="{6BC6D106-9093-453D-9B87-38971DBFCE5E}" dt="2025-05-08T07:53:23.220" v="1125" actId="2696"/>
        <pc:sldMkLst>
          <pc:docMk/>
          <pc:sldMk cId="3902714626" sldId="844"/>
        </pc:sldMkLst>
      </pc:sldChg>
      <pc:sldChg chg="add del ord modTransition">
        <pc:chgData name="Chris CHUA (TP)" userId="abfb61ba-acb2-4558-9a6e-6d88359411df" providerId="ADAL" clId="{6BC6D106-9093-453D-9B87-38971DBFCE5E}" dt="2025-05-08T06:24:16.609" v="945" actId="2696"/>
        <pc:sldMkLst>
          <pc:docMk/>
          <pc:sldMk cId="4064134681" sldId="844"/>
        </pc:sldMkLst>
      </pc:sldChg>
      <pc:sldChg chg="add del ord modTransition">
        <pc:chgData name="Chris CHUA (TP)" userId="abfb61ba-acb2-4558-9a6e-6d88359411df" providerId="ADAL" clId="{6BC6D106-9093-453D-9B87-38971DBFCE5E}" dt="2025-04-28T01:43:29.346" v="367" actId="2696"/>
        <pc:sldMkLst>
          <pc:docMk/>
          <pc:sldMk cId="4230731664" sldId="844"/>
        </pc:sldMkLst>
      </pc:sldChg>
      <pc:sldChg chg="modSp add del mod ord modTransition">
        <pc:chgData name="Chris CHUA (TP)" userId="abfb61ba-acb2-4558-9a6e-6d88359411df" providerId="ADAL" clId="{6BC6D106-9093-453D-9B87-38971DBFCE5E}" dt="2025-04-28T02:01:23.779" v="416" actId="2696"/>
        <pc:sldMkLst>
          <pc:docMk/>
          <pc:sldMk cId="2102062115" sldId="845"/>
        </pc:sldMkLst>
      </pc:sldChg>
      <pc:sldChg chg="modSp add del mod ord modTransition">
        <pc:chgData name="Chris CHUA (TP)" userId="abfb61ba-acb2-4558-9a6e-6d88359411df" providerId="ADAL" clId="{6BC6D106-9093-453D-9B87-38971DBFCE5E}" dt="2025-04-22T08:25:14.591" v="80" actId="2696"/>
        <pc:sldMkLst>
          <pc:docMk/>
          <pc:sldMk cId="3030947829" sldId="845"/>
        </pc:sldMkLst>
      </pc:sldChg>
      <pc:sldChg chg="modSp add del mod ord modTransition">
        <pc:chgData name="Chris CHUA (TP)" userId="abfb61ba-acb2-4558-9a6e-6d88359411df" providerId="ADAL" clId="{6BC6D106-9093-453D-9B87-38971DBFCE5E}" dt="2025-04-22T08:25:07.338" v="66" actId="2696"/>
        <pc:sldMkLst>
          <pc:docMk/>
          <pc:sldMk cId="3115534203" sldId="845"/>
        </pc:sldMkLst>
      </pc:sldChg>
      <pc:sldChg chg="add del ord modTransition">
        <pc:chgData name="Chris CHUA (TP)" userId="abfb61ba-acb2-4558-9a6e-6d88359411df" providerId="ADAL" clId="{6BC6D106-9093-453D-9B87-38971DBFCE5E}" dt="2025-04-28T02:01:23.798" v="417" actId="2696"/>
        <pc:sldMkLst>
          <pc:docMk/>
          <pc:sldMk cId="1209989098" sldId="846"/>
        </pc:sldMkLst>
      </pc:sldChg>
      <pc:sldChg chg="add del ord modTransition">
        <pc:chgData name="Chris CHUA (TP)" userId="abfb61ba-acb2-4558-9a6e-6d88359411df" providerId="ADAL" clId="{6BC6D106-9093-453D-9B87-38971DBFCE5E}" dt="2025-04-22T08:25:14.612" v="81" actId="2696"/>
        <pc:sldMkLst>
          <pc:docMk/>
          <pc:sldMk cId="3162730679" sldId="846"/>
        </pc:sldMkLst>
      </pc:sldChg>
      <pc:sldChg chg="add del ord modTransition">
        <pc:chgData name="Chris CHUA (TP)" userId="abfb61ba-acb2-4558-9a6e-6d88359411df" providerId="ADAL" clId="{6BC6D106-9093-453D-9B87-38971DBFCE5E}" dt="2025-04-22T08:25:07.357" v="67" actId="2696"/>
        <pc:sldMkLst>
          <pc:docMk/>
          <pc:sldMk cId="3638115808" sldId="846"/>
        </pc:sldMkLst>
      </pc:sldChg>
    </pc:docChg>
  </pc:docChgLst>
  <pc:docChgLst>
    <pc:chgData name="Sau Lin LYE (TP)" userId="0501d767-1364-4844-adef-7fb51b08b3a9" providerId="ADAL" clId="{5DF786C2-09B3-4C96-BCD6-3E71CEB02A63}"/>
    <pc:docChg chg="custSel addSld delSld modSld">
      <pc:chgData name="Sau Lin LYE (TP)" userId="0501d767-1364-4844-adef-7fb51b08b3a9" providerId="ADAL" clId="{5DF786C2-09B3-4C96-BCD6-3E71CEB02A63}" dt="2025-04-09T15:23:38.094" v="196" actId="729"/>
      <pc:docMkLst>
        <pc:docMk/>
      </pc:docMkLst>
      <pc:sldChg chg="modSp mod">
        <pc:chgData name="Sau Lin LYE (TP)" userId="0501d767-1364-4844-adef-7fb51b08b3a9" providerId="ADAL" clId="{5DF786C2-09B3-4C96-BCD6-3E71CEB02A63}" dt="2025-04-09T15:12:24.453" v="149" actId="20577"/>
        <pc:sldMkLst>
          <pc:docMk/>
          <pc:sldMk cId="990853275" sldId="533"/>
        </pc:sldMkLst>
        <pc:spChg chg="mod">
          <ac:chgData name="Sau Lin LYE (TP)" userId="0501d767-1364-4844-adef-7fb51b08b3a9" providerId="ADAL" clId="{5DF786C2-09B3-4C96-BCD6-3E71CEB02A63}" dt="2025-04-09T15:12:24.453" v="149" actId="20577"/>
          <ac:spMkLst>
            <pc:docMk/>
            <pc:sldMk cId="990853275" sldId="533"/>
            <ac:spMk id="2" creationId="{79C9B167-162F-4EF6-9E15-51AC6CEACF0B}"/>
          </ac:spMkLst>
        </pc:spChg>
      </pc:sldChg>
      <pc:sldChg chg="mod modShow">
        <pc:chgData name="Sau Lin LYE (TP)" userId="0501d767-1364-4844-adef-7fb51b08b3a9" providerId="ADAL" clId="{5DF786C2-09B3-4C96-BCD6-3E71CEB02A63}" dt="2025-04-09T15:15:30.132" v="152" actId="729"/>
        <pc:sldMkLst>
          <pc:docMk/>
          <pc:sldMk cId="3181167736" sldId="559"/>
        </pc:sldMkLst>
      </pc:sldChg>
      <pc:sldChg chg="mod modShow">
        <pc:chgData name="Sau Lin LYE (TP)" userId="0501d767-1364-4844-adef-7fb51b08b3a9" providerId="ADAL" clId="{5DF786C2-09B3-4C96-BCD6-3E71CEB02A63}" dt="2025-04-09T15:19:26.701" v="192" actId="729"/>
        <pc:sldMkLst>
          <pc:docMk/>
          <pc:sldMk cId="591207053" sldId="572"/>
        </pc:sldMkLst>
      </pc:sldChg>
      <pc:sldChg chg="mod modShow">
        <pc:chgData name="Sau Lin LYE (TP)" userId="0501d767-1364-4844-adef-7fb51b08b3a9" providerId="ADAL" clId="{5DF786C2-09B3-4C96-BCD6-3E71CEB02A63}" dt="2025-04-09T15:15:30.132" v="152" actId="729"/>
        <pc:sldMkLst>
          <pc:docMk/>
          <pc:sldMk cId="530217950" sldId="582"/>
        </pc:sldMkLst>
      </pc:sldChg>
      <pc:sldChg chg="mod modShow">
        <pc:chgData name="Sau Lin LYE (TP)" userId="0501d767-1364-4844-adef-7fb51b08b3a9" providerId="ADAL" clId="{5DF786C2-09B3-4C96-BCD6-3E71CEB02A63}" dt="2025-04-09T15:15:30.132" v="152" actId="729"/>
        <pc:sldMkLst>
          <pc:docMk/>
          <pc:sldMk cId="1009806542" sldId="583"/>
        </pc:sldMkLst>
      </pc:sldChg>
      <pc:sldChg chg="mod modShow">
        <pc:chgData name="Sau Lin LYE (TP)" userId="0501d767-1364-4844-adef-7fb51b08b3a9" providerId="ADAL" clId="{5DF786C2-09B3-4C96-BCD6-3E71CEB02A63}" dt="2025-04-09T15:18:28.960" v="191" actId="729"/>
        <pc:sldMkLst>
          <pc:docMk/>
          <pc:sldMk cId="2722126755" sldId="662"/>
        </pc:sldMkLst>
      </pc:sldChg>
      <pc:sldChg chg="mod modShow">
        <pc:chgData name="Sau Lin LYE (TP)" userId="0501d767-1364-4844-adef-7fb51b08b3a9" providerId="ADAL" clId="{5DF786C2-09B3-4C96-BCD6-3E71CEB02A63}" dt="2025-04-09T15:18:28.960" v="191" actId="729"/>
        <pc:sldMkLst>
          <pc:docMk/>
          <pc:sldMk cId="2457950789" sldId="663"/>
        </pc:sldMkLst>
      </pc:sldChg>
      <pc:sldChg chg="mod modShow">
        <pc:chgData name="Sau Lin LYE (TP)" userId="0501d767-1364-4844-adef-7fb51b08b3a9" providerId="ADAL" clId="{5DF786C2-09B3-4C96-BCD6-3E71CEB02A63}" dt="2025-04-09T15:18:28.960" v="191" actId="729"/>
        <pc:sldMkLst>
          <pc:docMk/>
          <pc:sldMk cId="1554636878" sldId="664"/>
        </pc:sldMkLst>
      </pc:sldChg>
      <pc:sldChg chg="mod modShow">
        <pc:chgData name="Sau Lin LYE (TP)" userId="0501d767-1364-4844-adef-7fb51b08b3a9" providerId="ADAL" clId="{5DF786C2-09B3-4C96-BCD6-3E71CEB02A63}" dt="2025-04-09T15:18:28.960" v="191" actId="729"/>
        <pc:sldMkLst>
          <pc:docMk/>
          <pc:sldMk cId="4226935381" sldId="665"/>
        </pc:sldMkLst>
      </pc:sldChg>
      <pc:sldChg chg="mod modShow">
        <pc:chgData name="Sau Lin LYE (TP)" userId="0501d767-1364-4844-adef-7fb51b08b3a9" providerId="ADAL" clId="{5DF786C2-09B3-4C96-BCD6-3E71CEB02A63}" dt="2025-04-09T15:18:28.960" v="191" actId="729"/>
        <pc:sldMkLst>
          <pc:docMk/>
          <pc:sldMk cId="1022292780" sldId="666"/>
        </pc:sldMkLst>
      </pc:sldChg>
      <pc:sldChg chg="mod modShow">
        <pc:chgData name="Sau Lin LYE (TP)" userId="0501d767-1364-4844-adef-7fb51b08b3a9" providerId="ADAL" clId="{5DF786C2-09B3-4C96-BCD6-3E71CEB02A63}" dt="2025-04-09T15:18:28.960" v="191" actId="729"/>
        <pc:sldMkLst>
          <pc:docMk/>
          <pc:sldMk cId="247745690" sldId="797"/>
        </pc:sldMkLst>
      </pc:sldChg>
      <pc:sldChg chg="modSp mod">
        <pc:chgData name="Sau Lin LYE (TP)" userId="0501d767-1364-4844-adef-7fb51b08b3a9" providerId="ADAL" clId="{5DF786C2-09B3-4C96-BCD6-3E71CEB02A63}" dt="2025-04-08T09:29:01.146" v="118" actId="20577"/>
        <pc:sldMkLst>
          <pc:docMk/>
          <pc:sldMk cId="783088009" sldId="804"/>
        </pc:sldMkLst>
        <pc:spChg chg="mod">
          <ac:chgData name="Sau Lin LYE (TP)" userId="0501d767-1364-4844-adef-7fb51b08b3a9" providerId="ADAL" clId="{5DF786C2-09B3-4C96-BCD6-3E71CEB02A63}" dt="2025-04-08T09:29:01.146" v="118" actId="20577"/>
          <ac:spMkLst>
            <pc:docMk/>
            <pc:sldMk cId="783088009" sldId="804"/>
            <ac:spMk id="2" creationId="{956F2610-951D-4CEC-B977-FE7B415AEF06}"/>
          </ac:spMkLst>
        </pc:spChg>
      </pc:sldChg>
      <pc:sldChg chg="mod modShow">
        <pc:chgData name="Sau Lin LYE (TP)" userId="0501d767-1364-4844-adef-7fb51b08b3a9" providerId="ADAL" clId="{5DF786C2-09B3-4C96-BCD6-3E71CEB02A63}" dt="2025-04-09T15:23:21.061" v="194" actId="729"/>
        <pc:sldMkLst>
          <pc:docMk/>
          <pc:sldMk cId="1843039712" sldId="805"/>
        </pc:sldMkLst>
      </pc:sldChg>
      <pc:sldChg chg="mod modShow">
        <pc:chgData name="Sau Lin LYE (TP)" userId="0501d767-1364-4844-adef-7fb51b08b3a9" providerId="ADAL" clId="{5DF786C2-09B3-4C96-BCD6-3E71CEB02A63}" dt="2025-04-09T15:23:34.333" v="195" actId="729"/>
        <pc:sldMkLst>
          <pc:docMk/>
          <pc:sldMk cId="2147635008" sldId="808"/>
        </pc:sldMkLst>
      </pc:sldChg>
      <pc:sldChg chg="mod modShow">
        <pc:chgData name="Sau Lin LYE (TP)" userId="0501d767-1364-4844-adef-7fb51b08b3a9" providerId="ADAL" clId="{5DF786C2-09B3-4C96-BCD6-3E71CEB02A63}" dt="2025-04-09T15:23:38.094" v="196" actId="729"/>
        <pc:sldMkLst>
          <pc:docMk/>
          <pc:sldMk cId="2513559117" sldId="809"/>
        </pc:sldMkLst>
      </pc:sldChg>
      <pc:sldChg chg="mod modShow">
        <pc:chgData name="Sau Lin LYE (TP)" userId="0501d767-1364-4844-adef-7fb51b08b3a9" providerId="ADAL" clId="{5DF786C2-09B3-4C96-BCD6-3E71CEB02A63}" dt="2025-04-09T15:19:26.701" v="192" actId="729"/>
        <pc:sldMkLst>
          <pc:docMk/>
          <pc:sldMk cId="559364194" sldId="810"/>
        </pc:sldMkLst>
      </pc:sldChg>
      <pc:sldChg chg="modSp mod">
        <pc:chgData name="Sau Lin LYE (TP)" userId="0501d767-1364-4844-adef-7fb51b08b3a9" providerId="ADAL" clId="{5DF786C2-09B3-4C96-BCD6-3E71CEB02A63}" dt="2025-04-09T15:12:54.686" v="151" actId="14100"/>
        <pc:sldMkLst>
          <pc:docMk/>
          <pc:sldMk cId="2199210746" sldId="811"/>
        </pc:sldMkLst>
        <pc:spChg chg="mod">
          <ac:chgData name="Sau Lin LYE (TP)" userId="0501d767-1364-4844-adef-7fb51b08b3a9" providerId="ADAL" clId="{5DF786C2-09B3-4C96-BCD6-3E71CEB02A63}" dt="2025-04-09T15:12:54.686" v="151" actId="14100"/>
          <ac:spMkLst>
            <pc:docMk/>
            <pc:sldMk cId="2199210746" sldId="811"/>
            <ac:spMk id="5" creationId="{D9FA6547-8046-4FFA-A167-D3C3A4C56E70}"/>
          </ac:spMkLst>
        </pc:spChg>
      </pc:sldChg>
      <pc:sldChg chg="del">
        <pc:chgData name="Sau Lin LYE (TP)" userId="0501d767-1364-4844-adef-7fb51b08b3a9" providerId="ADAL" clId="{5DF786C2-09B3-4C96-BCD6-3E71CEB02A63}" dt="2025-04-06T08:43:06.590" v="23" actId="47"/>
        <pc:sldMkLst>
          <pc:docMk/>
          <pc:sldMk cId="1846546721" sldId="815"/>
        </pc:sldMkLst>
      </pc:sldChg>
      <pc:sldChg chg="addSp modSp mod">
        <pc:chgData name="Sau Lin LYE (TP)" userId="0501d767-1364-4844-adef-7fb51b08b3a9" providerId="ADAL" clId="{5DF786C2-09B3-4C96-BCD6-3E71CEB02A63}" dt="2025-04-06T08:49:54.213" v="47" actId="20577"/>
        <pc:sldMkLst>
          <pc:docMk/>
          <pc:sldMk cId="689189741" sldId="818"/>
        </pc:sldMkLst>
        <pc:spChg chg="add mod">
          <ac:chgData name="Sau Lin LYE (TP)" userId="0501d767-1364-4844-adef-7fb51b08b3a9" providerId="ADAL" clId="{5DF786C2-09B3-4C96-BCD6-3E71CEB02A63}" dt="2025-04-06T08:49:54.213" v="47" actId="20577"/>
          <ac:spMkLst>
            <pc:docMk/>
            <pc:sldMk cId="689189741" sldId="818"/>
            <ac:spMk id="6" creationId="{12DF4EEB-B0F7-87DC-BC29-9F91CD77992B}"/>
          </ac:spMkLst>
        </pc:spChg>
        <pc:picChg chg="mod">
          <ac:chgData name="Sau Lin LYE (TP)" userId="0501d767-1364-4844-adef-7fb51b08b3a9" providerId="ADAL" clId="{5DF786C2-09B3-4C96-BCD6-3E71CEB02A63}" dt="2025-04-06T08:49:18.021" v="40" actId="14100"/>
          <ac:picMkLst>
            <pc:docMk/>
            <pc:sldMk cId="689189741" sldId="818"/>
            <ac:picMk id="5" creationId="{CA71FD94-E9C7-48CB-87CD-220EB708E43C}"/>
          </ac:picMkLst>
        </pc:picChg>
      </pc:sldChg>
      <pc:sldChg chg="mod modShow">
        <pc:chgData name="Sau Lin LYE (TP)" userId="0501d767-1364-4844-adef-7fb51b08b3a9" providerId="ADAL" clId="{5DF786C2-09B3-4C96-BCD6-3E71CEB02A63}" dt="2025-04-09T15:22:42.877" v="193" actId="729"/>
        <pc:sldMkLst>
          <pc:docMk/>
          <pc:sldMk cId="3252299200" sldId="819"/>
        </pc:sldMkLst>
      </pc:sldChg>
      <pc:sldChg chg="mod modShow">
        <pc:chgData name="Sau Lin LYE (TP)" userId="0501d767-1364-4844-adef-7fb51b08b3a9" providerId="ADAL" clId="{5DF786C2-09B3-4C96-BCD6-3E71CEB02A63}" dt="2025-04-09T15:19:26.701" v="192" actId="729"/>
        <pc:sldMkLst>
          <pc:docMk/>
          <pc:sldMk cId="560762500" sldId="833"/>
        </pc:sldMkLst>
      </pc:sldChg>
      <pc:sldChg chg="modSp mod">
        <pc:chgData name="Sau Lin LYE (TP)" userId="0501d767-1364-4844-adef-7fb51b08b3a9" providerId="ADAL" clId="{5DF786C2-09B3-4C96-BCD6-3E71CEB02A63}" dt="2025-04-08T09:31:28.275" v="146" actId="2711"/>
        <pc:sldMkLst>
          <pc:docMk/>
          <pc:sldMk cId="1045069286" sldId="834"/>
        </pc:sldMkLst>
        <pc:spChg chg="mod">
          <ac:chgData name="Sau Lin LYE (TP)" userId="0501d767-1364-4844-adef-7fb51b08b3a9" providerId="ADAL" clId="{5DF786C2-09B3-4C96-BCD6-3E71CEB02A63}" dt="2025-04-08T09:31:28.275" v="146" actId="2711"/>
          <ac:spMkLst>
            <pc:docMk/>
            <pc:sldMk cId="1045069286" sldId="834"/>
            <ac:spMk id="2" creationId="{F8F31DDC-3B4C-0967-3FFC-5B78A41BF9C3}"/>
          </ac:spMkLst>
        </pc:spChg>
      </pc:sldChg>
      <pc:sldChg chg="modSp mod">
        <pc:chgData name="Sau Lin LYE (TP)" userId="0501d767-1364-4844-adef-7fb51b08b3a9" providerId="ADAL" clId="{5DF786C2-09B3-4C96-BCD6-3E71CEB02A63}" dt="2025-04-08T09:31:37.956" v="147" actId="2711"/>
        <pc:sldMkLst>
          <pc:docMk/>
          <pc:sldMk cId="3405643970" sldId="835"/>
        </pc:sldMkLst>
        <pc:spChg chg="mod">
          <ac:chgData name="Sau Lin LYE (TP)" userId="0501d767-1364-4844-adef-7fb51b08b3a9" providerId="ADAL" clId="{5DF786C2-09B3-4C96-BCD6-3E71CEB02A63}" dt="2025-04-08T09:31:37.956" v="147" actId="2711"/>
          <ac:spMkLst>
            <pc:docMk/>
            <pc:sldMk cId="3405643970" sldId="835"/>
            <ac:spMk id="2" creationId="{8A164CA0-1E3B-361A-662D-8CE12860671D}"/>
          </ac:spMkLst>
        </pc:spChg>
      </pc:sldChg>
      <pc:sldChg chg="mod modShow">
        <pc:chgData name="Sau Lin LYE (TP)" userId="0501d767-1364-4844-adef-7fb51b08b3a9" providerId="ADAL" clId="{5DF786C2-09B3-4C96-BCD6-3E71CEB02A63}" dt="2025-04-09T15:18:28.960" v="191" actId="729"/>
        <pc:sldMkLst>
          <pc:docMk/>
          <pc:sldMk cId="4039732093" sldId="837"/>
        </pc:sldMkLst>
      </pc:sldChg>
      <pc:sldChg chg="addSp modSp mod">
        <pc:chgData name="Sau Lin LYE (TP)" userId="0501d767-1364-4844-adef-7fb51b08b3a9" providerId="ADAL" clId="{5DF786C2-09B3-4C96-BCD6-3E71CEB02A63}" dt="2025-04-06T08:52:48.315" v="58" actId="1076"/>
        <pc:sldMkLst>
          <pc:docMk/>
          <pc:sldMk cId="2853143692" sldId="838"/>
        </pc:sldMkLst>
        <pc:spChg chg="add mod">
          <ac:chgData name="Sau Lin LYE (TP)" userId="0501d767-1364-4844-adef-7fb51b08b3a9" providerId="ADAL" clId="{5DF786C2-09B3-4C96-BCD6-3E71CEB02A63}" dt="2025-04-06T08:52:48.315" v="58" actId="1076"/>
          <ac:spMkLst>
            <pc:docMk/>
            <pc:sldMk cId="2853143692" sldId="838"/>
            <ac:spMk id="4" creationId="{F83855D9-FB66-8FBE-8530-425172B8B3FB}"/>
          </ac:spMkLst>
        </pc:spChg>
      </pc:sldChg>
      <pc:sldChg chg="mod modShow">
        <pc:chgData name="Sau Lin LYE (TP)" userId="0501d767-1364-4844-adef-7fb51b08b3a9" providerId="ADAL" clId="{5DF786C2-09B3-4C96-BCD6-3E71CEB02A63}" dt="2025-04-09T15:19:26.701" v="192" actId="729"/>
        <pc:sldMkLst>
          <pc:docMk/>
          <pc:sldMk cId="33140201" sldId="839"/>
        </pc:sldMkLst>
      </pc:sldChg>
      <pc:sldChg chg="addSp modSp new mod">
        <pc:chgData name="Sau Lin LYE (TP)" userId="0501d767-1364-4844-adef-7fb51b08b3a9" providerId="ADAL" clId="{5DF786C2-09B3-4C96-BCD6-3E71CEB02A63}" dt="2025-04-06T08:57:31.910" v="80" actId="1076"/>
        <pc:sldMkLst>
          <pc:docMk/>
          <pc:sldMk cId="234032289" sldId="841"/>
        </pc:sldMkLst>
        <pc:spChg chg="mod">
          <ac:chgData name="Sau Lin LYE (TP)" userId="0501d767-1364-4844-adef-7fb51b08b3a9" providerId="ADAL" clId="{5DF786C2-09B3-4C96-BCD6-3E71CEB02A63}" dt="2025-04-06T08:42:07.553" v="10" actId="20577"/>
          <ac:spMkLst>
            <pc:docMk/>
            <pc:sldMk cId="234032289" sldId="841"/>
            <ac:spMk id="2" creationId="{A04B69F8-09D2-3A00-F31C-82351D1632A5}"/>
          </ac:spMkLst>
        </pc:spChg>
        <pc:spChg chg="mod">
          <ac:chgData name="Sau Lin LYE (TP)" userId="0501d767-1364-4844-adef-7fb51b08b3a9" providerId="ADAL" clId="{5DF786C2-09B3-4C96-BCD6-3E71CEB02A63}" dt="2025-04-06T08:57:31.910" v="80" actId="1076"/>
          <ac:spMkLst>
            <pc:docMk/>
            <pc:sldMk cId="234032289" sldId="841"/>
            <ac:spMk id="3" creationId="{E453C22E-6347-EA18-C3B8-B1BEBD6F0619}"/>
          </ac:spMkLst>
        </pc:spChg>
        <pc:spChg chg="add mod">
          <ac:chgData name="Sau Lin LYE (TP)" userId="0501d767-1364-4844-adef-7fb51b08b3a9" providerId="ADAL" clId="{5DF786C2-09B3-4C96-BCD6-3E71CEB02A63}" dt="2025-04-06T08:57:27.296" v="79" actId="1076"/>
          <ac:spMkLst>
            <pc:docMk/>
            <pc:sldMk cId="234032289" sldId="841"/>
            <ac:spMk id="5" creationId="{EE3AE665-768D-1DCF-9E20-5CF53F5FC55C}"/>
          </ac:spMkLst>
        </pc:spChg>
      </pc:sldChg>
      <pc:sldChg chg="addSp delSp modSp new mod modClrScheme chgLayout">
        <pc:chgData name="Sau Lin LYE (TP)" userId="0501d767-1364-4844-adef-7fb51b08b3a9" providerId="ADAL" clId="{5DF786C2-09B3-4C96-BCD6-3E71CEB02A63}" dt="2025-04-09T15:18:12.500" v="190" actId="20577"/>
        <pc:sldMkLst>
          <pc:docMk/>
          <pc:sldMk cId="2372755783" sldId="842"/>
        </pc:sldMkLst>
        <pc:spChg chg="add mod ord">
          <ac:chgData name="Sau Lin LYE (TP)" userId="0501d767-1364-4844-adef-7fb51b08b3a9" providerId="ADAL" clId="{5DF786C2-09B3-4C96-BCD6-3E71CEB02A63}" dt="2025-04-09T15:18:03.798" v="178" actId="20577"/>
          <ac:spMkLst>
            <pc:docMk/>
            <pc:sldMk cId="2372755783" sldId="842"/>
            <ac:spMk id="4" creationId="{E3A8297C-488E-9F9D-20F4-3698F8A16CA0}"/>
          </ac:spMkLst>
        </pc:spChg>
        <pc:spChg chg="add mod ord">
          <ac:chgData name="Sau Lin LYE (TP)" userId="0501d767-1364-4844-adef-7fb51b08b3a9" providerId="ADAL" clId="{5DF786C2-09B3-4C96-BCD6-3E71CEB02A63}" dt="2025-04-09T15:18:12.500" v="190" actId="20577"/>
          <ac:spMkLst>
            <pc:docMk/>
            <pc:sldMk cId="2372755783" sldId="842"/>
            <ac:spMk id="5" creationId="{788282CC-4F33-58B0-1AD5-75925CD0FA09}"/>
          </ac:spMkLst>
        </pc:spChg>
      </pc:sldChg>
    </pc:docChg>
  </pc:docChgLst>
</pc:chgInfo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DVISOct24\ThisSem\03%20Teaching%20Materials\Week%201\Oct21_Marks_with_solution.xlsx" TargetMode="Externa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Solution!$F$2:$F$26</cx:f>
        <cx:lvl ptCount="25" formatCode="General">
          <cx:pt idx="0">25</cx:pt>
          <cx:pt idx="1">28</cx:pt>
          <cx:pt idx="2">34</cx:pt>
          <cx:pt idx="3">37</cx:pt>
          <cx:pt idx="4">40</cx:pt>
          <cx:pt idx="5">42</cx:pt>
          <cx:pt idx="6">46</cx:pt>
          <cx:pt idx="7">47</cx:pt>
          <cx:pt idx="8">51</cx:pt>
          <cx:pt idx="9">56</cx:pt>
          <cx:pt idx="10">64</cx:pt>
          <cx:pt idx="11">69</cx:pt>
          <cx:pt idx="12">76</cx:pt>
          <cx:pt idx="13">77</cx:pt>
          <cx:pt idx="14">78</cx:pt>
          <cx:pt idx="15">79</cx:pt>
          <cx:pt idx="16">80</cx:pt>
          <cx:pt idx="17">80</cx:pt>
          <cx:pt idx="18">81</cx:pt>
          <cx:pt idx="19">82</cx:pt>
          <cx:pt idx="20">83</cx:pt>
          <cx:pt idx="21">89</cx:pt>
          <cx:pt idx="22">90</cx:pt>
          <cx:pt idx="23">95</cx:pt>
          <cx:pt idx="24">96</cx:pt>
        </cx:lvl>
      </cx:numDim>
    </cx:data>
  </cx:chartData>
  <cx:chart>
    <cx:title pos="t" align="ctr" overlay="0"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endParaRPr lang="en-US" sz="1400" b="0" i="0" u="none" strike="noStrike" baseline="0">
            <a:solidFill>
              <a:sysClr val="windowText" lastClr="000000">
                <a:lumMod val="65000"/>
                <a:lumOff val="35000"/>
              </a:sysClr>
            </a:solidFill>
            <a:latin typeface="Calibri" panose="020F0502020204030204"/>
          </a:endParaRPr>
        </a:p>
      </cx:txPr>
    </cx:title>
    <cx:plotArea>
      <cx:plotAreaRegion>
        <cx:series layoutId="boxWhisker" uniqueId="{C9CEB25B-7E32-43EF-911D-D5714F08A377}"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B9C6DF-72CF-4A1E-AB2C-727F1E4B5927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1970C64-8639-4CA6-942D-023966B549A4}">
      <dgm:prSet custT="1"/>
      <dgm:spPr/>
      <dgm:t>
        <a:bodyPr/>
        <a:lstStyle/>
        <a:p>
          <a:r>
            <a:rPr lang="en-US" sz="2000" dirty="0"/>
            <a:t>Topics</a:t>
          </a:r>
        </a:p>
      </dgm:t>
    </dgm:pt>
    <dgm:pt modelId="{BBB19811-8B86-42DD-A4E9-8218D1CB4CBC}" type="parTrans" cxnId="{DC915979-A98F-4424-AC10-9D288C339D74}">
      <dgm:prSet/>
      <dgm:spPr/>
      <dgm:t>
        <a:bodyPr/>
        <a:lstStyle/>
        <a:p>
          <a:endParaRPr lang="en-US" sz="2000"/>
        </a:p>
      </dgm:t>
    </dgm:pt>
    <dgm:pt modelId="{4D55FB73-1404-494A-A1E0-E90518585504}" type="sibTrans" cxnId="{DC915979-A98F-4424-AC10-9D288C339D74}">
      <dgm:prSet/>
      <dgm:spPr/>
      <dgm:t>
        <a:bodyPr/>
        <a:lstStyle/>
        <a:p>
          <a:endParaRPr lang="en-US" sz="2000"/>
        </a:p>
      </dgm:t>
    </dgm:pt>
    <dgm:pt modelId="{CA9384F8-AA8F-4B20-B278-7F2F4F230888}">
      <dgm:prSet custT="1"/>
      <dgm:spPr/>
      <dgm:t>
        <a:bodyPr anchor="ctr"/>
        <a:lstStyle/>
        <a:p>
          <a:pPr>
            <a:lnSpc>
              <a:spcPct val="100000"/>
            </a:lnSpc>
          </a:pPr>
          <a:r>
            <a:rPr lang="en-US" sz="2000" dirty="0"/>
            <a:t>- Data Types &amp; Structure </a:t>
          </a:r>
        </a:p>
        <a:p>
          <a:pPr>
            <a:lnSpc>
              <a:spcPct val="100000"/>
            </a:lnSpc>
          </a:pPr>
          <a:r>
            <a:rPr lang="en-US" sz="2000" dirty="0"/>
            <a:t>- Data Distribution (univariate)</a:t>
          </a:r>
        </a:p>
      </dgm:t>
    </dgm:pt>
    <dgm:pt modelId="{B594C59E-E3AA-443F-A030-BA0157D0F903}" type="parTrans" cxnId="{0BEAC458-59E6-44DE-A3BF-A5195DA83E0C}">
      <dgm:prSet/>
      <dgm:spPr/>
      <dgm:t>
        <a:bodyPr/>
        <a:lstStyle/>
        <a:p>
          <a:endParaRPr lang="en-US" sz="2000"/>
        </a:p>
      </dgm:t>
    </dgm:pt>
    <dgm:pt modelId="{94FC5A4C-863C-4D76-8007-091C6A17498F}" type="sibTrans" cxnId="{0BEAC458-59E6-44DE-A3BF-A5195DA83E0C}">
      <dgm:prSet/>
      <dgm:spPr/>
      <dgm:t>
        <a:bodyPr/>
        <a:lstStyle/>
        <a:p>
          <a:endParaRPr lang="en-US" sz="2000"/>
        </a:p>
      </dgm:t>
    </dgm:pt>
    <dgm:pt modelId="{BF4081C6-3EA2-4C3F-BC46-487FF1ADEFE0}">
      <dgm:prSet custT="1"/>
      <dgm:spPr/>
      <dgm:t>
        <a:bodyPr/>
        <a:lstStyle/>
        <a:p>
          <a:r>
            <a:rPr lang="en-US" sz="2000" dirty="0"/>
            <a:t>Do</a:t>
          </a:r>
        </a:p>
      </dgm:t>
    </dgm:pt>
    <dgm:pt modelId="{8C740D6F-8FF2-4A57-937B-F806EB9B5D94}" type="parTrans" cxnId="{207BC164-DC24-4868-BE39-C00244B06777}">
      <dgm:prSet/>
      <dgm:spPr/>
      <dgm:t>
        <a:bodyPr/>
        <a:lstStyle/>
        <a:p>
          <a:endParaRPr lang="en-US" sz="2000"/>
        </a:p>
      </dgm:t>
    </dgm:pt>
    <dgm:pt modelId="{24A46917-A227-4861-8154-ABA7F6CDB90D}" type="sibTrans" cxnId="{207BC164-DC24-4868-BE39-C00244B06777}">
      <dgm:prSet/>
      <dgm:spPr/>
      <dgm:t>
        <a:bodyPr/>
        <a:lstStyle/>
        <a:p>
          <a:endParaRPr lang="en-US" sz="2000"/>
        </a:p>
      </dgm:t>
    </dgm:pt>
    <dgm:pt modelId="{7D852DD8-A1AD-4521-A804-34865CDBDA2C}">
      <dgm:prSet custT="1"/>
      <dgm:spPr/>
      <dgm:t>
        <a:bodyPr/>
        <a:lstStyle/>
        <a:p>
          <a:r>
            <a:rPr lang="en-US" sz="1800" dirty="0"/>
            <a:t>Practices on Box plot and histogram</a:t>
          </a:r>
        </a:p>
      </dgm:t>
    </dgm:pt>
    <dgm:pt modelId="{94A4F7AC-5C96-450A-9FE9-7E3C07A18C75}" type="parTrans" cxnId="{F0598C22-9965-4E5F-992E-9990C0AC6ADF}">
      <dgm:prSet/>
      <dgm:spPr/>
      <dgm:t>
        <a:bodyPr/>
        <a:lstStyle/>
        <a:p>
          <a:endParaRPr lang="en-US" sz="2000"/>
        </a:p>
      </dgm:t>
    </dgm:pt>
    <dgm:pt modelId="{B5A74FCB-C1F2-4E3C-89AC-C6F6780B84DD}" type="sibTrans" cxnId="{F0598C22-9965-4E5F-992E-9990C0AC6ADF}">
      <dgm:prSet/>
      <dgm:spPr/>
      <dgm:t>
        <a:bodyPr/>
        <a:lstStyle/>
        <a:p>
          <a:endParaRPr lang="en-US" sz="2000"/>
        </a:p>
      </dgm:t>
    </dgm:pt>
    <dgm:pt modelId="{E5D4D47E-0DF6-4A72-AB5A-FD1C35AFB06C}">
      <dgm:prSet custT="1"/>
      <dgm:spPr/>
      <dgm:t>
        <a:bodyPr/>
        <a:lstStyle/>
        <a:p>
          <a:r>
            <a:rPr lang="en-US" sz="2000" dirty="0"/>
            <a:t>Week 2 &gt; Learning Material</a:t>
          </a:r>
        </a:p>
      </dgm:t>
    </dgm:pt>
    <dgm:pt modelId="{D4D1ACB4-9D4F-45F3-AF7E-57265FB1A293}" type="parTrans" cxnId="{F5C8FFD3-04D0-4429-8503-13D897FFD381}">
      <dgm:prSet/>
      <dgm:spPr/>
      <dgm:t>
        <a:bodyPr/>
        <a:lstStyle/>
        <a:p>
          <a:endParaRPr lang="en-SG" sz="2000"/>
        </a:p>
      </dgm:t>
    </dgm:pt>
    <dgm:pt modelId="{4E9ED737-594D-4D0F-A9DF-203639E92A9C}" type="sibTrans" cxnId="{F5C8FFD3-04D0-4429-8503-13D897FFD381}">
      <dgm:prSet/>
      <dgm:spPr/>
      <dgm:t>
        <a:bodyPr/>
        <a:lstStyle/>
        <a:p>
          <a:endParaRPr lang="en-SG" sz="2000"/>
        </a:p>
      </dgm:t>
    </dgm:pt>
    <dgm:pt modelId="{9970500F-A367-40E2-A727-6C05076B52E2}">
      <dgm:prSet custT="1"/>
      <dgm:spPr/>
      <dgm:t>
        <a:bodyPr/>
        <a:lstStyle/>
        <a:p>
          <a:r>
            <a:rPr lang="en-US" sz="2000" dirty="0"/>
            <a:t>Intro</a:t>
          </a:r>
        </a:p>
      </dgm:t>
    </dgm:pt>
    <dgm:pt modelId="{8CC80BFE-847F-40AA-9BAB-A9FC7FA9B855}" type="parTrans" cxnId="{1909BD68-EBA5-45E0-A48B-86F60FDCE3D1}">
      <dgm:prSet/>
      <dgm:spPr/>
      <dgm:t>
        <a:bodyPr/>
        <a:lstStyle/>
        <a:p>
          <a:endParaRPr lang="en-SG" sz="2000"/>
        </a:p>
      </dgm:t>
    </dgm:pt>
    <dgm:pt modelId="{FC896338-3677-4229-B0AA-9B302287208B}" type="sibTrans" cxnId="{1909BD68-EBA5-45E0-A48B-86F60FDCE3D1}">
      <dgm:prSet/>
      <dgm:spPr/>
      <dgm:t>
        <a:bodyPr/>
        <a:lstStyle/>
        <a:p>
          <a:endParaRPr lang="en-SG" sz="2000"/>
        </a:p>
      </dgm:t>
    </dgm:pt>
    <dgm:pt modelId="{E861B230-E07F-4262-AA00-9D1ED9060198}">
      <dgm:prSet custT="1"/>
      <dgm:spPr/>
      <dgm:t>
        <a:bodyPr/>
        <a:lstStyle/>
        <a:p>
          <a:r>
            <a:rPr lang="en-US" sz="2000" dirty="0"/>
            <a:t>Review Last Week lesson</a:t>
          </a:r>
        </a:p>
      </dgm:t>
    </dgm:pt>
    <dgm:pt modelId="{A22FE27F-3C67-42AC-AA0A-ABAF07F86F82}" type="parTrans" cxnId="{59F963C7-E5DC-4CA1-A987-9D26F1E59D5C}">
      <dgm:prSet/>
      <dgm:spPr/>
      <dgm:t>
        <a:bodyPr/>
        <a:lstStyle/>
        <a:p>
          <a:endParaRPr lang="en-SG" sz="2000"/>
        </a:p>
      </dgm:t>
    </dgm:pt>
    <dgm:pt modelId="{CF313DD2-9A31-42EB-A61F-49D5DEC81A55}" type="sibTrans" cxnId="{59F963C7-E5DC-4CA1-A987-9D26F1E59D5C}">
      <dgm:prSet/>
      <dgm:spPr/>
      <dgm:t>
        <a:bodyPr/>
        <a:lstStyle/>
        <a:p>
          <a:endParaRPr lang="en-SG" sz="2000"/>
        </a:p>
      </dgm:t>
    </dgm:pt>
    <dgm:pt modelId="{A6778E0E-D7DA-4F8A-868F-A46043ADB691}">
      <dgm:prSet custT="1"/>
      <dgm:spPr/>
      <dgm:t>
        <a:bodyPr/>
        <a:lstStyle/>
        <a:p>
          <a:r>
            <a:rPr lang="en-US" sz="2000" dirty="0"/>
            <a:t>Self-reading</a:t>
          </a:r>
        </a:p>
        <a:p>
          <a:r>
            <a:rPr lang="en-US" sz="2000" dirty="0"/>
            <a:t>/Self-assessment</a:t>
          </a:r>
        </a:p>
      </dgm:t>
    </dgm:pt>
    <dgm:pt modelId="{4850392F-19DC-4F97-B831-A28A0EC0DBE3}" type="sibTrans" cxnId="{023254A1-A904-405D-9AEF-39A1FE5DFFA9}">
      <dgm:prSet/>
      <dgm:spPr/>
      <dgm:t>
        <a:bodyPr/>
        <a:lstStyle/>
        <a:p>
          <a:endParaRPr lang="en-SG" sz="2000"/>
        </a:p>
      </dgm:t>
    </dgm:pt>
    <dgm:pt modelId="{19122682-5994-49BE-849E-FD5EF0675553}" type="parTrans" cxnId="{023254A1-A904-405D-9AEF-39A1FE5DFFA9}">
      <dgm:prSet/>
      <dgm:spPr/>
      <dgm:t>
        <a:bodyPr/>
        <a:lstStyle/>
        <a:p>
          <a:endParaRPr lang="en-SG" sz="2000"/>
        </a:p>
      </dgm:t>
    </dgm:pt>
    <dgm:pt modelId="{71011A39-4D0B-4B27-94C7-D209673A60F8}">
      <dgm:prSet custT="1"/>
      <dgm:spPr/>
      <dgm:t>
        <a:bodyPr/>
        <a:lstStyle/>
        <a:p>
          <a:r>
            <a:rPr lang="en-US" sz="1800"/>
            <a:t>Hands-on</a:t>
          </a:r>
          <a:endParaRPr lang="en-US" sz="1800" dirty="0"/>
        </a:p>
      </dgm:t>
    </dgm:pt>
    <dgm:pt modelId="{59CE2A34-E0A9-438F-B3F2-DBD494264F15}" type="parTrans" cxnId="{1C74F684-ACF2-4275-8C04-0001A4DBA722}">
      <dgm:prSet/>
      <dgm:spPr/>
      <dgm:t>
        <a:bodyPr/>
        <a:lstStyle/>
        <a:p>
          <a:endParaRPr lang="en-SG"/>
        </a:p>
      </dgm:t>
    </dgm:pt>
    <dgm:pt modelId="{DFD57539-1052-4D2D-930A-FB7DF29E336D}" type="sibTrans" cxnId="{1C74F684-ACF2-4275-8C04-0001A4DBA722}">
      <dgm:prSet/>
      <dgm:spPr/>
      <dgm:t>
        <a:bodyPr/>
        <a:lstStyle/>
        <a:p>
          <a:endParaRPr lang="en-SG"/>
        </a:p>
      </dgm:t>
    </dgm:pt>
    <dgm:pt modelId="{03A34981-62FF-47C7-9B93-C6EF5A684615}">
      <dgm:prSet custT="1"/>
      <dgm:spPr/>
      <dgm:t>
        <a:bodyPr/>
        <a:lstStyle/>
        <a:p>
          <a:r>
            <a:rPr lang="en-US" sz="1800" dirty="0"/>
            <a:t>Introduction to TABLEAU</a:t>
          </a:r>
        </a:p>
        <a:p>
          <a:r>
            <a:rPr lang="en-US" sz="1800" dirty="0"/>
            <a:t>Submit Exercise 9 and 10</a:t>
          </a:r>
        </a:p>
      </dgm:t>
    </dgm:pt>
    <dgm:pt modelId="{599A5FAE-68A6-4993-869F-FEBE3E6B6B1E}" type="parTrans" cxnId="{F7F71AC9-23A1-4A82-9CC4-42887216A6F2}">
      <dgm:prSet/>
      <dgm:spPr/>
      <dgm:t>
        <a:bodyPr/>
        <a:lstStyle/>
        <a:p>
          <a:endParaRPr lang="en-SG"/>
        </a:p>
      </dgm:t>
    </dgm:pt>
    <dgm:pt modelId="{78C91B72-D640-490B-A3BD-A5C5FD59E0F2}" type="sibTrans" cxnId="{F7F71AC9-23A1-4A82-9CC4-42887216A6F2}">
      <dgm:prSet/>
      <dgm:spPr/>
      <dgm:t>
        <a:bodyPr/>
        <a:lstStyle/>
        <a:p>
          <a:endParaRPr lang="en-SG"/>
        </a:p>
      </dgm:t>
    </dgm:pt>
    <dgm:pt modelId="{C30157AF-F6E2-4EBE-B247-93F7EF85158F}" type="pres">
      <dgm:prSet presAssocID="{F2B9C6DF-72CF-4A1E-AB2C-727F1E4B5927}" presName="Name0" presStyleCnt="0">
        <dgm:presLayoutVars>
          <dgm:dir/>
          <dgm:animLvl val="lvl"/>
          <dgm:resizeHandles val="exact"/>
        </dgm:presLayoutVars>
      </dgm:prSet>
      <dgm:spPr/>
    </dgm:pt>
    <dgm:pt modelId="{6B50F4CE-0722-4F9E-B3F3-8F066F02B6B9}" type="pres">
      <dgm:prSet presAssocID="{9970500F-A367-40E2-A727-6C05076B52E2}" presName="linNode" presStyleCnt="0"/>
      <dgm:spPr/>
    </dgm:pt>
    <dgm:pt modelId="{C15399DA-1A1C-402F-AAAE-10610D357FFA}" type="pres">
      <dgm:prSet presAssocID="{9970500F-A367-40E2-A727-6C05076B52E2}" presName="parentText" presStyleLbl="solidFgAcc1" presStyleIdx="0" presStyleCnt="5">
        <dgm:presLayoutVars>
          <dgm:chMax val="1"/>
          <dgm:bulletEnabled/>
        </dgm:presLayoutVars>
      </dgm:prSet>
      <dgm:spPr/>
    </dgm:pt>
    <dgm:pt modelId="{8C18B887-5170-46A4-B17D-5A4745E81DAF}" type="pres">
      <dgm:prSet presAssocID="{9970500F-A367-40E2-A727-6C05076B52E2}" presName="descendantText" presStyleLbl="alignNode1" presStyleIdx="0" presStyleCnt="5" custScaleY="86013" custLinFactNeighborX="-685" custLinFactNeighborY="-1904">
        <dgm:presLayoutVars>
          <dgm:bulletEnabled/>
        </dgm:presLayoutVars>
      </dgm:prSet>
      <dgm:spPr/>
    </dgm:pt>
    <dgm:pt modelId="{F6E7AE3D-B6A3-495C-ADA1-395006E87A84}" type="pres">
      <dgm:prSet presAssocID="{FC896338-3677-4229-B0AA-9B302287208B}" presName="sp" presStyleCnt="0"/>
      <dgm:spPr/>
    </dgm:pt>
    <dgm:pt modelId="{1C5124B0-0765-4119-B0F5-4688F2F1AA6B}" type="pres">
      <dgm:prSet presAssocID="{61970C64-8639-4CA6-942D-023966B549A4}" presName="linNode" presStyleCnt="0"/>
      <dgm:spPr/>
    </dgm:pt>
    <dgm:pt modelId="{7D00897C-45E1-4E27-B424-E65F06B9787B}" type="pres">
      <dgm:prSet presAssocID="{61970C64-8639-4CA6-942D-023966B549A4}" presName="parentText" presStyleLbl="solidFgAcc1" presStyleIdx="1" presStyleCnt="5" custLinFactNeighborY="49">
        <dgm:presLayoutVars>
          <dgm:chMax val="1"/>
          <dgm:bulletEnabled/>
        </dgm:presLayoutVars>
      </dgm:prSet>
      <dgm:spPr/>
    </dgm:pt>
    <dgm:pt modelId="{9CECE7FD-132D-493E-8375-4338C0C74A79}" type="pres">
      <dgm:prSet presAssocID="{61970C64-8639-4CA6-942D-023966B549A4}" presName="descendantText" presStyleLbl="alignNode1" presStyleIdx="1" presStyleCnt="5" custScaleY="97039">
        <dgm:presLayoutVars>
          <dgm:bulletEnabled/>
        </dgm:presLayoutVars>
      </dgm:prSet>
      <dgm:spPr/>
    </dgm:pt>
    <dgm:pt modelId="{9BAACAEF-1452-4CA0-B5B5-49B3FDF6ECB4}" type="pres">
      <dgm:prSet presAssocID="{4D55FB73-1404-494A-A1E0-E90518585504}" presName="sp" presStyleCnt="0"/>
      <dgm:spPr/>
    </dgm:pt>
    <dgm:pt modelId="{FF0FE632-E7FC-4373-BB31-75DC32446501}" type="pres">
      <dgm:prSet presAssocID="{BF4081C6-3EA2-4C3F-BC46-487FF1ADEFE0}" presName="linNode" presStyleCnt="0"/>
      <dgm:spPr/>
    </dgm:pt>
    <dgm:pt modelId="{27039C6E-4A63-416C-9FF4-8EB6379162F9}" type="pres">
      <dgm:prSet presAssocID="{BF4081C6-3EA2-4C3F-BC46-487FF1ADEFE0}" presName="parentText" presStyleLbl="solidFgAcc1" presStyleIdx="2" presStyleCnt="5">
        <dgm:presLayoutVars>
          <dgm:chMax val="1"/>
          <dgm:bulletEnabled/>
        </dgm:presLayoutVars>
      </dgm:prSet>
      <dgm:spPr/>
    </dgm:pt>
    <dgm:pt modelId="{FC4630A1-1DDF-4B25-A7BD-8BE2CAF0E4E4}" type="pres">
      <dgm:prSet presAssocID="{BF4081C6-3EA2-4C3F-BC46-487FF1ADEFE0}" presName="descendantText" presStyleLbl="alignNode1" presStyleIdx="2" presStyleCnt="5" custScaleY="98785">
        <dgm:presLayoutVars>
          <dgm:bulletEnabled/>
        </dgm:presLayoutVars>
      </dgm:prSet>
      <dgm:spPr/>
    </dgm:pt>
    <dgm:pt modelId="{1F43ABDA-9DBB-4919-9520-304B0D3A6618}" type="pres">
      <dgm:prSet presAssocID="{24A46917-A227-4861-8154-ABA7F6CDB90D}" presName="sp" presStyleCnt="0"/>
      <dgm:spPr/>
    </dgm:pt>
    <dgm:pt modelId="{A680A789-5801-4CFA-92FE-50FBF2588C04}" type="pres">
      <dgm:prSet presAssocID="{71011A39-4D0B-4B27-94C7-D209673A60F8}" presName="linNode" presStyleCnt="0"/>
      <dgm:spPr/>
    </dgm:pt>
    <dgm:pt modelId="{9AF3B017-2CE8-402C-8DA1-86A17728E581}" type="pres">
      <dgm:prSet presAssocID="{71011A39-4D0B-4B27-94C7-D209673A60F8}" presName="parentText" presStyleLbl="solidFgAcc1" presStyleIdx="3" presStyleCnt="5">
        <dgm:presLayoutVars>
          <dgm:chMax val="1"/>
          <dgm:bulletEnabled/>
        </dgm:presLayoutVars>
      </dgm:prSet>
      <dgm:spPr/>
    </dgm:pt>
    <dgm:pt modelId="{B0A144DE-7A94-4A9A-BAFF-D71926A809AD}" type="pres">
      <dgm:prSet presAssocID="{71011A39-4D0B-4B27-94C7-D209673A60F8}" presName="descendantText" presStyleLbl="alignNode1" presStyleIdx="3" presStyleCnt="5">
        <dgm:presLayoutVars>
          <dgm:bulletEnabled/>
        </dgm:presLayoutVars>
      </dgm:prSet>
      <dgm:spPr/>
    </dgm:pt>
    <dgm:pt modelId="{3D844BE4-6735-43AF-880D-517822A4D1F5}" type="pres">
      <dgm:prSet presAssocID="{DFD57539-1052-4D2D-930A-FB7DF29E336D}" presName="sp" presStyleCnt="0"/>
      <dgm:spPr/>
    </dgm:pt>
    <dgm:pt modelId="{64B5350A-275A-47C0-8113-03EC095B29B5}" type="pres">
      <dgm:prSet presAssocID="{A6778E0E-D7DA-4F8A-868F-A46043ADB691}" presName="linNode" presStyleCnt="0"/>
      <dgm:spPr/>
    </dgm:pt>
    <dgm:pt modelId="{33330615-B5C7-4954-AA71-C0854A17CC56}" type="pres">
      <dgm:prSet presAssocID="{A6778E0E-D7DA-4F8A-868F-A46043ADB691}" presName="parentText" presStyleLbl="solidFgAcc1" presStyleIdx="4" presStyleCnt="5" custScaleX="251988">
        <dgm:presLayoutVars>
          <dgm:chMax val="1"/>
          <dgm:bulletEnabled/>
        </dgm:presLayoutVars>
      </dgm:prSet>
      <dgm:spPr/>
    </dgm:pt>
    <dgm:pt modelId="{AD4EE8B3-D4DA-4D2E-8F6F-672BE4FE8DBB}" type="pres">
      <dgm:prSet presAssocID="{A6778E0E-D7DA-4F8A-868F-A46043ADB691}" presName="descendantText" presStyleLbl="alignNode1" presStyleIdx="4" presStyleCnt="5" custScaleY="101942">
        <dgm:presLayoutVars>
          <dgm:bulletEnabled/>
        </dgm:presLayoutVars>
      </dgm:prSet>
      <dgm:spPr/>
    </dgm:pt>
  </dgm:ptLst>
  <dgm:cxnLst>
    <dgm:cxn modelId="{F0598C22-9965-4E5F-992E-9990C0AC6ADF}" srcId="{BF4081C6-3EA2-4C3F-BC46-487FF1ADEFE0}" destId="{7D852DD8-A1AD-4521-A804-34865CDBDA2C}" srcOrd="0" destOrd="0" parTransId="{94A4F7AC-5C96-450A-9FE9-7E3C07A18C75}" sibTransId="{B5A74FCB-C1F2-4E3C-89AC-C6F6780B84DD}"/>
    <dgm:cxn modelId="{24673C2A-3BC5-4C32-AAEF-8FAC8AB29C66}" type="presOf" srcId="{71011A39-4D0B-4B27-94C7-D209673A60F8}" destId="{9AF3B017-2CE8-402C-8DA1-86A17728E581}" srcOrd="0" destOrd="0" presId="urn:microsoft.com/office/officeart/2016/7/layout/VerticalHollowActionList"/>
    <dgm:cxn modelId="{4E589C5D-1961-4C2C-A300-1B5B812DF4E8}" type="presOf" srcId="{61970C64-8639-4CA6-942D-023966B549A4}" destId="{7D00897C-45E1-4E27-B424-E65F06B9787B}" srcOrd="0" destOrd="0" presId="urn:microsoft.com/office/officeart/2016/7/layout/VerticalHollowActionList"/>
    <dgm:cxn modelId="{E33F825E-0AF0-4EE3-9F37-FB784A626FE5}" type="presOf" srcId="{A6778E0E-D7DA-4F8A-868F-A46043ADB691}" destId="{33330615-B5C7-4954-AA71-C0854A17CC56}" srcOrd="0" destOrd="0" presId="urn:microsoft.com/office/officeart/2016/7/layout/VerticalHollowActionList"/>
    <dgm:cxn modelId="{207BC164-DC24-4868-BE39-C00244B06777}" srcId="{F2B9C6DF-72CF-4A1E-AB2C-727F1E4B5927}" destId="{BF4081C6-3EA2-4C3F-BC46-487FF1ADEFE0}" srcOrd="2" destOrd="0" parTransId="{8C740D6F-8FF2-4A57-937B-F806EB9B5D94}" sibTransId="{24A46917-A227-4861-8154-ABA7F6CDB90D}"/>
    <dgm:cxn modelId="{1909BD68-EBA5-45E0-A48B-86F60FDCE3D1}" srcId="{F2B9C6DF-72CF-4A1E-AB2C-727F1E4B5927}" destId="{9970500F-A367-40E2-A727-6C05076B52E2}" srcOrd="0" destOrd="0" parTransId="{8CC80BFE-847F-40AA-9BAB-A9FC7FA9B855}" sibTransId="{FC896338-3677-4229-B0AA-9B302287208B}"/>
    <dgm:cxn modelId="{518D0777-B544-41A7-81CE-630E7D43ADAE}" type="presOf" srcId="{9970500F-A367-40E2-A727-6C05076B52E2}" destId="{C15399DA-1A1C-402F-AAAE-10610D357FFA}" srcOrd="0" destOrd="0" presId="urn:microsoft.com/office/officeart/2016/7/layout/VerticalHollowActionList"/>
    <dgm:cxn modelId="{43275A58-C8D0-41FC-ADB1-1B021B7B3E79}" type="presOf" srcId="{03A34981-62FF-47C7-9B93-C6EF5A684615}" destId="{B0A144DE-7A94-4A9A-BAFF-D71926A809AD}" srcOrd="0" destOrd="0" presId="urn:microsoft.com/office/officeart/2016/7/layout/VerticalHollowActionList"/>
    <dgm:cxn modelId="{0BEAC458-59E6-44DE-A3BF-A5195DA83E0C}" srcId="{61970C64-8639-4CA6-942D-023966B549A4}" destId="{CA9384F8-AA8F-4B20-B278-7F2F4F230888}" srcOrd="0" destOrd="0" parTransId="{B594C59E-E3AA-443F-A030-BA0157D0F903}" sibTransId="{94FC5A4C-863C-4D76-8007-091C6A17498F}"/>
    <dgm:cxn modelId="{DC915979-A98F-4424-AC10-9D288C339D74}" srcId="{F2B9C6DF-72CF-4A1E-AB2C-727F1E4B5927}" destId="{61970C64-8639-4CA6-942D-023966B549A4}" srcOrd="1" destOrd="0" parTransId="{BBB19811-8B86-42DD-A4E9-8218D1CB4CBC}" sibTransId="{4D55FB73-1404-494A-A1E0-E90518585504}"/>
    <dgm:cxn modelId="{0A7D0881-E9DB-4663-A54E-457C02F195E2}" type="presOf" srcId="{E5D4D47E-0DF6-4A72-AB5A-FD1C35AFB06C}" destId="{AD4EE8B3-D4DA-4D2E-8F6F-672BE4FE8DBB}" srcOrd="0" destOrd="0" presId="urn:microsoft.com/office/officeart/2016/7/layout/VerticalHollowActionList"/>
    <dgm:cxn modelId="{1C74F684-ACF2-4275-8C04-0001A4DBA722}" srcId="{F2B9C6DF-72CF-4A1E-AB2C-727F1E4B5927}" destId="{71011A39-4D0B-4B27-94C7-D209673A60F8}" srcOrd="3" destOrd="0" parTransId="{59CE2A34-E0A9-438F-B3F2-DBD494264F15}" sibTransId="{DFD57539-1052-4D2D-930A-FB7DF29E336D}"/>
    <dgm:cxn modelId="{FBE5BB97-3396-48A3-A4AD-1141E0424603}" type="presOf" srcId="{E861B230-E07F-4262-AA00-9D1ED9060198}" destId="{8C18B887-5170-46A4-B17D-5A4745E81DAF}" srcOrd="0" destOrd="0" presId="urn:microsoft.com/office/officeart/2016/7/layout/VerticalHollowActionList"/>
    <dgm:cxn modelId="{023254A1-A904-405D-9AEF-39A1FE5DFFA9}" srcId="{F2B9C6DF-72CF-4A1E-AB2C-727F1E4B5927}" destId="{A6778E0E-D7DA-4F8A-868F-A46043ADB691}" srcOrd="4" destOrd="0" parTransId="{19122682-5994-49BE-849E-FD5EF0675553}" sibTransId="{4850392F-19DC-4F97-B831-A28A0EC0DBE3}"/>
    <dgm:cxn modelId="{63F64EA4-AF87-4A76-A4C4-7240CD268314}" type="presOf" srcId="{CA9384F8-AA8F-4B20-B278-7F2F4F230888}" destId="{9CECE7FD-132D-493E-8375-4338C0C74A79}" srcOrd="0" destOrd="0" presId="urn:microsoft.com/office/officeart/2016/7/layout/VerticalHollowActionList"/>
    <dgm:cxn modelId="{B886EBB9-BCB0-48E9-8D98-12BFA3D008DD}" type="presOf" srcId="{7D852DD8-A1AD-4521-A804-34865CDBDA2C}" destId="{FC4630A1-1DDF-4B25-A7BD-8BE2CAF0E4E4}" srcOrd="0" destOrd="0" presId="urn:microsoft.com/office/officeart/2016/7/layout/VerticalHollowActionList"/>
    <dgm:cxn modelId="{59F963C7-E5DC-4CA1-A987-9D26F1E59D5C}" srcId="{9970500F-A367-40E2-A727-6C05076B52E2}" destId="{E861B230-E07F-4262-AA00-9D1ED9060198}" srcOrd="0" destOrd="0" parTransId="{A22FE27F-3C67-42AC-AA0A-ABAF07F86F82}" sibTransId="{CF313DD2-9A31-42EB-A61F-49D5DEC81A55}"/>
    <dgm:cxn modelId="{F7F71AC9-23A1-4A82-9CC4-42887216A6F2}" srcId="{71011A39-4D0B-4B27-94C7-D209673A60F8}" destId="{03A34981-62FF-47C7-9B93-C6EF5A684615}" srcOrd="0" destOrd="0" parTransId="{599A5FAE-68A6-4993-869F-FEBE3E6B6B1E}" sibTransId="{78C91B72-D640-490B-A3BD-A5C5FD59E0F2}"/>
    <dgm:cxn modelId="{F5C8FFD3-04D0-4429-8503-13D897FFD381}" srcId="{A6778E0E-D7DA-4F8A-868F-A46043ADB691}" destId="{E5D4D47E-0DF6-4A72-AB5A-FD1C35AFB06C}" srcOrd="0" destOrd="0" parTransId="{D4D1ACB4-9D4F-45F3-AF7E-57265FB1A293}" sibTransId="{4E9ED737-594D-4D0F-A9DF-203639E92A9C}"/>
    <dgm:cxn modelId="{07B4D3D5-0989-4B17-92E5-BEF360490413}" type="presOf" srcId="{F2B9C6DF-72CF-4A1E-AB2C-727F1E4B5927}" destId="{C30157AF-F6E2-4EBE-B247-93F7EF85158F}" srcOrd="0" destOrd="0" presId="urn:microsoft.com/office/officeart/2016/7/layout/VerticalHollowActionList"/>
    <dgm:cxn modelId="{55B988FB-A527-4262-A71D-51ADCB25E028}" type="presOf" srcId="{BF4081C6-3EA2-4C3F-BC46-487FF1ADEFE0}" destId="{27039C6E-4A63-416C-9FF4-8EB6379162F9}" srcOrd="0" destOrd="0" presId="urn:microsoft.com/office/officeart/2016/7/layout/VerticalHollowActionList"/>
    <dgm:cxn modelId="{DB842ED0-D2A3-4682-8966-936D6F0E847B}" type="presParOf" srcId="{C30157AF-F6E2-4EBE-B247-93F7EF85158F}" destId="{6B50F4CE-0722-4F9E-B3F3-8F066F02B6B9}" srcOrd="0" destOrd="0" presId="urn:microsoft.com/office/officeart/2016/7/layout/VerticalHollowActionList"/>
    <dgm:cxn modelId="{9BA9179D-0785-4072-8968-ED6A2DDE65E8}" type="presParOf" srcId="{6B50F4CE-0722-4F9E-B3F3-8F066F02B6B9}" destId="{C15399DA-1A1C-402F-AAAE-10610D357FFA}" srcOrd="0" destOrd="0" presId="urn:microsoft.com/office/officeart/2016/7/layout/VerticalHollowActionList"/>
    <dgm:cxn modelId="{8260468A-890F-4178-B0EA-CC2769C374E1}" type="presParOf" srcId="{6B50F4CE-0722-4F9E-B3F3-8F066F02B6B9}" destId="{8C18B887-5170-46A4-B17D-5A4745E81DAF}" srcOrd="1" destOrd="0" presId="urn:microsoft.com/office/officeart/2016/7/layout/VerticalHollowActionList"/>
    <dgm:cxn modelId="{C976F9D3-8EF5-4416-A7FC-DFB8F35B8916}" type="presParOf" srcId="{C30157AF-F6E2-4EBE-B247-93F7EF85158F}" destId="{F6E7AE3D-B6A3-495C-ADA1-395006E87A84}" srcOrd="1" destOrd="0" presId="urn:microsoft.com/office/officeart/2016/7/layout/VerticalHollowActionList"/>
    <dgm:cxn modelId="{B8DE756E-043D-459F-B0AB-E5A118ABB78D}" type="presParOf" srcId="{C30157AF-F6E2-4EBE-B247-93F7EF85158F}" destId="{1C5124B0-0765-4119-B0F5-4688F2F1AA6B}" srcOrd="2" destOrd="0" presId="urn:microsoft.com/office/officeart/2016/7/layout/VerticalHollowActionList"/>
    <dgm:cxn modelId="{C019E894-DEFD-4818-9084-7B3FD2A5DCCE}" type="presParOf" srcId="{1C5124B0-0765-4119-B0F5-4688F2F1AA6B}" destId="{7D00897C-45E1-4E27-B424-E65F06B9787B}" srcOrd="0" destOrd="0" presId="urn:microsoft.com/office/officeart/2016/7/layout/VerticalHollowActionList"/>
    <dgm:cxn modelId="{8BC1E207-F44A-4666-85B8-B798000B7454}" type="presParOf" srcId="{1C5124B0-0765-4119-B0F5-4688F2F1AA6B}" destId="{9CECE7FD-132D-493E-8375-4338C0C74A79}" srcOrd="1" destOrd="0" presId="urn:microsoft.com/office/officeart/2016/7/layout/VerticalHollowActionList"/>
    <dgm:cxn modelId="{4F613F4D-8937-487D-B560-B27D21DC1774}" type="presParOf" srcId="{C30157AF-F6E2-4EBE-B247-93F7EF85158F}" destId="{9BAACAEF-1452-4CA0-B5B5-49B3FDF6ECB4}" srcOrd="3" destOrd="0" presId="urn:microsoft.com/office/officeart/2016/7/layout/VerticalHollowActionList"/>
    <dgm:cxn modelId="{FE55D6E4-F01A-4C3F-81F9-7C58D37A5CF6}" type="presParOf" srcId="{C30157AF-F6E2-4EBE-B247-93F7EF85158F}" destId="{FF0FE632-E7FC-4373-BB31-75DC32446501}" srcOrd="4" destOrd="0" presId="urn:microsoft.com/office/officeart/2016/7/layout/VerticalHollowActionList"/>
    <dgm:cxn modelId="{63E9E51D-0E1C-4D67-B6BA-12E975DB00D7}" type="presParOf" srcId="{FF0FE632-E7FC-4373-BB31-75DC32446501}" destId="{27039C6E-4A63-416C-9FF4-8EB6379162F9}" srcOrd="0" destOrd="0" presId="urn:microsoft.com/office/officeart/2016/7/layout/VerticalHollowActionList"/>
    <dgm:cxn modelId="{3BB647E3-9965-4E8C-AE4C-349B508A807C}" type="presParOf" srcId="{FF0FE632-E7FC-4373-BB31-75DC32446501}" destId="{FC4630A1-1DDF-4B25-A7BD-8BE2CAF0E4E4}" srcOrd="1" destOrd="0" presId="urn:microsoft.com/office/officeart/2016/7/layout/VerticalHollowActionList"/>
    <dgm:cxn modelId="{65F77408-9870-4242-8F8F-FD85C8B9D254}" type="presParOf" srcId="{C30157AF-F6E2-4EBE-B247-93F7EF85158F}" destId="{1F43ABDA-9DBB-4919-9520-304B0D3A6618}" srcOrd="5" destOrd="0" presId="urn:microsoft.com/office/officeart/2016/7/layout/VerticalHollowActionList"/>
    <dgm:cxn modelId="{954E68D1-2FC5-4D3A-A037-0E0F7F46B48F}" type="presParOf" srcId="{C30157AF-F6E2-4EBE-B247-93F7EF85158F}" destId="{A680A789-5801-4CFA-92FE-50FBF2588C04}" srcOrd="6" destOrd="0" presId="urn:microsoft.com/office/officeart/2016/7/layout/VerticalHollowActionList"/>
    <dgm:cxn modelId="{2710CBCF-E786-4836-BA31-07D963B96734}" type="presParOf" srcId="{A680A789-5801-4CFA-92FE-50FBF2588C04}" destId="{9AF3B017-2CE8-402C-8DA1-86A17728E581}" srcOrd="0" destOrd="0" presId="urn:microsoft.com/office/officeart/2016/7/layout/VerticalHollowActionList"/>
    <dgm:cxn modelId="{7A58CBAB-7E06-402F-A668-747B0B69C83F}" type="presParOf" srcId="{A680A789-5801-4CFA-92FE-50FBF2588C04}" destId="{B0A144DE-7A94-4A9A-BAFF-D71926A809AD}" srcOrd="1" destOrd="0" presId="urn:microsoft.com/office/officeart/2016/7/layout/VerticalHollowActionList"/>
    <dgm:cxn modelId="{C7045EDF-2035-4DA0-8D74-8F81D961B728}" type="presParOf" srcId="{C30157AF-F6E2-4EBE-B247-93F7EF85158F}" destId="{3D844BE4-6735-43AF-880D-517822A4D1F5}" srcOrd="7" destOrd="0" presId="urn:microsoft.com/office/officeart/2016/7/layout/VerticalHollowActionList"/>
    <dgm:cxn modelId="{62704DD4-8CA9-40E2-8B18-F82B7835F5CD}" type="presParOf" srcId="{C30157AF-F6E2-4EBE-B247-93F7EF85158F}" destId="{64B5350A-275A-47C0-8113-03EC095B29B5}" srcOrd="8" destOrd="0" presId="urn:microsoft.com/office/officeart/2016/7/layout/VerticalHollowActionList"/>
    <dgm:cxn modelId="{72310C52-1AF7-473E-ABD2-B6B2B5B93C13}" type="presParOf" srcId="{64B5350A-275A-47C0-8113-03EC095B29B5}" destId="{33330615-B5C7-4954-AA71-C0854A17CC56}" srcOrd="0" destOrd="0" presId="urn:microsoft.com/office/officeart/2016/7/layout/VerticalHollowActionList"/>
    <dgm:cxn modelId="{F4E7C975-4757-408D-8ECA-A2602D4B3C0D}" type="presParOf" srcId="{64B5350A-275A-47C0-8113-03EC095B29B5}" destId="{AD4EE8B3-D4DA-4D2E-8F6F-672BE4FE8DBB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9E8945-5CA9-411C-B5D9-8B7C126643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_accent6_2" csCatId="accent6" phldr="1"/>
      <dgm:spPr/>
      <dgm:t>
        <a:bodyPr/>
        <a:lstStyle/>
        <a:p>
          <a:endParaRPr lang="en-US"/>
        </a:p>
      </dgm:t>
    </dgm:pt>
    <dgm:pt modelId="{267EAF64-6FB8-4C31-B71C-756ACD49FE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Data Structure</a:t>
          </a:r>
        </a:p>
      </dgm:t>
    </dgm:pt>
    <dgm:pt modelId="{1F05E7B9-4925-41E2-BC9C-03CF025DC11F}" type="parTrans" cxnId="{2E835519-ABC8-40E8-8C4C-5214DB81866D}">
      <dgm:prSet/>
      <dgm:spPr/>
      <dgm:t>
        <a:bodyPr/>
        <a:lstStyle/>
        <a:p>
          <a:endParaRPr lang="en-SG">
            <a:solidFill>
              <a:schemeClr val="bg1"/>
            </a:solidFill>
          </a:endParaRPr>
        </a:p>
      </dgm:t>
    </dgm:pt>
    <dgm:pt modelId="{057CF6FD-41F9-45AE-B8A2-AEF3E4E33CF2}" type="sibTrans" cxnId="{2E835519-ABC8-40E8-8C4C-5214DB81866D}">
      <dgm:prSet/>
      <dgm:spPr/>
      <dgm:t>
        <a:bodyPr/>
        <a:lstStyle/>
        <a:p>
          <a:pPr>
            <a:lnSpc>
              <a:spcPct val="100000"/>
            </a:lnSpc>
          </a:pPr>
          <a:endParaRPr lang="en-SG">
            <a:solidFill>
              <a:schemeClr val="bg1"/>
            </a:solidFill>
          </a:endParaRPr>
        </a:p>
      </dgm:t>
    </dgm:pt>
    <dgm:pt modelId="{7E56A5F6-E8E3-4E08-AF07-2896FD9091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</a:rPr>
            <a:t>Data Type</a:t>
          </a:r>
        </a:p>
      </dgm:t>
    </dgm:pt>
    <dgm:pt modelId="{1F922963-B8F2-464A-9596-3A241ABC02C6}" type="parTrans" cxnId="{40F98618-312D-4615-B912-B406828F0F5C}">
      <dgm:prSet/>
      <dgm:spPr/>
      <dgm:t>
        <a:bodyPr/>
        <a:lstStyle/>
        <a:p>
          <a:endParaRPr lang="en-SG">
            <a:solidFill>
              <a:schemeClr val="bg1"/>
            </a:solidFill>
          </a:endParaRPr>
        </a:p>
      </dgm:t>
    </dgm:pt>
    <dgm:pt modelId="{D94EDA29-87E9-44FE-B1D4-4FF59A0258CB}" type="sibTrans" cxnId="{40F98618-312D-4615-B912-B406828F0F5C}">
      <dgm:prSet/>
      <dgm:spPr/>
      <dgm:t>
        <a:bodyPr/>
        <a:lstStyle/>
        <a:p>
          <a:pPr>
            <a:lnSpc>
              <a:spcPct val="100000"/>
            </a:lnSpc>
          </a:pPr>
          <a:endParaRPr lang="en-SG">
            <a:solidFill>
              <a:schemeClr val="bg1"/>
            </a:solidFill>
          </a:endParaRPr>
        </a:p>
      </dgm:t>
    </dgm:pt>
    <dgm:pt modelId="{CCFE10B4-3049-4C9F-BBE5-99EDF79E6FD8}" type="pres">
      <dgm:prSet presAssocID="{4A9E8945-5CA9-411C-B5D9-8B7C126643B6}" presName="root" presStyleCnt="0">
        <dgm:presLayoutVars>
          <dgm:dir/>
          <dgm:resizeHandles val="exact"/>
        </dgm:presLayoutVars>
      </dgm:prSet>
      <dgm:spPr/>
    </dgm:pt>
    <dgm:pt modelId="{1048DF52-E16A-4A99-9D9A-0EA86D2A04A5}" type="pres">
      <dgm:prSet presAssocID="{7E56A5F6-E8E3-4E08-AF07-2896FD909119}" presName="compNode" presStyleCnt="0"/>
      <dgm:spPr/>
    </dgm:pt>
    <dgm:pt modelId="{760FF910-6B98-45A9-B590-61C776FF2131}" type="pres">
      <dgm:prSet presAssocID="{7E56A5F6-E8E3-4E08-AF07-2896FD909119}" presName="bgRect" presStyleLbl="bgShp" presStyleIdx="0" presStyleCnt="2"/>
      <dgm:spPr/>
    </dgm:pt>
    <dgm:pt modelId="{0D40A81A-EB0F-459B-A7CF-36660C896268}" type="pres">
      <dgm:prSet presAssocID="{7E56A5F6-E8E3-4E08-AF07-2896FD90911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C860BF3C-2EF7-4B5C-A643-6D4CDF8B4A7E}" type="pres">
      <dgm:prSet presAssocID="{7E56A5F6-E8E3-4E08-AF07-2896FD909119}" presName="spaceRect" presStyleCnt="0"/>
      <dgm:spPr/>
    </dgm:pt>
    <dgm:pt modelId="{0229D8AA-C107-4039-A659-932911263AA8}" type="pres">
      <dgm:prSet presAssocID="{7E56A5F6-E8E3-4E08-AF07-2896FD909119}" presName="parTx" presStyleLbl="revTx" presStyleIdx="0" presStyleCnt="2">
        <dgm:presLayoutVars>
          <dgm:chMax val="0"/>
          <dgm:chPref val="0"/>
        </dgm:presLayoutVars>
      </dgm:prSet>
      <dgm:spPr/>
    </dgm:pt>
    <dgm:pt modelId="{04BC4EC7-8448-4547-9277-044DD5B22EF0}" type="pres">
      <dgm:prSet presAssocID="{D94EDA29-87E9-44FE-B1D4-4FF59A0258CB}" presName="sibTrans" presStyleCnt="0"/>
      <dgm:spPr/>
    </dgm:pt>
    <dgm:pt modelId="{0DF331EF-B0D3-4F1B-A06E-47FDA7F10E16}" type="pres">
      <dgm:prSet presAssocID="{267EAF64-6FB8-4C31-B71C-756ACD49FE23}" presName="compNode" presStyleCnt="0"/>
      <dgm:spPr/>
    </dgm:pt>
    <dgm:pt modelId="{39AA4D80-D409-464E-8088-AC82DB7B96BA}" type="pres">
      <dgm:prSet presAssocID="{267EAF64-6FB8-4C31-B71C-756ACD49FE23}" presName="bgRect" presStyleLbl="bgShp" presStyleIdx="1" presStyleCnt="2"/>
      <dgm:spPr/>
    </dgm:pt>
    <dgm:pt modelId="{2E5AE852-5097-413A-84EB-0ADED0944D9A}" type="pres">
      <dgm:prSet presAssocID="{267EAF64-6FB8-4C31-B71C-756ACD49FE2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E5668DD9-5F2F-478E-B7A4-C5B3476A1E38}" type="pres">
      <dgm:prSet presAssocID="{267EAF64-6FB8-4C31-B71C-756ACD49FE23}" presName="spaceRect" presStyleCnt="0"/>
      <dgm:spPr/>
    </dgm:pt>
    <dgm:pt modelId="{E3F92D6C-C45F-4FB1-98DE-11D470F38BE3}" type="pres">
      <dgm:prSet presAssocID="{267EAF64-6FB8-4C31-B71C-756ACD49FE2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0F98618-312D-4615-B912-B406828F0F5C}" srcId="{4A9E8945-5CA9-411C-B5D9-8B7C126643B6}" destId="{7E56A5F6-E8E3-4E08-AF07-2896FD909119}" srcOrd="0" destOrd="0" parTransId="{1F922963-B8F2-464A-9596-3A241ABC02C6}" sibTransId="{D94EDA29-87E9-44FE-B1D4-4FF59A0258CB}"/>
    <dgm:cxn modelId="{2E835519-ABC8-40E8-8C4C-5214DB81866D}" srcId="{4A9E8945-5CA9-411C-B5D9-8B7C126643B6}" destId="{267EAF64-6FB8-4C31-B71C-756ACD49FE23}" srcOrd="1" destOrd="0" parTransId="{1F05E7B9-4925-41E2-BC9C-03CF025DC11F}" sibTransId="{057CF6FD-41F9-45AE-B8A2-AEF3E4E33CF2}"/>
    <dgm:cxn modelId="{8CBD7C9D-B52D-4105-9A6E-09274BFC5A0C}" type="presOf" srcId="{267EAF64-6FB8-4C31-B71C-756ACD49FE23}" destId="{E3F92D6C-C45F-4FB1-98DE-11D470F38BE3}" srcOrd="0" destOrd="0" presId="urn:microsoft.com/office/officeart/2018/2/layout/IconVerticalSolidList"/>
    <dgm:cxn modelId="{C86EA1B6-A947-45DA-991A-CBEC8A5EDCBF}" type="presOf" srcId="{7E56A5F6-E8E3-4E08-AF07-2896FD909119}" destId="{0229D8AA-C107-4039-A659-932911263AA8}" srcOrd="0" destOrd="0" presId="urn:microsoft.com/office/officeart/2018/2/layout/IconVerticalSolidList"/>
    <dgm:cxn modelId="{1F1D13BA-4A68-454D-8471-9880977FD22A}" type="presOf" srcId="{4A9E8945-5CA9-411C-B5D9-8B7C126643B6}" destId="{CCFE10B4-3049-4C9F-BBE5-99EDF79E6FD8}" srcOrd="0" destOrd="0" presId="urn:microsoft.com/office/officeart/2018/2/layout/IconVerticalSolidList"/>
    <dgm:cxn modelId="{666471C3-A8A7-4E2D-BE8C-73350ECA8354}" type="presParOf" srcId="{CCFE10B4-3049-4C9F-BBE5-99EDF79E6FD8}" destId="{1048DF52-E16A-4A99-9D9A-0EA86D2A04A5}" srcOrd="0" destOrd="0" presId="urn:microsoft.com/office/officeart/2018/2/layout/IconVerticalSolidList"/>
    <dgm:cxn modelId="{5E47A957-6319-4ACD-AD88-ADF774C98ECB}" type="presParOf" srcId="{1048DF52-E16A-4A99-9D9A-0EA86D2A04A5}" destId="{760FF910-6B98-45A9-B590-61C776FF2131}" srcOrd="0" destOrd="0" presId="urn:microsoft.com/office/officeart/2018/2/layout/IconVerticalSolidList"/>
    <dgm:cxn modelId="{C3DFC25D-2649-449E-A54A-A96B8580F28F}" type="presParOf" srcId="{1048DF52-E16A-4A99-9D9A-0EA86D2A04A5}" destId="{0D40A81A-EB0F-459B-A7CF-36660C896268}" srcOrd="1" destOrd="0" presId="urn:microsoft.com/office/officeart/2018/2/layout/IconVerticalSolidList"/>
    <dgm:cxn modelId="{8B79655C-2A8E-4261-92C6-FB7DA14510F3}" type="presParOf" srcId="{1048DF52-E16A-4A99-9D9A-0EA86D2A04A5}" destId="{C860BF3C-2EF7-4B5C-A643-6D4CDF8B4A7E}" srcOrd="2" destOrd="0" presId="urn:microsoft.com/office/officeart/2018/2/layout/IconVerticalSolidList"/>
    <dgm:cxn modelId="{0B48C0B5-51C0-42E8-9BC1-CCA10B4B7C5E}" type="presParOf" srcId="{1048DF52-E16A-4A99-9D9A-0EA86D2A04A5}" destId="{0229D8AA-C107-4039-A659-932911263AA8}" srcOrd="3" destOrd="0" presId="urn:microsoft.com/office/officeart/2018/2/layout/IconVerticalSolidList"/>
    <dgm:cxn modelId="{12E1CBE0-F568-4AA5-B7C6-327C6E575A15}" type="presParOf" srcId="{CCFE10B4-3049-4C9F-BBE5-99EDF79E6FD8}" destId="{04BC4EC7-8448-4547-9277-044DD5B22EF0}" srcOrd="1" destOrd="0" presId="urn:microsoft.com/office/officeart/2018/2/layout/IconVerticalSolidList"/>
    <dgm:cxn modelId="{B0553285-06C1-4F20-9D7E-E97C888D1DBE}" type="presParOf" srcId="{CCFE10B4-3049-4C9F-BBE5-99EDF79E6FD8}" destId="{0DF331EF-B0D3-4F1B-A06E-47FDA7F10E16}" srcOrd="2" destOrd="0" presId="urn:microsoft.com/office/officeart/2018/2/layout/IconVerticalSolidList"/>
    <dgm:cxn modelId="{3E52E8A0-FC6C-4955-957A-055C1F55492E}" type="presParOf" srcId="{0DF331EF-B0D3-4F1B-A06E-47FDA7F10E16}" destId="{39AA4D80-D409-464E-8088-AC82DB7B96BA}" srcOrd="0" destOrd="0" presId="urn:microsoft.com/office/officeart/2018/2/layout/IconVerticalSolidList"/>
    <dgm:cxn modelId="{A01F527F-A7D7-44FB-B9C7-C68CB05F82BF}" type="presParOf" srcId="{0DF331EF-B0D3-4F1B-A06E-47FDA7F10E16}" destId="{2E5AE852-5097-413A-84EB-0ADED0944D9A}" srcOrd="1" destOrd="0" presId="urn:microsoft.com/office/officeart/2018/2/layout/IconVerticalSolidList"/>
    <dgm:cxn modelId="{07DC1003-A71A-4D67-B8D5-CBD467F16430}" type="presParOf" srcId="{0DF331EF-B0D3-4F1B-A06E-47FDA7F10E16}" destId="{E5668DD9-5F2F-478E-B7A4-C5B3476A1E38}" srcOrd="2" destOrd="0" presId="urn:microsoft.com/office/officeart/2018/2/layout/IconVerticalSolidList"/>
    <dgm:cxn modelId="{3076549F-DE61-4D81-BB5E-A52143455FC9}" type="presParOf" srcId="{0DF331EF-B0D3-4F1B-A06E-47FDA7F10E16}" destId="{E3F92D6C-C45F-4FB1-98DE-11D470F38B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18B887-5170-46A4-B17D-5A4745E81DAF}">
      <dsp:nvSpPr>
        <dsp:cNvPr id="0" name=""/>
        <dsp:cNvSpPr/>
      </dsp:nvSpPr>
      <dsp:spPr>
        <a:xfrm>
          <a:off x="1396048" y="59332"/>
          <a:ext cx="5622710" cy="95254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096" tIns="281292" rIns="109096" bIns="28129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Review Last Week lesson</a:t>
          </a:r>
        </a:p>
      </dsp:txBody>
      <dsp:txXfrm>
        <a:off x="1396048" y="59332"/>
        <a:ext cx="5622710" cy="952548"/>
      </dsp:txXfrm>
    </dsp:sp>
    <dsp:sp modelId="{C15399DA-1A1C-402F-AAAE-10610D357FFA}">
      <dsp:nvSpPr>
        <dsp:cNvPr id="0" name=""/>
        <dsp:cNvSpPr/>
      </dsp:nvSpPr>
      <dsp:spPr>
        <a:xfrm>
          <a:off x="0" y="2968"/>
          <a:ext cx="1405677" cy="11074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84" tIns="109391" rIns="74384" bIns="10939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Intro</a:t>
          </a:r>
        </a:p>
      </dsp:txBody>
      <dsp:txXfrm>
        <a:off x="0" y="2968"/>
        <a:ext cx="1405677" cy="1107447"/>
      </dsp:txXfrm>
    </dsp:sp>
    <dsp:sp modelId="{9CECE7FD-132D-493E-8375-4338C0C74A79}">
      <dsp:nvSpPr>
        <dsp:cNvPr id="0" name=""/>
        <dsp:cNvSpPr/>
      </dsp:nvSpPr>
      <dsp:spPr>
        <a:xfrm>
          <a:off x="1405677" y="1193258"/>
          <a:ext cx="5622710" cy="107465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096" tIns="281292" rIns="109096" bIns="281292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Data Types &amp; Structure 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- Data Distribution (univariate)</a:t>
          </a:r>
        </a:p>
      </dsp:txBody>
      <dsp:txXfrm>
        <a:off x="1405677" y="1193258"/>
        <a:ext cx="5622710" cy="1074655"/>
      </dsp:txXfrm>
    </dsp:sp>
    <dsp:sp modelId="{7D00897C-45E1-4E27-B424-E65F06B9787B}">
      <dsp:nvSpPr>
        <dsp:cNvPr id="0" name=""/>
        <dsp:cNvSpPr/>
      </dsp:nvSpPr>
      <dsp:spPr>
        <a:xfrm>
          <a:off x="0" y="1177405"/>
          <a:ext cx="1405677" cy="11074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84" tIns="109391" rIns="74384" bIns="10939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Topics</a:t>
          </a:r>
        </a:p>
      </dsp:txBody>
      <dsp:txXfrm>
        <a:off x="0" y="1177405"/>
        <a:ext cx="1405677" cy="1107447"/>
      </dsp:txXfrm>
    </dsp:sp>
    <dsp:sp modelId="{FC4630A1-1DDF-4B25-A7BD-8BE2CAF0E4E4}">
      <dsp:nvSpPr>
        <dsp:cNvPr id="0" name=""/>
        <dsp:cNvSpPr/>
      </dsp:nvSpPr>
      <dsp:spPr>
        <a:xfrm>
          <a:off x="1405677" y="2357484"/>
          <a:ext cx="5622710" cy="109399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096" tIns="281292" rIns="109096" bIns="28129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Practices on Box plot and histogram</a:t>
          </a:r>
        </a:p>
      </dsp:txBody>
      <dsp:txXfrm>
        <a:off x="1405677" y="2357484"/>
        <a:ext cx="5622710" cy="1093991"/>
      </dsp:txXfrm>
    </dsp:sp>
    <dsp:sp modelId="{27039C6E-4A63-416C-9FF4-8EB6379162F9}">
      <dsp:nvSpPr>
        <dsp:cNvPr id="0" name=""/>
        <dsp:cNvSpPr/>
      </dsp:nvSpPr>
      <dsp:spPr>
        <a:xfrm>
          <a:off x="0" y="2350757"/>
          <a:ext cx="1405677" cy="11074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84" tIns="109391" rIns="74384" bIns="10939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Do</a:t>
          </a:r>
        </a:p>
      </dsp:txBody>
      <dsp:txXfrm>
        <a:off x="0" y="2350757"/>
        <a:ext cx="1405677" cy="1107447"/>
      </dsp:txXfrm>
    </dsp:sp>
    <dsp:sp modelId="{B0A144DE-7A94-4A9A-BAFF-D71926A809AD}">
      <dsp:nvSpPr>
        <dsp:cNvPr id="0" name=""/>
        <dsp:cNvSpPr/>
      </dsp:nvSpPr>
      <dsp:spPr>
        <a:xfrm>
          <a:off x="1405677" y="3524651"/>
          <a:ext cx="5622710" cy="110744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096" tIns="281292" rIns="109096" bIns="28129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Introduction to TABLEAU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Submit Exercise 9 and 10</a:t>
          </a:r>
        </a:p>
      </dsp:txBody>
      <dsp:txXfrm>
        <a:off x="1405677" y="3524651"/>
        <a:ext cx="5622710" cy="1107447"/>
      </dsp:txXfrm>
    </dsp:sp>
    <dsp:sp modelId="{9AF3B017-2CE8-402C-8DA1-86A17728E581}">
      <dsp:nvSpPr>
        <dsp:cNvPr id="0" name=""/>
        <dsp:cNvSpPr/>
      </dsp:nvSpPr>
      <dsp:spPr>
        <a:xfrm>
          <a:off x="0" y="3524651"/>
          <a:ext cx="1405677" cy="11074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384" tIns="109391" rIns="74384" bIns="10939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Hands-on</a:t>
          </a:r>
          <a:endParaRPr lang="en-US" sz="1800" kern="1200" dirty="0"/>
        </a:p>
      </dsp:txBody>
      <dsp:txXfrm>
        <a:off x="0" y="3524651"/>
        <a:ext cx="1405677" cy="1107447"/>
      </dsp:txXfrm>
    </dsp:sp>
    <dsp:sp modelId="{AD4EE8B3-D4DA-4D2E-8F6F-672BE4FE8DBB}">
      <dsp:nvSpPr>
        <dsp:cNvPr id="0" name=""/>
        <dsp:cNvSpPr/>
      </dsp:nvSpPr>
      <dsp:spPr>
        <a:xfrm>
          <a:off x="2715409" y="4698545"/>
          <a:ext cx="4310378" cy="112895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633" tIns="281292" rIns="83633" bIns="281292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Week 2 &gt; Learning Material</a:t>
          </a:r>
        </a:p>
      </dsp:txBody>
      <dsp:txXfrm>
        <a:off x="2715409" y="4698545"/>
        <a:ext cx="4310378" cy="1128953"/>
      </dsp:txXfrm>
    </dsp:sp>
    <dsp:sp modelId="{33330615-B5C7-4954-AA71-C0854A17CC56}">
      <dsp:nvSpPr>
        <dsp:cNvPr id="0" name=""/>
        <dsp:cNvSpPr/>
      </dsp:nvSpPr>
      <dsp:spPr>
        <a:xfrm>
          <a:off x="0" y="4709298"/>
          <a:ext cx="2715409" cy="110744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023" tIns="109391" rIns="57023" bIns="109391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Self-reading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/Self-assessment</a:t>
          </a:r>
        </a:p>
      </dsp:txBody>
      <dsp:txXfrm>
        <a:off x="0" y="4709298"/>
        <a:ext cx="2715409" cy="11074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0FF910-6B98-45A9-B590-61C776FF2131}">
      <dsp:nvSpPr>
        <dsp:cNvPr id="0" name=""/>
        <dsp:cNvSpPr/>
      </dsp:nvSpPr>
      <dsp:spPr>
        <a:xfrm>
          <a:off x="0" y="545608"/>
          <a:ext cx="9835087" cy="100727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0A81A-EB0F-459B-A7CF-36660C896268}">
      <dsp:nvSpPr>
        <dsp:cNvPr id="0" name=""/>
        <dsp:cNvSpPr/>
      </dsp:nvSpPr>
      <dsp:spPr>
        <a:xfrm>
          <a:off x="304701" y="772245"/>
          <a:ext cx="554002" cy="5540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9D8AA-C107-4039-A659-932911263AA8}">
      <dsp:nvSpPr>
        <dsp:cNvPr id="0" name=""/>
        <dsp:cNvSpPr/>
      </dsp:nvSpPr>
      <dsp:spPr>
        <a:xfrm>
          <a:off x="1163404" y="545608"/>
          <a:ext cx="8671682" cy="1007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03" tIns="106603" rIns="106603" bIns="10660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</a:rPr>
            <a:t>Data Type</a:t>
          </a:r>
        </a:p>
      </dsp:txBody>
      <dsp:txXfrm>
        <a:off x="1163404" y="545608"/>
        <a:ext cx="8671682" cy="1007276"/>
      </dsp:txXfrm>
    </dsp:sp>
    <dsp:sp modelId="{39AA4D80-D409-464E-8088-AC82DB7B96BA}">
      <dsp:nvSpPr>
        <dsp:cNvPr id="0" name=""/>
        <dsp:cNvSpPr/>
      </dsp:nvSpPr>
      <dsp:spPr>
        <a:xfrm>
          <a:off x="0" y="1804703"/>
          <a:ext cx="9835087" cy="100727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AE852-5097-413A-84EB-0ADED0944D9A}">
      <dsp:nvSpPr>
        <dsp:cNvPr id="0" name=""/>
        <dsp:cNvSpPr/>
      </dsp:nvSpPr>
      <dsp:spPr>
        <a:xfrm>
          <a:off x="304701" y="2031340"/>
          <a:ext cx="554002" cy="5540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92D6C-C45F-4FB1-98DE-11D470F38BE3}">
      <dsp:nvSpPr>
        <dsp:cNvPr id="0" name=""/>
        <dsp:cNvSpPr/>
      </dsp:nvSpPr>
      <dsp:spPr>
        <a:xfrm>
          <a:off x="1163404" y="1804703"/>
          <a:ext cx="8671682" cy="1007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03" tIns="106603" rIns="106603" bIns="10660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chemeClr val="bg1"/>
              </a:solidFill>
            </a:rPr>
            <a:t>Data Structure</a:t>
          </a:r>
        </a:p>
      </dsp:txBody>
      <dsp:txXfrm>
        <a:off x="1163404" y="1804703"/>
        <a:ext cx="8671682" cy="1007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3965D-A5D6-4CDC-BB70-2615CADA9A21}" type="datetimeFigureOut">
              <a:rPr lang="en-SG" smtClean="0"/>
              <a:t>8/5/2025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6C809-6529-4177-9FE8-9B266A549EE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095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Give an overview of our lesson plan.</a:t>
            </a:r>
          </a:p>
          <a:p>
            <a:endParaRPr lang="en-SG" dirty="0"/>
          </a:p>
          <a:p>
            <a:r>
              <a:rPr lang="en-SG" dirty="0"/>
              <a:t>Check on Self-assessment 1, how did the class perform.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FD3E9-49D3-4849-9302-40B34687582F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79768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Check with the class for clarification</a:t>
            </a:r>
          </a:p>
          <a:p>
            <a:r>
              <a:rPr lang="en-SG" dirty="0"/>
              <a:t>Check that all has attempted the eLearning material.</a:t>
            </a:r>
          </a:p>
          <a:p>
            <a:r>
              <a:rPr lang="en-SG" dirty="0"/>
              <a:t>Remind students to read through the Learning Material (refer to LMS)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01854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400800" cy="36020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First 30 minutes, we will cover how data is presented.</a:t>
            </a:r>
          </a:p>
        </p:txBody>
      </p:sp>
    </p:spTree>
    <p:extLst>
      <p:ext uri="{BB962C8B-B14F-4D97-AF65-F5344CB8AC3E}">
        <p14:creationId xmlns:p14="http://schemas.microsoft.com/office/powerpoint/2010/main" val="1111047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Download the CO2_data_jan.xlsx  file.</a:t>
            </a:r>
          </a:p>
          <a:p>
            <a:r>
              <a:rPr lang="en-US" dirty="0"/>
              <a:t>Open in Excel.</a:t>
            </a:r>
          </a:p>
          <a:p>
            <a:endParaRPr lang="en-US" dirty="0"/>
          </a:p>
          <a:p>
            <a:r>
              <a:rPr lang="en-US" dirty="0"/>
              <a:t>This file contains data. They are arranged in rows and columns.</a:t>
            </a:r>
          </a:p>
          <a:p>
            <a:r>
              <a:rPr lang="en-US" dirty="0"/>
              <a:t>Why?</a:t>
            </a:r>
          </a:p>
          <a:p>
            <a:endParaRPr lang="en-US" dirty="0"/>
          </a:p>
          <a:p>
            <a:r>
              <a:rPr lang="en-US" dirty="0"/>
              <a:t>Notice the rows shows data collected on particular hour of the day.</a:t>
            </a:r>
          </a:p>
          <a:p>
            <a:r>
              <a:rPr lang="en-US" dirty="0"/>
              <a:t>How many rows are there? 97 rows.</a:t>
            </a:r>
          </a:p>
          <a:p>
            <a:endParaRPr lang="en-US" dirty="0"/>
          </a:p>
          <a:p>
            <a:r>
              <a:rPr lang="en-US" dirty="0"/>
              <a:t>Each row, 3 measurements were collected. What are they?</a:t>
            </a:r>
          </a:p>
          <a:p>
            <a:r>
              <a:rPr lang="en-US" dirty="0"/>
              <a:t>CO2 level, Temperature and relative humidity</a:t>
            </a:r>
          </a:p>
          <a:p>
            <a:r>
              <a:rPr lang="en-US" dirty="0"/>
              <a:t>These 3 variables are in columns.</a:t>
            </a:r>
          </a:p>
          <a:p>
            <a:endParaRPr lang="en-US" dirty="0"/>
          </a:p>
          <a:p>
            <a:r>
              <a:rPr lang="en-US" dirty="0"/>
              <a:t>The column </a:t>
            </a:r>
            <a:r>
              <a:rPr lang="en-US" dirty="0" err="1"/>
              <a:t>Date&amp;Time</a:t>
            </a:r>
            <a:r>
              <a:rPr lang="en-US" dirty="0"/>
              <a:t> is not a measured value, but arranged in sequence of time.</a:t>
            </a:r>
          </a:p>
          <a:p>
            <a:r>
              <a:rPr lang="en-US" dirty="0" err="1"/>
              <a:t>Date&amp;Time</a:t>
            </a:r>
            <a:r>
              <a:rPr lang="en-US" dirty="0"/>
              <a:t> is a special variable.</a:t>
            </a:r>
          </a:p>
          <a:p>
            <a:endParaRPr lang="en-US" dirty="0"/>
          </a:p>
          <a:p>
            <a:r>
              <a:rPr lang="en-US" dirty="0"/>
              <a:t> By arranging in rows and columns, it is easier for computer program to access the data and perform computation.</a:t>
            </a:r>
          </a:p>
          <a:p>
            <a:r>
              <a:rPr lang="en-US" dirty="0"/>
              <a:t>For example, to compute the average CO2 measured, we can sum up all the values of CO2 in one column, and divide by number of rows.</a:t>
            </a:r>
          </a:p>
          <a:p>
            <a:endParaRPr lang="en-US" dirty="0"/>
          </a:p>
          <a:p>
            <a:r>
              <a:rPr lang="en-US" dirty="0"/>
              <a:t>The rows are observations.  Total number of rows is the sample size.</a:t>
            </a:r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01225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F563-0135-4A6F-D3C8-EC25DB3F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CA793-2D94-3ACB-45AF-0708EF290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B6608-AA0E-51B4-C010-5D611B6C7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Download the CO2_data_jan.xlsx  file.</a:t>
            </a:r>
          </a:p>
          <a:p>
            <a:r>
              <a:rPr lang="en-US" dirty="0"/>
              <a:t>Open in Excel.</a:t>
            </a:r>
          </a:p>
          <a:p>
            <a:endParaRPr lang="en-US" dirty="0"/>
          </a:p>
          <a:p>
            <a:r>
              <a:rPr lang="en-US" dirty="0"/>
              <a:t> By arranging in rows and columns, it is easier for computer program to access the data and perform computation.</a:t>
            </a:r>
          </a:p>
          <a:p>
            <a:r>
              <a:rPr lang="en-US" dirty="0"/>
              <a:t>For example, to compute the average CO2 measured, we can sum up all the values of CO2 in one column, and divide by number of rows.</a:t>
            </a:r>
          </a:p>
          <a:p>
            <a:endParaRPr lang="en-US" dirty="0"/>
          </a:p>
          <a:p>
            <a:r>
              <a:rPr lang="en-US" dirty="0"/>
              <a:t>The rows are observations.  Total number of rows is the sample size.</a:t>
            </a:r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2F8BD9-6EF0-2617-3F34-9D6BD4578E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061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8F834-63D4-C1B4-0AAD-65072B92D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56BB9-67D1-B55B-E1EA-06CC88198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79F76-9B4A-3E8B-DD0F-B1B1F1444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is obvious.</a:t>
            </a:r>
          </a:p>
          <a:p>
            <a:r>
              <a:rPr lang="en-US" dirty="0"/>
              <a:t>Columns?</a:t>
            </a:r>
          </a:p>
          <a:p>
            <a:r>
              <a:rPr lang="en-US" dirty="0"/>
              <a:t>It is separated by “comma”.</a:t>
            </a:r>
          </a:p>
          <a:p>
            <a:r>
              <a:rPr lang="en-US" dirty="0"/>
              <a:t>In some CSV file, the columns are separated by semi-colon (;), and some is just “space” or “tab”.</a:t>
            </a:r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22F25-1E3B-21E8-8BF0-17F7A6A3F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44555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53825-5BE2-3F7E-4591-1BB87F6B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49758-0BFE-42EA-3363-FA8C69192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253C4-DF55-5267-1969-AD8701903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common file type is CSV.</a:t>
            </a:r>
          </a:p>
          <a:p>
            <a:endParaRPr lang="en-US" dirty="0"/>
          </a:p>
          <a:p>
            <a:r>
              <a:rPr lang="en-US" dirty="0"/>
              <a:t>CSV file can be opened in Excel.</a:t>
            </a:r>
          </a:p>
          <a:p>
            <a:r>
              <a:rPr lang="en-US" dirty="0"/>
              <a:t>Actually Excel program convert the format to rows and columns.</a:t>
            </a:r>
          </a:p>
          <a:p>
            <a:endParaRPr lang="en-US" dirty="0"/>
          </a:p>
          <a:p>
            <a:r>
              <a:rPr lang="en-US" dirty="0"/>
              <a:t>CSV is just a normal text file.  It can be opened by WORD or notepad.</a:t>
            </a:r>
          </a:p>
          <a:p>
            <a:r>
              <a:rPr lang="en-US" dirty="0"/>
              <a:t>Data collected from sensors are saved in CSV format.</a:t>
            </a:r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CF05-E2B9-2216-8088-A2C5EAE69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9928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using KNIME program.</a:t>
            </a:r>
          </a:p>
          <a:p>
            <a:r>
              <a:rPr lang="en-US" dirty="0"/>
              <a:t>The delimiter was specified as “;”, resulted in no columns created.</a:t>
            </a:r>
          </a:p>
          <a:p>
            <a:endParaRPr lang="en-US" dirty="0"/>
          </a:p>
          <a:p>
            <a:r>
              <a:rPr lang="en-US" dirty="0"/>
              <a:t>But, you may not encounter such problem now, as the software has included a “Autodetect format” function.</a:t>
            </a:r>
          </a:p>
          <a:p>
            <a:r>
              <a:rPr lang="en-US" dirty="0"/>
              <a:t>Click on it, and the data will be split correctly.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5963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91D9-1753-CEF5-90B6-F5E6034C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8BC5A-A103-54FA-4627-DE12BEA5E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6DD00-BB19-8681-A68C-D746258A4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file is another data format.</a:t>
            </a:r>
          </a:p>
          <a:p>
            <a:r>
              <a:rPr lang="en-US" dirty="0"/>
              <a:t>The structure is not in row and columns.</a:t>
            </a:r>
          </a:p>
          <a:p>
            <a:r>
              <a:rPr lang="en-US" dirty="0"/>
              <a:t>For this course, we will handle data from CSV or EXCEL.</a:t>
            </a:r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D226C-30E2-C96C-142C-664F7EF5D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7868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CD97-F45D-E5B5-B2E9-BC4865CD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903A4-9C48-4499-9906-264FA6DFD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A38BD-DAAC-44DE-C85C-8A61B2A6A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Tidy Table has rows representing each observation (a student, an object, per hour, per minute 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This example, each row represent a time.</a:t>
            </a:r>
          </a:p>
          <a:p>
            <a:r>
              <a:rPr lang="en-US" dirty="0"/>
              <a:t>Every hour, 3 measurements were taken: CO2 level, Temperature reading, Relative Humidity</a:t>
            </a:r>
          </a:p>
          <a:p>
            <a:r>
              <a:rPr lang="en-US" dirty="0"/>
              <a:t>Each column represent one variable (except the Index and </a:t>
            </a:r>
            <a:r>
              <a:rPr lang="en-US" dirty="0" err="1"/>
              <a:t>date&amp;time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9738F-8BD1-C347-986C-0FD1F563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51588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34517-A616-7418-7E87-BA00D7E63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09903-05E9-7CD0-8E42-A221F0872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2F56A-466C-E354-6355-4CC4C56CB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file is not a tidy table,</a:t>
            </a:r>
          </a:p>
          <a:p>
            <a:r>
              <a:rPr lang="en-US" dirty="0"/>
              <a:t>The rows are not observations.</a:t>
            </a:r>
          </a:p>
          <a:p>
            <a:r>
              <a:rPr lang="en-US" dirty="0"/>
              <a:t>The rows are variables.</a:t>
            </a:r>
          </a:p>
          <a:p>
            <a:r>
              <a:rPr lang="en-US" dirty="0"/>
              <a:t>The columns are observations by year.</a:t>
            </a:r>
          </a:p>
          <a:p>
            <a:r>
              <a:rPr lang="en-US" dirty="0"/>
              <a:t>How can we convert to a tidy Table that we know?</a:t>
            </a:r>
          </a:p>
          <a:p>
            <a:endParaRPr lang="en-US" dirty="0"/>
          </a:p>
          <a:p>
            <a:r>
              <a:rPr lang="en-US" dirty="0"/>
              <a:t>The table will need to be transpose. Columns becomes rows and rows becomes columns.</a:t>
            </a:r>
          </a:p>
          <a:p>
            <a:r>
              <a:rPr lang="en-US" dirty="0"/>
              <a:t>For such number of data, we will need program to transpose.</a:t>
            </a:r>
          </a:p>
          <a:p>
            <a:endParaRPr lang="en-US" dirty="0"/>
          </a:p>
          <a:p>
            <a:r>
              <a:rPr lang="en-US" dirty="0"/>
              <a:t>We will not do any transpose now.  Just keep this in mind.</a:t>
            </a:r>
          </a:p>
          <a:p>
            <a:r>
              <a:rPr lang="en-US" dirty="0"/>
              <a:t>When you learn about KNIME, you can use it to transpose quickly.</a:t>
            </a:r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66730-4A5B-382C-DF46-77E850D68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2216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5412E-C39E-2795-AC63-F634E39D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A68C3-A643-B107-265B-29553E46F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1E6F4-DDA4-C292-CB26-46AD71E70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format, CSV or JSON has some structure in organizing the data.</a:t>
            </a:r>
          </a:p>
          <a:p>
            <a:endParaRPr lang="en-US" dirty="0"/>
          </a:p>
          <a:p>
            <a:r>
              <a:rPr lang="en-US" dirty="0"/>
              <a:t>There are data that is un-structured.</a:t>
            </a:r>
          </a:p>
          <a:p>
            <a:r>
              <a:rPr lang="en-US" dirty="0"/>
              <a:t>Example, text document, and multimedia files.</a:t>
            </a:r>
          </a:p>
          <a:p>
            <a:endParaRPr lang="en-US" dirty="0"/>
          </a:p>
          <a:p>
            <a:r>
              <a:rPr lang="en-US" dirty="0"/>
              <a:t>In this subject, we will not handle such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64B30-783D-CADD-A415-157AF69F4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494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look at the variables.  They are the columns.</a:t>
            </a:r>
          </a:p>
          <a:p>
            <a:endParaRPr lang="en-US" dirty="0"/>
          </a:p>
          <a:p>
            <a:r>
              <a:rPr lang="en-US" dirty="0"/>
              <a:t>We learned there is this special variable for </a:t>
            </a:r>
            <a:r>
              <a:rPr lang="en-US" dirty="0" err="1"/>
              <a:t>date&amp;time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CO2, temperature and relative humidity are numerical. They are decimal values. </a:t>
            </a:r>
          </a:p>
          <a:p>
            <a:r>
              <a:rPr lang="en-US" dirty="0"/>
              <a:t>The values are continuous not discrete.</a:t>
            </a:r>
          </a:p>
          <a:p>
            <a:endParaRPr lang="en-SG" dirty="0"/>
          </a:p>
          <a:p>
            <a:r>
              <a:rPr lang="en-SG" dirty="0"/>
              <a:t>What are categorical variable?</a:t>
            </a:r>
          </a:p>
          <a:p>
            <a:r>
              <a:rPr lang="en-SG" dirty="0"/>
              <a:t>Name, country, education level</a:t>
            </a:r>
          </a:p>
          <a:p>
            <a:endParaRPr lang="en-SG" dirty="0"/>
          </a:p>
          <a:p>
            <a:r>
              <a:rPr lang="en-SG" dirty="0"/>
              <a:t>What about telephone number and Matriculation number?</a:t>
            </a:r>
          </a:p>
          <a:p>
            <a:r>
              <a:rPr lang="en-SG" dirty="0"/>
              <a:t>Ae they numerical?</a:t>
            </a:r>
          </a:p>
          <a:p>
            <a:r>
              <a:rPr lang="en-SG" dirty="0"/>
              <a:t>They are not consider numerical in data analytics.</a:t>
            </a:r>
          </a:p>
          <a:p>
            <a:r>
              <a:rPr lang="en-SG" dirty="0"/>
              <a:t>There is no meaning in computing the average phone number or ID number.</a:t>
            </a:r>
          </a:p>
          <a:p>
            <a:endParaRPr lang="en-SG" dirty="0"/>
          </a:p>
          <a:p>
            <a:r>
              <a:rPr lang="en-SG" dirty="0"/>
              <a:t>What is Nominal and Ordinal?</a:t>
            </a:r>
          </a:p>
          <a:p>
            <a:r>
              <a:rPr lang="en-SG" dirty="0"/>
              <a:t>Nominal refers to names.  There is no level.</a:t>
            </a:r>
          </a:p>
          <a:p>
            <a:endParaRPr lang="en-SG" dirty="0"/>
          </a:p>
          <a:p>
            <a:r>
              <a:rPr lang="en-SG" dirty="0"/>
              <a:t>Ordinal refers to levels, example Freshmen, Junior and Senior.</a:t>
            </a:r>
          </a:p>
          <a:p>
            <a:r>
              <a:rPr lang="en-SG" dirty="0"/>
              <a:t>Another example of Ordinal: Primary, Secondary, Polytechnic, University</a:t>
            </a:r>
          </a:p>
          <a:p>
            <a:r>
              <a:rPr lang="en-SG" dirty="0"/>
              <a:t>These items have some kind of “order”.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2146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data type for each variable.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id a useful variable?  It is categorical and unique.  Is more for identification than analysis.</a:t>
            </a:r>
          </a:p>
          <a:p>
            <a:endParaRPr lang="en-US" dirty="0"/>
          </a:p>
          <a:p>
            <a:r>
              <a:rPr lang="en-US" dirty="0"/>
              <a:t>Gender: Categorical/Nominal</a:t>
            </a:r>
          </a:p>
          <a:p>
            <a:r>
              <a:rPr lang="en-US" dirty="0"/>
              <a:t>Customer type: Categorical/Nominal</a:t>
            </a:r>
          </a:p>
          <a:p>
            <a:r>
              <a:rPr lang="en-US" dirty="0"/>
              <a:t>Age: numerical/discrete</a:t>
            </a:r>
          </a:p>
          <a:p>
            <a:r>
              <a:rPr lang="en-US" dirty="0"/>
              <a:t>Type of travel: Categorical/Nomina;</a:t>
            </a:r>
          </a:p>
          <a:p>
            <a:r>
              <a:rPr lang="en-US" dirty="0"/>
              <a:t>Class: Categorical/Ordinal</a:t>
            </a:r>
          </a:p>
          <a:p>
            <a:endParaRPr lang="en-US" dirty="0"/>
          </a:p>
          <a:p>
            <a:r>
              <a:rPr lang="en-US" dirty="0"/>
              <a:t>Which variable can we summarized using Mean and Median?</a:t>
            </a:r>
          </a:p>
          <a:p>
            <a:r>
              <a:rPr lang="en-US" dirty="0"/>
              <a:t>Ans: Age.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7846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Statistical method is performed on numerical data type.</a:t>
            </a:r>
          </a:p>
          <a:p>
            <a:endParaRPr lang="en-US" dirty="0"/>
          </a:p>
          <a:p>
            <a:r>
              <a:rPr lang="en-US" dirty="0"/>
              <a:t>For categorical data type, we shows probability.  </a:t>
            </a:r>
          </a:p>
          <a:p>
            <a:r>
              <a:rPr lang="en-SG" dirty="0"/>
              <a:t>We will cover analysis of categorical in Week 4 and 5. </a:t>
            </a:r>
          </a:p>
          <a:p>
            <a:endParaRPr lang="en-SG" dirty="0"/>
          </a:p>
          <a:p>
            <a:r>
              <a:rPr lang="en-SG" dirty="0"/>
              <a:t>Today we will continue to describe numerical data using statistics.</a:t>
            </a:r>
          </a:p>
          <a:p>
            <a:r>
              <a:rPr lang="en-SG" dirty="0"/>
              <a:t>But in graphical form, called box plot and histogram.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711303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Ancomsbe</a:t>
            </a:r>
            <a:r>
              <a:rPr lang="en-US" dirty="0"/>
              <a:t> illustrate the scatter plot of 2 variables that have the same statistics, but visually different</a:t>
            </a:r>
          </a:p>
          <a:p>
            <a:r>
              <a:rPr lang="en-US" dirty="0" err="1"/>
              <a:t>Visualisation</a:t>
            </a:r>
            <a:r>
              <a:rPr lang="en-US" dirty="0"/>
              <a:t> provide a better insight than just statistics. </a:t>
            </a:r>
          </a:p>
          <a:p>
            <a:r>
              <a:rPr lang="en-US" dirty="0"/>
              <a:t>It shows how data behaves relatively.</a:t>
            </a:r>
          </a:p>
          <a:p>
            <a:endParaRPr lang="en-US" dirty="0"/>
          </a:p>
          <a:p>
            <a:r>
              <a:rPr lang="en-US" dirty="0"/>
              <a:t>Statistical provide some insights.</a:t>
            </a:r>
          </a:p>
          <a:p>
            <a:r>
              <a:rPr lang="en-US" dirty="0"/>
              <a:t>But visualization shows pattern and is easy to understand.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4571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We will learn Box Plot.</a:t>
            </a:r>
          </a:p>
          <a:p>
            <a:r>
              <a:rPr lang="en-SG" dirty="0"/>
              <a:t>This plot is related to the Median and IQR.</a:t>
            </a:r>
          </a:p>
          <a:p>
            <a:r>
              <a:rPr lang="en-SG" dirty="0"/>
              <a:t>Recall what is Median and IQR.</a:t>
            </a:r>
          </a:p>
          <a:p>
            <a:endParaRPr lang="en-SG" dirty="0"/>
          </a:p>
          <a:p>
            <a:r>
              <a:rPr lang="en-SG" dirty="0"/>
              <a:t>Recall what is Median, Quartile 1, and Quartile 3.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95258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 plot indicate 6 key values:</a:t>
            </a:r>
          </a:p>
          <a:p>
            <a:endParaRPr lang="en-US" dirty="0"/>
          </a:p>
          <a:p>
            <a:r>
              <a:rPr lang="en-US" dirty="0"/>
              <a:t>Min, Max</a:t>
            </a:r>
          </a:p>
          <a:p>
            <a:r>
              <a:rPr lang="en-US" dirty="0"/>
              <a:t>Median, Q1 and Q3</a:t>
            </a:r>
          </a:p>
          <a:p>
            <a:endParaRPr lang="en-US" dirty="0"/>
          </a:p>
          <a:p>
            <a:r>
              <a:rPr lang="en-US" dirty="0"/>
              <a:t>Length of the box indicate the IQR.</a:t>
            </a:r>
          </a:p>
          <a:p>
            <a:endParaRPr lang="en-US" dirty="0"/>
          </a:p>
          <a:p>
            <a:r>
              <a:rPr lang="en-US" dirty="0"/>
              <a:t>We will have lab exercises to sketch box plots.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294211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can have 5 </a:t>
            </a:r>
            <a:r>
              <a:rPr lang="en-US"/>
              <a:t>minutes break.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5232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Let the students try out.</a:t>
            </a:r>
          </a:p>
          <a:p>
            <a:r>
              <a:rPr lang="en-SG" dirty="0"/>
              <a:t>Draw on whiteboard. Or you </a:t>
            </a:r>
            <a:r>
              <a:rPr lang="en-SG" dirty="0" err="1"/>
              <a:t>classpoint</a:t>
            </a:r>
            <a:r>
              <a:rPr lang="en-SG" dirty="0"/>
              <a:t> whiteboard.</a:t>
            </a:r>
          </a:p>
          <a:p>
            <a:endParaRPr lang="en-SG" dirty="0"/>
          </a:p>
          <a:p>
            <a:r>
              <a:rPr lang="en-SG" dirty="0"/>
              <a:t>Explain each significant values on the plot.</a:t>
            </a:r>
          </a:p>
          <a:p>
            <a:r>
              <a:rPr lang="en-SG" dirty="0"/>
              <a:t>Notice that the Median is not necessary be in the middle of the box.</a:t>
            </a:r>
          </a:p>
          <a:p>
            <a:endParaRPr lang="en-SG" dirty="0"/>
          </a:p>
          <a:p>
            <a:r>
              <a:rPr lang="en-SG" dirty="0"/>
              <a:t>If the Median is nearer to the Upper Quartile, means the data below median has more variability. Wider Spread.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26577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Wider IQR can be observed with longer box.</a:t>
            </a:r>
          </a:p>
          <a:p>
            <a:r>
              <a:rPr lang="en-US" dirty="0"/>
              <a:t>Small box length, means smaller IQR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20286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students to attempt labelling this box plot.</a:t>
            </a:r>
          </a:p>
          <a:p>
            <a:endParaRPr lang="en-US" dirty="0"/>
          </a:p>
          <a:p>
            <a:r>
              <a:rPr lang="en-US" dirty="0"/>
              <a:t>This activity is also in lab sheet.</a:t>
            </a:r>
          </a:p>
          <a:p>
            <a:r>
              <a:rPr lang="en-US" dirty="0"/>
              <a:t>They can open the work sheet 2.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6034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00140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practice.</a:t>
            </a:r>
          </a:p>
          <a:p>
            <a:r>
              <a:rPr lang="en-US" dirty="0"/>
              <a:t>Get students to show you at least 3 correct answers.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44617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What if the values containing extremely high and low values?</a:t>
            </a:r>
          </a:p>
          <a:p>
            <a:r>
              <a:rPr lang="en-SG" dirty="0"/>
              <a:t>What values are consider extremely high or low?</a:t>
            </a:r>
          </a:p>
          <a:p>
            <a:r>
              <a:rPr lang="en-SG" dirty="0"/>
              <a:t>For box plot, if the value is higher than 3xIQR + Q3 or lower than Q1 - 3xIQR, are consider outliers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78714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How to calculate the threshold for upper whisker and lower whisker?</a:t>
            </a:r>
          </a:p>
          <a:p>
            <a:endParaRPr lang="en-SG" dirty="0"/>
          </a:p>
          <a:p>
            <a:r>
              <a:rPr lang="en-SG" dirty="0"/>
              <a:t>Note, this will be tested in online test.</a:t>
            </a:r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25895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29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545489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Before we start using any program, lets create a folder for this subject.</a:t>
            </a:r>
          </a:p>
          <a:p>
            <a:endParaRPr lang="en-SG" dirty="0"/>
          </a:p>
          <a:p>
            <a:r>
              <a:rPr lang="en-SG" dirty="0"/>
              <a:t>Students can download the ZIP data files to this folder.</a:t>
            </a:r>
          </a:p>
          <a:p>
            <a:r>
              <a:rPr lang="en-SG" dirty="0"/>
              <a:t>They are the data files for all lab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55691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Tutor will demonstrate how to create box plot for CO2.</a:t>
            </a:r>
          </a:p>
          <a:p>
            <a:endParaRPr lang="en-US" dirty="0"/>
          </a:p>
          <a:p>
            <a:r>
              <a:rPr lang="en-US" dirty="0"/>
              <a:t>Student can try create one for Temperature and interpret the result.</a:t>
            </a:r>
          </a:p>
          <a:p>
            <a:endParaRPr lang="en-US" dirty="0"/>
          </a:p>
          <a:p>
            <a:r>
              <a:rPr lang="en-US" dirty="0"/>
              <a:t>Refer to lab sheet for the steps.</a:t>
            </a:r>
          </a:p>
          <a:p>
            <a:r>
              <a:rPr lang="en-US" dirty="0"/>
              <a:t>Check that all students are able to create box plot.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23295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to CO2</a:t>
            </a:r>
          </a:p>
          <a:p>
            <a:endParaRPr lang="en-US" dirty="0"/>
          </a:p>
          <a:p>
            <a:r>
              <a:rPr lang="en-US" dirty="0"/>
              <a:t>This shows how student should present their chart (with proper title)</a:t>
            </a:r>
          </a:p>
          <a:p>
            <a:r>
              <a:rPr lang="en-US" dirty="0"/>
              <a:t>And provide a statement of insight.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789210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Answer. Only show after students has completed theirs.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460551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23702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The chart shows the variable, height</a:t>
            </a:r>
          </a:p>
          <a:p>
            <a:r>
              <a:rPr lang="en-SG" dirty="0"/>
              <a:t>They are grouped into “bin”.  A fixed interval.</a:t>
            </a:r>
          </a:p>
          <a:p>
            <a:endParaRPr lang="en-SG" dirty="0"/>
          </a:p>
          <a:p>
            <a:r>
              <a:rPr lang="en-SG" dirty="0"/>
              <a:t>This is </a:t>
            </a:r>
            <a:r>
              <a:rPr lang="en-SG" dirty="0" err="1"/>
              <a:t>uni</a:t>
            </a:r>
            <a:r>
              <a:rPr lang="en-SG" dirty="0"/>
              <a:t>-variable.  The height shows the count.</a:t>
            </a:r>
          </a:p>
          <a:p>
            <a:r>
              <a:rPr lang="en-SG" dirty="0"/>
              <a:t>IT look like bar chart, but is not called a bar chart.</a:t>
            </a:r>
          </a:p>
          <a:p>
            <a:r>
              <a:rPr lang="en-SG" dirty="0"/>
              <a:t>It is called a histogram.</a:t>
            </a:r>
          </a:p>
          <a:p>
            <a:endParaRPr lang="en-SG" dirty="0"/>
          </a:p>
          <a:p>
            <a:r>
              <a:rPr lang="en-SG" dirty="0"/>
              <a:t>What insights can we gather from this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80206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We can find the Mode.</a:t>
            </a:r>
          </a:p>
          <a:p>
            <a:r>
              <a:rPr lang="en-SG" dirty="0"/>
              <a:t>Mode is the range of values that most frequently occurred.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05180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The variable values are on the X-axis.</a:t>
            </a:r>
          </a:p>
          <a:p>
            <a:r>
              <a:rPr lang="en-SG" dirty="0"/>
              <a:t>The are grouped with fixed interval ( can be different intervals)</a:t>
            </a:r>
          </a:p>
          <a:p>
            <a:r>
              <a:rPr lang="en-SG" dirty="0"/>
              <a:t>When the intervals are changed, the shape of the distribution, or the mode, will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164650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56039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Need to explain the word “observations”.</a:t>
            </a:r>
          </a:p>
          <a:p>
            <a:r>
              <a:rPr lang="en-SG" dirty="0"/>
              <a:t>Observations could refer to number of tress, number of students or number experiments, or total number of values, </a:t>
            </a:r>
            <a:r>
              <a:rPr lang="en-SG" dirty="0" err="1"/>
              <a:t>eg</a:t>
            </a:r>
            <a:r>
              <a:rPr lang="en-SG" dirty="0"/>
              <a:t>, temperature readings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39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8859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40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05295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Mode is 6 to 9 kg (not the frequency count)</a:t>
            </a:r>
          </a:p>
          <a:p>
            <a:r>
              <a:rPr lang="en-SG" dirty="0"/>
              <a:t>Bin size is 3 kg</a:t>
            </a:r>
          </a:p>
          <a:p>
            <a:r>
              <a:rPr lang="en-SG" dirty="0"/>
              <a:t>Single Mode.</a:t>
            </a:r>
          </a:p>
          <a:p>
            <a:endParaRPr lang="en-SG" dirty="0"/>
          </a:p>
          <a:p>
            <a:r>
              <a:rPr lang="en-SG" dirty="0"/>
              <a:t>% = 2 out of (4+5+8+6+2) = 2 out of 25 = 0.08 or 8%</a:t>
            </a:r>
          </a:p>
        </p:txBody>
      </p:sp>
    </p:spTree>
    <p:extLst>
      <p:ext uri="{BB962C8B-B14F-4D97-AF65-F5344CB8AC3E}">
        <p14:creationId xmlns:p14="http://schemas.microsoft.com/office/powerpoint/2010/main" val="32315051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0914C-6894-EA1D-326B-5DE33CAB7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5A7FA-91E9-56B7-8223-8FEBEBD5A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224B5-CC62-DFB1-4458-7DC41FAAD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If student is not able to write on the “worksheet”, can use </a:t>
            </a:r>
            <a:r>
              <a:rPr lang="en-SG" dirty="0" err="1"/>
              <a:t>powerpoint</a:t>
            </a:r>
            <a:r>
              <a:rPr lang="en-SG" dirty="0"/>
              <a:t> slide to draw the histogram.</a:t>
            </a:r>
          </a:p>
          <a:p>
            <a:r>
              <a:rPr lang="en-SG" dirty="0"/>
              <a:t>Purpose of manually drawing the histogram, is to show them how histogram is plotted, and they will remember better when they plot it manually.</a:t>
            </a:r>
          </a:p>
        </p:txBody>
      </p:sp>
    </p:spTree>
    <p:extLst>
      <p:ext uri="{BB962C8B-B14F-4D97-AF65-F5344CB8AC3E}">
        <p14:creationId xmlns:p14="http://schemas.microsoft.com/office/powerpoint/2010/main" val="5136097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813" y="781050"/>
            <a:ext cx="6948487" cy="3910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Histogram is plotting the frequency vs the value.</a:t>
            </a:r>
          </a:p>
          <a:p>
            <a:endParaRPr lang="en-SG" dirty="0"/>
          </a:p>
          <a:p>
            <a:r>
              <a:rPr lang="en-SG" dirty="0"/>
              <a:t>Given a set of values, we need to count how many times it occurs in the list.</a:t>
            </a:r>
          </a:p>
          <a:p>
            <a:endParaRPr lang="en-SG" dirty="0"/>
          </a:p>
          <a:p>
            <a:r>
              <a:rPr lang="en-SG" dirty="0"/>
              <a:t>To group into 5 bins, we need to know what is the minimum and the maximum, and decide on a suitable range for each bin.</a:t>
            </a:r>
          </a:p>
          <a:p>
            <a:endParaRPr lang="en-SG" dirty="0"/>
          </a:p>
          <a:p>
            <a:r>
              <a:rPr lang="en-SG" dirty="0"/>
              <a:t>We will begin by sorting the numbers from small to big.</a:t>
            </a:r>
          </a:p>
        </p:txBody>
      </p:sp>
    </p:spTree>
    <p:extLst>
      <p:ext uri="{BB962C8B-B14F-4D97-AF65-F5344CB8AC3E}">
        <p14:creationId xmlns:p14="http://schemas.microsoft.com/office/powerpoint/2010/main" val="2843308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813" y="781050"/>
            <a:ext cx="6948487" cy="3910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Count the number of values that lies between first bin (60 to 65)</a:t>
            </a:r>
          </a:p>
        </p:txBody>
      </p:sp>
    </p:spTree>
    <p:extLst>
      <p:ext uri="{BB962C8B-B14F-4D97-AF65-F5344CB8AC3E}">
        <p14:creationId xmlns:p14="http://schemas.microsoft.com/office/powerpoint/2010/main" val="21415141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813" y="781050"/>
            <a:ext cx="6948487" cy="3910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Count the number of values that lies between 65 to 70 (bin 2)</a:t>
            </a:r>
          </a:p>
        </p:txBody>
      </p:sp>
    </p:spTree>
    <p:extLst>
      <p:ext uri="{BB962C8B-B14F-4D97-AF65-F5344CB8AC3E}">
        <p14:creationId xmlns:p14="http://schemas.microsoft.com/office/powerpoint/2010/main" val="3275527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813" y="781050"/>
            <a:ext cx="6948487" cy="3910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Count the number of values that lie between 70 to 75 (bin 3)</a:t>
            </a:r>
          </a:p>
        </p:txBody>
      </p:sp>
    </p:spTree>
    <p:extLst>
      <p:ext uri="{BB962C8B-B14F-4D97-AF65-F5344CB8AC3E}">
        <p14:creationId xmlns:p14="http://schemas.microsoft.com/office/powerpoint/2010/main" val="38565851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0813" y="781050"/>
            <a:ext cx="6948487" cy="3910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Count the number of values that lie between 75 to 80 (bin 4)</a:t>
            </a:r>
          </a:p>
          <a:p>
            <a:r>
              <a:rPr lang="en-SG" dirty="0"/>
              <a:t>As you can see, the total number of counts should add up to the total number of observations.</a:t>
            </a:r>
          </a:p>
        </p:txBody>
      </p:sp>
    </p:spTree>
    <p:extLst>
      <p:ext uri="{BB962C8B-B14F-4D97-AF65-F5344CB8AC3E}">
        <p14:creationId xmlns:p14="http://schemas.microsoft.com/office/powerpoint/2010/main" val="24916810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Discuss the difference between a bar chart and a histogram.</a:t>
            </a:r>
          </a:p>
          <a:p>
            <a:r>
              <a:rPr lang="en-SG" dirty="0"/>
              <a:t>Answer : Chart B (click)</a:t>
            </a:r>
          </a:p>
          <a:p>
            <a:r>
              <a:rPr lang="en-SG" dirty="0"/>
              <a:t>Note also, in bar chart, we can sort from highest sale to lowest. (click)</a:t>
            </a:r>
          </a:p>
          <a:p>
            <a:r>
              <a:rPr lang="en-SG" dirty="0"/>
              <a:t>But, we cannot sort histogram. </a:t>
            </a:r>
          </a:p>
          <a:p>
            <a:r>
              <a:rPr lang="en-SG" dirty="0"/>
              <a:t>Their difference is the measure in X-axis (click)</a:t>
            </a:r>
          </a:p>
          <a:p>
            <a:r>
              <a:rPr lang="en-SG" dirty="0"/>
              <a:t>Also, no gaps between bars. (click)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C7EBB6-0721-4E27-8E93-7304C11649CF}" type="slidenum">
              <a:rPr lang="en-SG" smtClean="0"/>
              <a:t>49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160952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5049-F10D-E9C6-5236-DF361428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D0424-35DD-3347-1D1E-0FF79E69C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5A153-1217-F562-190F-14B194FC8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to create histogram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D518B-871E-7D5D-B1F5-5229A1DFC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52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31075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bin interval is set differently, the mode will change.</a:t>
            </a:r>
          </a:p>
          <a:p>
            <a:endParaRPr lang="en-US" dirty="0"/>
          </a:p>
          <a:p>
            <a:r>
              <a:rPr lang="en-US" dirty="0"/>
              <a:t>What should be the bin interval?</a:t>
            </a:r>
          </a:p>
          <a:p>
            <a:endParaRPr lang="en-US" dirty="0"/>
          </a:p>
          <a:p>
            <a:pPr marL="165100" eaLnBrk="0" hangingPunct="0">
              <a:spcBef>
                <a:spcPts val="910"/>
              </a:spcBef>
            </a:pP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 standard rule.</a:t>
            </a:r>
            <a:r>
              <a:rPr lang="en-SG" sz="1800" spc="34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You can adjust</a:t>
            </a:r>
            <a:r>
              <a:rPr lang="en-SG" sz="1800" spc="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bin size until</a:t>
            </a:r>
            <a:r>
              <a:rPr lang="en-SG" sz="1800" spc="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you are able to see some</a:t>
            </a:r>
            <a:r>
              <a:rPr lang="en-SG" sz="1800" spc="-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“shape”.</a:t>
            </a:r>
            <a:endParaRPr lang="en-SG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165100" eaLnBrk="0" hangingPunct="0">
              <a:lnSpc>
                <a:spcPct val="107000"/>
              </a:lnSpc>
              <a:spcBef>
                <a:spcPts val="915"/>
              </a:spcBef>
            </a:pP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Or,</a:t>
            </a:r>
            <a:r>
              <a:rPr lang="en-SG" sz="1800" spc="-2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you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could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base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standard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deviation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to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estimate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your</a:t>
            </a:r>
            <a:r>
              <a:rPr lang="en-SG" sz="1800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bin</a:t>
            </a:r>
            <a:r>
              <a:rPr lang="en-SG" sz="1800" spc="-15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size.</a:t>
            </a:r>
            <a:r>
              <a:rPr lang="en-SG" sz="1800" spc="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Standard deviation gives you some idea the “spread” interval.</a:t>
            </a:r>
          </a:p>
          <a:p>
            <a:pPr eaLnBrk="0" hangingPunct="0"/>
            <a:r>
              <a:rPr lang="en-SG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 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53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434138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Summary Statistics</a:t>
            </a:r>
          </a:p>
          <a:p>
            <a:r>
              <a:rPr lang="en-SG" dirty="0"/>
              <a:t>Box-plots</a:t>
            </a:r>
          </a:p>
          <a:p>
            <a:r>
              <a:rPr lang="en-SG" dirty="0"/>
              <a:t>Histogram</a:t>
            </a:r>
          </a:p>
          <a:p>
            <a:r>
              <a:rPr lang="en-SG" dirty="0"/>
              <a:t>Both boxplot and histogram show distribution of one variable.</a:t>
            </a:r>
          </a:p>
          <a:p>
            <a:r>
              <a:rPr lang="en-SG" dirty="0"/>
              <a:t>Hence, it is called </a:t>
            </a:r>
            <a:r>
              <a:rPr lang="en-SG" dirty="0" err="1"/>
              <a:t>uni</a:t>
            </a:r>
            <a:r>
              <a:rPr lang="en-SG" dirty="0"/>
              <a:t>-variate.</a:t>
            </a:r>
          </a:p>
          <a:p>
            <a:r>
              <a:rPr lang="en-SG" dirty="0"/>
              <a:t>Although histogram shows 2 axes, but the vertical axis is count, not second variable.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6C809-6529-4177-9FE8-9B266A549EEB}" type="slidenum">
              <a:rPr lang="en-SG" smtClean="0"/>
              <a:t>54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97004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8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9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0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6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7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8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9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0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7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9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0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5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6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7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9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0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5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6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7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8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9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0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6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7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8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9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0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10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1900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1243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081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358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2101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8135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7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149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532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788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3387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7737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2875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194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1642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36229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81689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92575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36248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93412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29988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59353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7365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1269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10805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6417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1513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65222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58753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10421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48867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79109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49594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74459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77191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4741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33685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89112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45656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73094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6121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01511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70367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3118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90007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66881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132938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70970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28439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189598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5927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41098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85901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113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337852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78009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48067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995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790846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203832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9511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36922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630013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707288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646780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212383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5109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825886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876736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26246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36011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005000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671968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55795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116815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932685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099973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956101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112005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025270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726679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080592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337735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669062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516113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940142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579917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707794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763694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513679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811472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40187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446004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346447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493830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149172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38908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477383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651596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9446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806657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5278050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5356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032989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6975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23706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60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90037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27891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30141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57879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707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15206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53627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44840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79030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16090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6882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160172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49166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64521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1269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66457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81177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098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28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image" Target="../media/image1.png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2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08/05/2025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12121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7073495-3652-4942-8925-25670E3181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6432709"/>
            <a:ext cx="2743200" cy="33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28"/>
    </p:custDataLst>
    <p:extLst>
      <p:ext uri="{BB962C8B-B14F-4D97-AF65-F5344CB8AC3E}">
        <p14:creationId xmlns:p14="http://schemas.microsoft.com/office/powerpoint/2010/main" val="2189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786" r:id="rId3"/>
    <p:sldLayoutId id="2147483785" r:id="rId4"/>
    <p:sldLayoutId id="2147483784" r:id="rId5"/>
    <p:sldLayoutId id="2147483781" r:id="rId6"/>
    <p:sldLayoutId id="2147483780" r:id="rId7"/>
    <p:sldLayoutId id="2147483779" r:id="rId8"/>
    <p:sldLayoutId id="2147483777" r:id="rId9"/>
    <p:sldLayoutId id="2147483776" r:id="rId10"/>
    <p:sldLayoutId id="2147483775" r:id="rId11"/>
    <p:sldLayoutId id="2147483774" r:id="rId12"/>
    <p:sldLayoutId id="2147483773" r:id="rId13"/>
    <p:sldLayoutId id="2147483772" r:id="rId14"/>
    <p:sldLayoutId id="2147483771" r:id="rId15"/>
    <p:sldLayoutId id="2147483770" r:id="rId16"/>
    <p:sldLayoutId id="2147483769" r:id="rId17"/>
    <p:sldLayoutId id="2147483766" r:id="rId18"/>
    <p:sldLayoutId id="2147483765" r:id="rId19"/>
    <p:sldLayoutId id="2147483764" r:id="rId20"/>
    <p:sldLayoutId id="2147483762" r:id="rId21"/>
    <p:sldLayoutId id="2147483761" r:id="rId22"/>
    <p:sldLayoutId id="2147483760" r:id="rId23"/>
    <p:sldLayoutId id="2147483759" r:id="rId24"/>
    <p:sldLayoutId id="2147483758" r:id="rId25"/>
    <p:sldLayoutId id="2147483757" r:id="rId26"/>
    <p:sldLayoutId id="2147483756" r:id="rId27"/>
    <p:sldLayoutId id="2147483755" r:id="rId28"/>
    <p:sldLayoutId id="2147483754" r:id="rId29"/>
    <p:sldLayoutId id="2147483751" r:id="rId30"/>
    <p:sldLayoutId id="2147483749" r:id="rId31"/>
    <p:sldLayoutId id="2147483748" r:id="rId32"/>
    <p:sldLayoutId id="2147483747" r:id="rId33"/>
    <p:sldLayoutId id="2147483746" r:id="rId34"/>
    <p:sldLayoutId id="2147483745" r:id="rId35"/>
    <p:sldLayoutId id="2147483744" r:id="rId36"/>
    <p:sldLayoutId id="2147483743" r:id="rId37"/>
    <p:sldLayoutId id="2147483742" r:id="rId38"/>
    <p:sldLayoutId id="2147483741" r:id="rId39"/>
    <p:sldLayoutId id="2147483740" r:id="rId40"/>
    <p:sldLayoutId id="2147483739" r:id="rId41"/>
    <p:sldLayoutId id="2147483738" r:id="rId42"/>
    <p:sldLayoutId id="2147483735" r:id="rId43"/>
    <p:sldLayoutId id="2147483734" r:id="rId44"/>
    <p:sldLayoutId id="2147483732" r:id="rId45"/>
    <p:sldLayoutId id="2147483731" r:id="rId46"/>
    <p:sldLayoutId id="2147483730" r:id="rId47"/>
    <p:sldLayoutId id="2147483729" r:id="rId48"/>
    <p:sldLayoutId id="2147483728" r:id="rId49"/>
    <p:sldLayoutId id="2147483727" r:id="rId50"/>
    <p:sldLayoutId id="2147483726" r:id="rId51"/>
    <p:sldLayoutId id="2147483725" r:id="rId52"/>
    <p:sldLayoutId id="2147483724" r:id="rId53"/>
    <p:sldLayoutId id="2147483723" r:id="rId54"/>
    <p:sldLayoutId id="2147483720" r:id="rId55"/>
    <p:sldLayoutId id="2147483718" r:id="rId56"/>
    <p:sldLayoutId id="2147483717" r:id="rId57"/>
    <p:sldLayoutId id="2147483716" r:id="rId58"/>
    <p:sldLayoutId id="2147483715" r:id="rId59"/>
    <p:sldLayoutId id="2147483712" r:id="rId60"/>
    <p:sldLayoutId id="2147483711" r:id="rId61"/>
    <p:sldLayoutId id="2147483710" r:id="rId62"/>
    <p:sldLayoutId id="2147483708" r:id="rId63"/>
    <p:sldLayoutId id="2147483707" r:id="rId64"/>
    <p:sldLayoutId id="2147483706" r:id="rId65"/>
    <p:sldLayoutId id="2147483705" r:id="rId66"/>
    <p:sldLayoutId id="2147483704" r:id="rId67"/>
    <p:sldLayoutId id="2147483703" r:id="rId68"/>
    <p:sldLayoutId id="2147483702" r:id="rId69"/>
    <p:sldLayoutId id="2147483701" r:id="rId70"/>
    <p:sldLayoutId id="2147483700" r:id="rId71"/>
    <p:sldLayoutId id="2147483699" r:id="rId72"/>
    <p:sldLayoutId id="2147483698" r:id="rId73"/>
    <p:sldLayoutId id="2147483697" r:id="rId74"/>
    <p:sldLayoutId id="2147483696" r:id="rId75"/>
    <p:sldLayoutId id="2147483719" r:id="rId76"/>
    <p:sldLayoutId id="2147483695" r:id="rId77"/>
    <p:sldLayoutId id="2147483694" r:id="rId78"/>
    <p:sldLayoutId id="2147483693" r:id="rId79"/>
    <p:sldLayoutId id="2147483692" r:id="rId80"/>
    <p:sldLayoutId id="2147483691" r:id="rId81"/>
    <p:sldLayoutId id="2147483688" r:id="rId82"/>
    <p:sldLayoutId id="2147483778" r:id="rId83"/>
    <p:sldLayoutId id="2147483763" r:id="rId84"/>
    <p:sldLayoutId id="2147483750" r:id="rId85"/>
    <p:sldLayoutId id="2147483733" r:id="rId86"/>
    <p:sldLayoutId id="2147483709" r:id="rId87"/>
    <p:sldLayoutId id="2147483687" r:id="rId88"/>
    <p:sldLayoutId id="2147483686" r:id="rId89"/>
    <p:sldLayoutId id="2147483685" r:id="rId90"/>
    <p:sldLayoutId id="2147483684" r:id="rId91"/>
    <p:sldLayoutId id="2147483683" r:id="rId92"/>
    <p:sldLayoutId id="2147483682" r:id="rId93"/>
    <p:sldLayoutId id="2147483681" r:id="rId94"/>
    <p:sldLayoutId id="2147483680" r:id="rId95"/>
    <p:sldLayoutId id="2147483679" r:id="rId96"/>
    <p:sldLayoutId id="2147483678" r:id="rId97"/>
    <p:sldLayoutId id="2147483677" r:id="rId98"/>
    <p:sldLayoutId id="2147483676" r:id="rId99"/>
    <p:sldLayoutId id="2147483675" r:id="rId100"/>
    <p:sldLayoutId id="2147483674" r:id="rId101"/>
    <p:sldLayoutId id="2147483673" r:id="rId102"/>
    <p:sldLayoutId id="2147483672" r:id="rId103"/>
    <p:sldLayoutId id="2147483669" r:id="rId104"/>
    <p:sldLayoutId id="2147483668" r:id="rId105"/>
    <p:sldLayoutId id="2147483667" r:id="rId106"/>
    <p:sldLayoutId id="2147483666" r:id="rId107"/>
    <p:sldLayoutId id="2147483783" r:id="rId108"/>
    <p:sldLayoutId id="2147483782" r:id="rId109"/>
    <p:sldLayoutId id="2147483768" r:id="rId110"/>
    <p:sldLayoutId id="2147483767" r:id="rId111"/>
    <p:sldLayoutId id="2147483753" r:id="rId112"/>
    <p:sldLayoutId id="2147483752" r:id="rId113"/>
    <p:sldLayoutId id="2147483737" r:id="rId114"/>
    <p:sldLayoutId id="2147483736" r:id="rId115"/>
    <p:sldLayoutId id="2147483714" r:id="rId116"/>
    <p:sldLayoutId id="2147483713" r:id="rId117"/>
    <p:sldLayoutId id="2147483690" r:id="rId118"/>
    <p:sldLayoutId id="2147483689" r:id="rId119"/>
    <p:sldLayoutId id="2147483665" r:id="rId120"/>
    <p:sldLayoutId id="2147483722" r:id="rId121"/>
    <p:sldLayoutId id="2147483721" r:id="rId122"/>
    <p:sldLayoutId id="2147483664" r:id="rId123"/>
    <p:sldLayoutId id="2147483663" r:id="rId124"/>
    <p:sldLayoutId id="2147483662" r:id="rId125"/>
    <p:sldLayoutId id="2147483661" r:id="rId126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5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notesSlide" Target="../notesSlides/notesSlide1.xml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Anscombe%27s_quart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5" Type="http://schemas.openxmlformats.org/officeDocument/2006/relationships/image" Target="../media/image130.png"/><Relationship Id="rId4" Type="http://schemas.microsoft.com/office/2014/relationships/chartEx" Target="../charts/chartEx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0.xml"/><Relationship Id="rId1" Type="http://schemas.openxmlformats.org/officeDocument/2006/relationships/tags" Target="../tags/tag113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0.xml"/><Relationship Id="rId1" Type="http://schemas.openxmlformats.org/officeDocument/2006/relationships/tags" Target="../tags/tag114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Relationship Id="rId4" Type="http://schemas.openxmlformats.org/officeDocument/2006/relationships/hyperlink" Target="https://www.transum.org/Maths/Exercise/Box_Plots.asp?Level=2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Relationship Id="rId5" Type="http://schemas.openxmlformats.org/officeDocument/2006/relationships/hyperlink" Target="https://help.ezbiocloud.net/wp/wp-content/uploads/2018/03/A-typical-box-plot.png" TargetMode="Externa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0.xml"/><Relationship Id="rId1" Type="http://schemas.openxmlformats.org/officeDocument/2006/relationships/tags" Target="../tags/tag118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0.xml"/><Relationship Id="rId1" Type="http://schemas.openxmlformats.org/officeDocument/2006/relationships/tags" Target="../tags/tag119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0.xml"/><Relationship Id="rId1" Type="http://schemas.openxmlformats.org/officeDocument/2006/relationships/tags" Target="../tags/tag12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0.xml"/><Relationship Id="rId4" Type="http://schemas.openxmlformats.org/officeDocument/2006/relationships/hyperlink" Target="https://youriaq.com/acceptable-levels-of-co2-in-home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07.xml"/><Relationship Id="rId1" Type="http://schemas.openxmlformats.org/officeDocument/2006/relationships/tags" Target="../tags/tag121.xml"/><Relationship Id="rId5" Type="http://schemas.openxmlformats.org/officeDocument/2006/relationships/image" Target="../media/image25.png"/><Relationship Id="rId4" Type="http://schemas.openxmlformats.org/officeDocument/2006/relationships/hyperlink" Target="https://www.mathsisfun.com/data/histograms.html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07.xml"/><Relationship Id="rId1" Type="http://schemas.openxmlformats.org/officeDocument/2006/relationships/tags" Target="../tags/tag122.xml"/><Relationship Id="rId5" Type="http://schemas.openxmlformats.org/officeDocument/2006/relationships/image" Target="../media/image25.png"/><Relationship Id="rId4" Type="http://schemas.openxmlformats.org/officeDocument/2006/relationships/hyperlink" Target="https://www.mathsisfun.com/data/histograms.html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7.xml"/><Relationship Id="rId1" Type="http://schemas.openxmlformats.org/officeDocument/2006/relationships/tags" Target="../tags/tag123.xml"/><Relationship Id="rId5" Type="http://schemas.openxmlformats.org/officeDocument/2006/relationships/image" Target="../media/image25.png"/><Relationship Id="rId4" Type="http://schemas.openxmlformats.org/officeDocument/2006/relationships/hyperlink" Target="https://www.mathsisfun.com/data/histograms.htm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7.xml"/><Relationship Id="rId1" Type="http://schemas.openxmlformats.org/officeDocument/2006/relationships/tags" Target="../tags/tag124.xml"/><Relationship Id="rId5" Type="http://schemas.openxmlformats.org/officeDocument/2006/relationships/image" Target="../media/image25.png"/><Relationship Id="rId4" Type="http://schemas.openxmlformats.org/officeDocument/2006/relationships/hyperlink" Target="https://www.mathsisfun.com/data/histograms.html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hyperlink" Target="https://youtu.be/fjTKol_teNw?si=qDCYGBU59DBwCcCA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ansum.org/Maths/Exercise/Histogram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20.xml"/><Relationship Id="rId1" Type="http://schemas.openxmlformats.org/officeDocument/2006/relationships/tags" Target="../tags/tag13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hyperlink" Target="https://researchmethod.net/histogram/" TargetMode="External"/><Relationship Id="rId3" Type="http://schemas.openxmlformats.org/officeDocument/2006/relationships/hyperlink" Target="https://www.scribbr.com/statistics/central-tendency/" TargetMode="External"/><Relationship Id="rId7" Type="http://schemas.openxmlformats.org/officeDocument/2006/relationships/hyperlink" Target="https://www.transum.org/Maths/Exercise/Box_Plots.asp?Level=2" TargetMode="External"/><Relationship Id="rId2" Type="http://schemas.openxmlformats.org/officeDocument/2006/relationships/hyperlink" Target="https://www.w3schools.com/statistics/index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nscombe%27s_quartet" TargetMode="External"/><Relationship Id="rId5" Type="http://schemas.openxmlformats.org/officeDocument/2006/relationships/hyperlink" Target="https://www.geeksforgeeks.org/data-types-in-statistics/" TargetMode="External"/><Relationship Id="rId4" Type="http://schemas.openxmlformats.org/officeDocument/2006/relationships/hyperlink" Target="https://statisticsbyjim.com/basics/measures-central-tendency-mean-median-mode/" TargetMode="External"/><Relationship Id="rId9" Type="http://schemas.openxmlformats.org/officeDocument/2006/relationships/hyperlink" Target="https://www.transum.org/Maths/Exercise/Histogra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CA22F210-7186-4074-94C5-FAD2C2EB1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3">
            <a:extLst>
              <a:ext uri="{FF2B5EF4-FFF2-40B4-BE49-F238E27FC236}">
                <a16:creationId xmlns:a16="http://schemas.microsoft.com/office/drawing/2014/main" id="{A2CEDB0D-B687-44BA-824B-E2C9CE12EC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56" b="2675"/>
          <a:stretch/>
        </p:blipFill>
        <p:spPr>
          <a:xfrm>
            <a:off x="20" y="-2"/>
            <a:ext cx="12191980" cy="6858002"/>
          </a:xfrm>
          <a:prstGeom prst="rect">
            <a:avLst/>
          </a:prstGeom>
        </p:spPr>
      </p:pic>
      <p:sp>
        <p:nvSpPr>
          <p:cNvPr id="17" name="Rectangle 10">
            <a:extLst>
              <a:ext uri="{FF2B5EF4-FFF2-40B4-BE49-F238E27FC236}">
                <a16:creationId xmlns:a16="http://schemas.microsoft.com/office/drawing/2014/main" id="{7ED93057-B056-4D1D-B0DA-F1619DAAF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F97B3-2EEF-40EF-8DFD-059968DD3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5103" y="1064632"/>
            <a:ext cx="4797502" cy="1646763"/>
          </a:xfrm>
        </p:spPr>
        <p:txBody>
          <a:bodyPr anchor="b">
            <a:normAutofit/>
          </a:bodyPr>
          <a:lstStyle/>
          <a:p>
            <a:r>
              <a:rPr lang="en-SG" sz="3600" dirty="0">
                <a:solidFill>
                  <a:schemeClr val="bg1"/>
                </a:solidFill>
              </a:rPr>
              <a:t>Statistical Graph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B41592-BC5E-4AE2-8CA7-91C73FD8F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574A3D-9991-4D4A-91DF-0D0DE47DB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6E044E-49EF-485C-AC0C-D93B39E20844}"/>
              </a:ext>
            </a:extLst>
          </p:cNvPr>
          <p:cNvSpPr/>
          <p:nvPr/>
        </p:nvSpPr>
        <p:spPr>
          <a:xfrm>
            <a:off x="1214122" y="3511866"/>
            <a:ext cx="5438458" cy="2998798"/>
          </a:xfrm>
          <a:prstGeom prst="rect">
            <a:avLst/>
          </a:prstGeom>
          <a:solidFill>
            <a:srgbClr val="4133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88B32-805A-4A17-8464-AD0AAB487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5104" y="2803357"/>
            <a:ext cx="4797502" cy="3573379"/>
          </a:xfrm>
        </p:spPr>
        <p:txBody>
          <a:bodyPr anchor="t">
            <a:normAutofit/>
          </a:bodyPr>
          <a:lstStyle/>
          <a:p>
            <a:r>
              <a:rPr lang="en-SG" sz="2000" dirty="0">
                <a:solidFill>
                  <a:schemeClr val="bg1"/>
                </a:solidFill>
              </a:rPr>
              <a:t>Understanding Data type</a:t>
            </a:r>
          </a:p>
          <a:p>
            <a:r>
              <a:rPr lang="en-SG" sz="2000" dirty="0">
                <a:solidFill>
                  <a:schemeClr val="bg1"/>
                </a:solidFill>
              </a:rPr>
              <a:t>Box plot</a:t>
            </a:r>
          </a:p>
          <a:p>
            <a:r>
              <a:rPr lang="en-SG" sz="2000" dirty="0">
                <a:solidFill>
                  <a:schemeClr val="bg1"/>
                </a:solidFill>
              </a:rPr>
              <a:t>Histogram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9402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9B167-162F-4EF6-9E15-51AC6CEAC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r>
              <a:rPr lang="en-SG" sz="2400" dirty="0">
                <a:solidFill>
                  <a:schemeClr val="tx1"/>
                </a:solidFill>
              </a:rPr>
              <a:t>Data Visualisation and Analytics (ESE1008)</a:t>
            </a:r>
            <a:br>
              <a:rPr lang="en-SG" sz="2400" dirty="0">
                <a:solidFill>
                  <a:schemeClr val="tx1"/>
                </a:solidFill>
              </a:rPr>
            </a:br>
            <a:endParaRPr lang="en-SG" sz="24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9730BE-DB79-4744-9E79-5E817EDC0A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561646"/>
              </p:ext>
            </p:extLst>
          </p:nvPr>
        </p:nvGraphicFramePr>
        <p:xfrm>
          <a:off x="4965691" y="225947"/>
          <a:ext cx="7028388" cy="5830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754716C-D5BA-4833-9D7B-907AB37823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89665" y="5416720"/>
            <a:ext cx="590581" cy="54785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A951F-B85C-448E-A83E-7A18D5B1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78397-0DCF-40D6-ABEE-44CE52F8B3F3}"/>
              </a:ext>
            </a:extLst>
          </p:cNvPr>
          <p:cNvSpPr txBox="1"/>
          <p:nvPr/>
        </p:nvSpPr>
        <p:spPr>
          <a:xfrm>
            <a:off x="11099945" y="801585"/>
            <a:ext cx="797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20 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33E0BC-BBD3-439E-8BFB-E3F7E66FDC0C}"/>
              </a:ext>
            </a:extLst>
          </p:cNvPr>
          <p:cNvSpPr txBox="1"/>
          <p:nvPr/>
        </p:nvSpPr>
        <p:spPr>
          <a:xfrm>
            <a:off x="11099944" y="2667445"/>
            <a:ext cx="797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60 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373E8E-0D74-461B-B8F5-8015FEB7174E}"/>
              </a:ext>
            </a:extLst>
          </p:cNvPr>
          <p:cNvSpPr txBox="1"/>
          <p:nvPr/>
        </p:nvSpPr>
        <p:spPr>
          <a:xfrm>
            <a:off x="11184068" y="4566130"/>
            <a:ext cx="7970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60 min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085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1A4E9-3441-4685-BB5F-69A3D592D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88755-7D19-415E-93B2-A637DF650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400" dirty="0"/>
              <a:t>Four Level of data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400" dirty="0"/>
              <a:t>Data Analytics 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400" dirty="0"/>
              <a:t>Central Tendency and Spread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400" dirty="0"/>
              <a:t>Mean Vs Median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A6547-8046-4FFA-A167-D3C3A4C56E70}"/>
              </a:ext>
            </a:extLst>
          </p:cNvPr>
          <p:cNvSpPr txBox="1"/>
          <p:nvPr/>
        </p:nvSpPr>
        <p:spPr>
          <a:xfrm>
            <a:off x="642917" y="3923053"/>
            <a:ext cx="2646693" cy="381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Check point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9210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905DC-E478-47D8-9E5D-AE0955BF3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54" y="1080777"/>
            <a:ext cx="10013709" cy="1030360"/>
          </a:xfrm>
        </p:spPr>
        <p:txBody>
          <a:bodyPr>
            <a:norm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Data Types and Structure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3E1169-9C52-48CA-9893-B4FEF91304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593023"/>
              </p:ext>
            </p:extLst>
          </p:nvPr>
        </p:nvGraphicFramePr>
        <p:xfrm>
          <a:off x="1713976" y="2887824"/>
          <a:ext cx="9835087" cy="335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20243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B2241-0934-88D2-5B33-31226ED10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2062150"/>
          </a:xfrm>
        </p:spPr>
        <p:txBody>
          <a:bodyPr/>
          <a:lstStyle/>
          <a:p>
            <a:r>
              <a:rPr lang="en-US" dirty="0"/>
              <a:t>Activity 1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F8D9B-3C24-16EC-C2D1-B1B3542EB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3448" y="415162"/>
            <a:ext cx="6172412" cy="2642052"/>
          </a:xfrm>
        </p:spPr>
        <p:txBody>
          <a:bodyPr>
            <a:normAutofit fontScale="92500" lnSpcReduction="20000"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Structured Data </a:t>
            </a:r>
          </a:p>
          <a:p>
            <a:r>
              <a:rPr lang="en-US" dirty="0"/>
              <a:t>Data is arranged in rows and columns.</a:t>
            </a:r>
          </a:p>
          <a:p>
            <a:r>
              <a:rPr lang="en-US" dirty="0"/>
              <a:t>Excel file keep data in rows and columns. (why?)</a:t>
            </a:r>
          </a:p>
          <a:p>
            <a:r>
              <a:rPr lang="en-SG" dirty="0"/>
              <a:t>What are the rows representing?</a:t>
            </a:r>
          </a:p>
          <a:p>
            <a:r>
              <a:rPr lang="en-SG" dirty="0"/>
              <a:t>Whare are the columns representing?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C2569-5755-B6B2-7C7A-251EFD75E18A}"/>
              </a:ext>
            </a:extLst>
          </p:cNvPr>
          <p:cNvSpPr txBox="1"/>
          <p:nvPr/>
        </p:nvSpPr>
        <p:spPr>
          <a:xfrm>
            <a:off x="1636295" y="2767263"/>
            <a:ext cx="2334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CO2_data_Jan.xlsx</a:t>
            </a:r>
            <a:endParaRPr lang="en-SG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EE89C5-CC47-06C5-A193-C5843B375196}"/>
              </a:ext>
            </a:extLst>
          </p:cNvPr>
          <p:cNvSpPr/>
          <p:nvPr/>
        </p:nvSpPr>
        <p:spPr>
          <a:xfrm>
            <a:off x="5751095" y="3429001"/>
            <a:ext cx="5462337" cy="10948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dirty="0"/>
              <a:t>Rows are observations.</a:t>
            </a:r>
          </a:p>
          <a:p>
            <a:pPr algn="ctr">
              <a:lnSpc>
                <a:spcPct val="150000"/>
              </a:lnSpc>
            </a:pPr>
            <a:r>
              <a:rPr lang="en-US" sz="2400" dirty="0"/>
              <a:t>Columns are the variables.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52911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C2E3-24C9-F4AD-9500-1637F5FF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401-BFC7-9F98-EF85-AACA6EAE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2062150"/>
          </a:xfrm>
        </p:spPr>
        <p:txBody>
          <a:bodyPr/>
          <a:lstStyle/>
          <a:p>
            <a:r>
              <a:rPr lang="en-US" dirty="0"/>
              <a:t>Activity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3704A-E98D-CFB6-2207-8B3B032E4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3448" y="415162"/>
            <a:ext cx="6172412" cy="2955453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Data is organized in rows and columns.</a:t>
            </a:r>
          </a:p>
          <a:p>
            <a:r>
              <a:rPr lang="en-US" dirty="0"/>
              <a:t>Known as Table format.</a:t>
            </a:r>
          </a:p>
          <a:p>
            <a:r>
              <a:rPr lang="en-US" dirty="0"/>
              <a:t>Excel files (.xlsx) arranged data in rows and columns.</a:t>
            </a:r>
          </a:p>
          <a:p>
            <a:endParaRPr lang="en-US" dirty="0"/>
          </a:p>
          <a:p>
            <a:r>
              <a:rPr lang="en-US" dirty="0"/>
              <a:t>How many observations were collected?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E51C4-7CD8-9058-0F33-A7D5CDA2847F}"/>
              </a:ext>
            </a:extLst>
          </p:cNvPr>
          <p:cNvSpPr txBox="1"/>
          <p:nvPr/>
        </p:nvSpPr>
        <p:spPr>
          <a:xfrm>
            <a:off x="1636295" y="2767263"/>
            <a:ext cx="2334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CO2_data_Jan.xlsx</a:t>
            </a:r>
            <a:endParaRPr lang="en-SG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06E701-98BF-76A6-23C0-05460B6E4C7D}"/>
              </a:ext>
            </a:extLst>
          </p:cNvPr>
          <p:cNvSpPr/>
          <p:nvPr/>
        </p:nvSpPr>
        <p:spPr>
          <a:xfrm>
            <a:off x="5147018" y="3485147"/>
            <a:ext cx="6008753" cy="79408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97 observations.</a:t>
            </a:r>
          </a:p>
          <a:p>
            <a:pPr algn="ctr"/>
            <a:r>
              <a:rPr lang="en-US" dirty="0"/>
              <a:t>Collected over 4 days: 18, 19, 20 and 21 Jan 2014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3474F1-A92D-B5EF-49D2-AE720F4E1741}"/>
              </a:ext>
            </a:extLst>
          </p:cNvPr>
          <p:cNvSpPr txBox="1"/>
          <p:nvPr/>
        </p:nvSpPr>
        <p:spPr>
          <a:xfrm>
            <a:off x="5487588" y="4654216"/>
            <a:ext cx="2862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are the variables?</a:t>
            </a:r>
            <a:endParaRPr lang="en-S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6B415F-B122-9C54-8947-020A1EA62810}"/>
              </a:ext>
            </a:extLst>
          </p:cNvPr>
          <p:cNvSpPr/>
          <p:nvPr/>
        </p:nvSpPr>
        <p:spPr>
          <a:xfrm>
            <a:off x="5522495" y="5138080"/>
            <a:ext cx="5257800" cy="79408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CO2, Temperature, Relative Humidity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2111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774D-8D30-E58D-95B4-380169F07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9AC9-8879-83AE-AB6E-8D5F8EC00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2062150"/>
          </a:xfrm>
        </p:spPr>
        <p:txBody>
          <a:bodyPr/>
          <a:lstStyle/>
          <a:p>
            <a:r>
              <a:rPr lang="en-US" dirty="0"/>
              <a:t>Activity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96F04-A251-0B4B-FE9A-4B4B69ECF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04" y="152400"/>
            <a:ext cx="6172412" cy="2519616"/>
          </a:xfrm>
        </p:spPr>
        <p:txBody>
          <a:bodyPr>
            <a:normAutofit fontScale="92500" lnSpcReduction="20000"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Comma-Separated Values</a:t>
            </a:r>
            <a:endParaRPr lang="en-US" dirty="0"/>
          </a:p>
          <a:p>
            <a:r>
              <a:rPr lang="en-US" dirty="0"/>
              <a:t>Another file type is Comma-Separated Value (CSV).</a:t>
            </a:r>
          </a:p>
          <a:p>
            <a:endParaRPr lang="en-US" dirty="0"/>
          </a:p>
          <a:p>
            <a:r>
              <a:rPr lang="en-US" dirty="0"/>
              <a:t>CSV file has the data in rows.</a:t>
            </a:r>
          </a:p>
          <a:p>
            <a:r>
              <a:rPr lang="en-US" dirty="0"/>
              <a:t>Where are the columns?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4F8A55-4E24-16B4-FFA0-EFA74145D420}"/>
              </a:ext>
            </a:extLst>
          </p:cNvPr>
          <p:cNvSpPr txBox="1"/>
          <p:nvPr/>
        </p:nvSpPr>
        <p:spPr>
          <a:xfrm>
            <a:off x="1125475" y="2105526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HistoricalPSI_small.csv</a:t>
            </a:r>
            <a:endParaRPr lang="en-SG" i="1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79869F-5B16-9052-0FAD-1100A21EB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71" y="2553588"/>
            <a:ext cx="4248075" cy="365910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EF69160-C829-74CA-E60F-DE95606A1E4E}"/>
              </a:ext>
            </a:extLst>
          </p:cNvPr>
          <p:cNvSpPr/>
          <p:nvPr/>
        </p:nvSpPr>
        <p:spPr>
          <a:xfrm>
            <a:off x="5562563" y="2750863"/>
            <a:ext cx="5403095" cy="98658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Columns are separated by “</a:t>
            </a:r>
            <a:r>
              <a:rPr lang="en-US" dirty="0">
                <a:solidFill>
                  <a:srgbClr val="FFFF00"/>
                </a:solidFill>
              </a:rPr>
              <a:t>delimiter</a:t>
            </a:r>
            <a:r>
              <a:rPr lang="en-US" dirty="0"/>
              <a:t>”.</a:t>
            </a:r>
          </a:p>
          <a:p>
            <a:pPr algn="ctr"/>
            <a:r>
              <a:rPr lang="en-US" dirty="0"/>
              <a:t>For this example, it is the “comma”.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4EC0EE-8E6C-9998-8A81-D000DCB2AC8C}"/>
              </a:ext>
            </a:extLst>
          </p:cNvPr>
          <p:cNvSpPr txBox="1"/>
          <p:nvPr/>
        </p:nvSpPr>
        <p:spPr>
          <a:xfrm>
            <a:off x="5470179" y="3973623"/>
            <a:ext cx="5809091" cy="22390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**Note:</a:t>
            </a:r>
          </a:p>
          <a:p>
            <a:r>
              <a:rPr lang="en-US" dirty="0"/>
              <a:t>Some CSV format, the columns are separated by: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Semi-colon (</a:t>
            </a:r>
            <a:r>
              <a:rPr lang="en-US" dirty="0">
                <a:sym typeface="Wingdings" panose="05000000000000000000" pitchFamily="2" charset="2"/>
              </a:rPr>
              <a:t>;)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Or “space”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Or “tab”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43CD66D9-6087-18F2-2CA5-FBD2107402B8}"/>
              </a:ext>
            </a:extLst>
          </p:cNvPr>
          <p:cNvSpPr/>
          <p:nvPr/>
        </p:nvSpPr>
        <p:spPr>
          <a:xfrm>
            <a:off x="8178800" y="4762500"/>
            <a:ext cx="177800" cy="1155700"/>
          </a:xfrm>
          <a:prstGeom prst="rightBrac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1A6F39-7554-1B8E-1114-022426511AED}"/>
              </a:ext>
            </a:extLst>
          </p:cNvPr>
          <p:cNvSpPr/>
          <p:nvPr/>
        </p:nvSpPr>
        <p:spPr>
          <a:xfrm>
            <a:off x="8712200" y="4762500"/>
            <a:ext cx="2019300" cy="977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Different delimiter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5888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7B028-25CD-2ED3-C51F-301AD87C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C02D-C4C2-C70D-E003-07F3806A8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2062150"/>
          </a:xfrm>
        </p:spPr>
        <p:txBody>
          <a:bodyPr/>
          <a:lstStyle/>
          <a:p>
            <a:r>
              <a:rPr lang="en-US" dirty="0"/>
              <a:t>Activity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1356F-9507-7945-B8E3-0E4B9659D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05" y="138436"/>
            <a:ext cx="6172412" cy="5703564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Comma-Separated File (.CSV)</a:t>
            </a:r>
          </a:p>
          <a:p>
            <a:endParaRPr lang="en-US" dirty="0"/>
          </a:p>
          <a:p>
            <a:r>
              <a:rPr lang="en-US" dirty="0"/>
              <a:t>This file can be opened in Excel program.</a:t>
            </a:r>
          </a:p>
          <a:p>
            <a:r>
              <a:rPr lang="en-US" dirty="0"/>
              <a:t>(because Excel application has extension program to interpret CSV format and put into Table format)</a:t>
            </a:r>
          </a:p>
          <a:p>
            <a:endParaRPr lang="en-US" dirty="0"/>
          </a:p>
          <a:p>
            <a:r>
              <a:rPr lang="en-US" dirty="0"/>
              <a:t>This file is a text file, can also be opened in </a:t>
            </a:r>
            <a:r>
              <a:rPr lang="en-US" dirty="0" err="1"/>
              <a:t>NotePad</a:t>
            </a:r>
            <a:r>
              <a:rPr lang="en-US" dirty="0"/>
              <a:t> or WORD.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6377F3-0AA3-BF53-9B8E-180CEC73B4B0}"/>
              </a:ext>
            </a:extLst>
          </p:cNvPr>
          <p:cNvSpPr txBox="1"/>
          <p:nvPr/>
        </p:nvSpPr>
        <p:spPr>
          <a:xfrm>
            <a:off x="1179095" y="2899611"/>
            <a:ext cx="2773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HistoricalPSI_small.csv</a:t>
            </a:r>
            <a:endParaRPr lang="en-SG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873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5A4DD-05E1-3E54-4753-704E22440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</a:t>
            </a:r>
            <a:br>
              <a:rPr lang="en-US" dirty="0"/>
            </a:br>
            <a:r>
              <a:rPr lang="en-US" dirty="0"/>
              <a:t>Wrong delimiter was defined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27C7FE-A8E8-B20A-134D-6EECE8C1BA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95862" y="223644"/>
            <a:ext cx="7018861" cy="5910456"/>
          </a:xfr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58E22238-D5F4-B6DB-611D-79483242A13C}"/>
              </a:ext>
            </a:extLst>
          </p:cNvPr>
          <p:cNvSpPr/>
          <p:nvPr/>
        </p:nvSpPr>
        <p:spPr>
          <a:xfrm>
            <a:off x="8039100" y="4102100"/>
            <a:ext cx="3327400" cy="1257300"/>
          </a:xfrm>
          <a:prstGeom prst="wedgeRoundRectCallout">
            <a:avLst>
              <a:gd name="adj1" fmla="val -72741"/>
              <a:gd name="adj2" fmla="val 41288"/>
              <a:gd name="adj3" fmla="val 16667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Preview:</a:t>
            </a:r>
          </a:p>
          <a:p>
            <a:pPr algn="ctr"/>
            <a:r>
              <a:rPr lang="en-US" dirty="0"/>
              <a:t>Data was not split into columns</a:t>
            </a:r>
            <a:endParaRPr lang="en-SG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DB7F99-9BB7-72A2-8021-5CCDF16E5C05}"/>
              </a:ext>
            </a:extLst>
          </p:cNvPr>
          <p:cNvSpPr/>
          <p:nvPr/>
        </p:nvSpPr>
        <p:spPr>
          <a:xfrm>
            <a:off x="4995862" y="2844800"/>
            <a:ext cx="1100138" cy="368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489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1211-58F7-EE07-29CA-17801355B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4588E-3567-A532-93F9-BBD9B9A1A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2062150"/>
          </a:xfrm>
        </p:spPr>
        <p:txBody>
          <a:bodyPr/>
          <a:lstStyle/>
          <a:p>
            <a:r>
              <a:rPr lang="en-US" dirty="0"/>
              <a:t>Activity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F89E-2BD9-317C-50C5-EEFB95EB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05" y="138436"/>
            <a:ext cx="6172412" cy="2827056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JSON File</a:t>
            </a:r>
            <a:endParaRPr lang="en-US" dirty="0"/>
          </a:p>
          <a:p>
            <a:r>
              <a:rPr lang="en-US" dirty="0"/>
              <a:t>JavaScript Object Notation (JSON)</a:t>
            </a:r>
          </a:p>
          <a:p>
            <a:endParaRPr lang="en-US" dirty="0"/>
          </a:p>
          <a:p>
            <a:r>
              <a:rPr lang="en-US" dirty="0"/>
              <a:t>JSON is often used when data is sent from a server to a web page.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BFDF30-C7DF-2261-D377-365B32437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26" y="2965492"/>
            <a:ext cx="6862023" cy="2784157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CB08F0-2107-C12C-CBC3-E33582A9A171}"/>
              </a:ext>
            </a:extLst>
          </p:cNvPr>
          <p:cNvSpPr/>
          <p:nvPr/>
        </p:nvSpPr>
        <p:spPr>
          <a:xfrm>
            <a:off x="7507704" y="3130349"/>
            <a:ext cx="4078706" cy="122722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structure is very different from Row &amp; Column.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4D614-8840-D596-6190-499681DF3460}"/>
              </a:ext>
            </a:extLst>
          </p:cNvPr>
          <p:cNvSpPr txBox="1"/>
          <p:nvPr/>
        </p:nvSpPr>
        <p:spPr>
          <a:xfrm>
            <a:off x="7748337" y="4932946"/>
            <a:ext cx="4078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**For this subject, we will handle data mainly from CSV or Excel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81164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D3D9-5B06-C3DD-E106-D99105B81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97DB6-9FAD-5908-7EAC-BFCF36E11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2062150"/>
          </a:xfrm>
        </p:spPr>
        <p:txBody>
          <a:bodyPr/>
          <a:lstStyle/>
          <a:p>
            <a:r>
              <a:rPr lang="en-US" dirty="0"/>
              <a:t>Activity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91ACE-62FF-4484-2692-AEE75D2AA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05" y="138436"/>
            <a:ext cx="6172412" cy="1004564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Is this a tidy table?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04861-CC0B-1B31-9867-7297FE3FF906}"/>
              </a:ext>
            </a:extLst>
          </p:cNvPr>
          <p:cNvSpPr txBox="1"/>
          <p:nvPr/>
        </p:nvSpPr>
        <p:spPr>
          <a:xfrm>
            <a:off x="1263316" y="2767263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CO2_Jan_data.xlsx</a:t>
            </a:r>
            <a:endParaRPr lang="en-SG" i="1" dirty="0">
              <a:solidFill>
                <a:srgbClr val="0070C0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1FC66D-057C-B32B-D3DB-B729C994AFAD}"/>
              </a:ext>
            </a:extLst>
          </p:cNvPr>
          <p:cNvSpPr/>
          <p:nvPr/>
        </p:nvSpPr>
        <p:spPr>
          <a:xfrm>
            <a:off x="4960949" y="705113"/>
            <a:ext cx="6588133" cy="320039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en-US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A tidy table is a concept from data science, it refers to a table where: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Each variable forms a column</a:t>
            </a:r>
            <a:r>
              <a:rPr lang="en-US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: Every column represents a different variable.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Each observation forms a row</a:t>
            </a:r>
            <a:r>
              <a:rPr lang="en-US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: Every row represents a different observation or data point.</a:t>
            </a:r>
          </a:p>
          <a:p>
            <a:pPr algn="ctr">
              <a:lnSpc>
                <a:spcPct val="150000"/>
              </a:lnSpc>
            </a:pPr>
            <a:endParaRPr lang="en-SG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DF0C6-31C7-16C4-A643-823B89ABE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67" y="4395755"/>
            <a:ext cx="5733333" cy="2323809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123980ED-E31C-1510-C392-4B8BB111188B}"/>
              </a:ext>
            </a:extLst>
          </p:cNvPr>
          <p:cNvSpPr/>
          <p:nvPr/>
        </p:nvSpPr>
        <p:spPr>
          <a:xfrm>
            <a:off x="3200400" y="4013200"/>
            <a:ext cx="382782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5487135-7373-C056-14E4-87ABF3429E6C}"/>
              </a:ext>
            </a:extLst>
          </p:cNvPr>
          <p:cNvSpPr/>
          <p:nvPr/>
        </p:nvSpPr>
        <p:spPr>
          <a:xfrm>
            <a:off x="4278118" y="3980934"/>
            <a:ext cx="382782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E0FF0BC6-F11D-D1FE-CA0F-13F0FD5385B7}"/>
              </a:ext>
            </a:extLst>
          </p:cNvPr>
          <p:cNvSpPr/>
          <p:nvPr/>
        </p:nvSpPr>
        <p:spPr>
          <a:xfrm>
            <a:off x="5355836" y="4003679"/>
            <a:ext cx="382782" cy="3693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8103923-B6BF-76C2-3B36-832825C878BD}"/>
              </a:ext>
            </a:extLst>
          </p:cNvPr>
          <p:cNvSpPr/>
          <p:nvPr/>
        </p:nvSpPr>
        <p:spPr>
          <a:xfrm>
            <a:off x="1442228" y="3721406"/>
            <a:ext cx="382782" cy="628860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2311B4-448A-8373-E647-BD21D7936E0D}"/>
              </a:ext>
            </a:extLst>
          </p:cNvPr>
          <p:cNvSpPr txBox="1"/>
          <p:nvPr/>
        </p:nvSpPr>
        <p:spPr>
          <a:xfrm>
            <a:off x="930738" y="3429000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Date&amp;time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7912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0A6D6-0E7A-57C3-4D04-9F8367262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95C1C-0267-E3C7-D9A1-186DD211A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2062150"/>
          </a:xfrm>
        </p:spPr>
        <p:txBody>
          <a:bodyPr/>
          <a:lstStyle/>
          <a:p>
            <a:r>
              <a:rPr lang="en-US" dirty="0"/>
              <a:t>Activity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05C91-173C-A3E9-42BE-D6DA06071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05" y="138436"/>
            <a:ext cx="6172412" cy="2827056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Is this a tidy table?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97643-10AC-8958-9F03-031FA90E3204}"/>
              </a:ext>
            </a:extLst>
          </p:cNvPr>
          <p:cNvSpPr txBox="1"/>
          <p:nvPr/>
        </p:nvSpPr>
        <p:spPr>
          <a:xfrm>
            <a:off x="1263316" y="2767263"/>
            <a:ext cx="2844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70C0"/>
                </a:solidFill>
              </a:rPr>
              <a:t>SG_GDP_Summary.xlsx</a:t>
            </a:r>
            <a:endParaRPr lang="en-SG" i="1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E58F81-13C4-22A8-A71D-DCA2BF2EFB9D}"/>
              </a:ext>
            </a:extLst>
          </p:cNvPr>
          <p:cNvSpPr txBox="1"/>
          <p:nvPr/>
        </p:nvSpPr>
        <p:spPr>
          <a:xfrm>
            <a:off x="4997854" y="2120932"/>
            <a:ext cx="688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in this file can be “transpose” to tidy table.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2123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44869-E972-4CBE-C51C-9855F136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6B07-10FA-4AD3-0C68-7A6A4DF56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2062150"/>
          </a:xfrm>
        </p:spPr>
        <p:txBody>
          <a:bodyPr/>
          <a:lstStyle/>
          <a:p>
            <a:r>
              <a:rPr lang="en-US" dirty="0"/>
              <a:t>Activity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4D386-1032-6B39-F68E-E2DDC86CC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905" y="138436"/>
            <a:ext cx="6172412" cy="2827056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What are un-structured data?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56191C-5153-8106-2789-C4D1AFC5AB84}"/>
              </a:ext>
            </a:extLst>
          </p:cNvPr>
          <p:cNvSpPr/>
          <p:nvPr/>
        </p:nvSpPr>
        <p:spPr>
          <a:xfrm>
            <a:off x="4960949" y="1648326"/>
            <a:ext cx="6588133" cy="261085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Data </a:t>
            </a: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</a:rPr>
              <a:t>is not organized systematically.</a:t>
            </a:r>
          </a:p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Example: 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Segoe UI" panose="020B0502040204020203" pitchFamily="34" charset="0"/>
              </a:rPr>
              <a:t>Text documents</a:t>
            </a:r>
          </a:p>
          <a:p>
            <a:pPr algn="l">
              <a:lnSpc>
                <a:spcPct val="150000"/>
              </a:lnSpc>
            </a:pPr>
            <a:r>
              <a:rPr lang="en-US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Multimedia files (Images, videos, audio)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9B2945-E60C-A907-65D2-8F7BB5CFA0AE}"/>
              </a:ext>
            </a:extLst>
          </p:cNvPr>
          <p:cNvSpPr txBox="1"/>
          <p:nvPr/>
        </p:nvSpPr>
        <p:spPr>
          <a:xfrm>
            <a:off x="5050905" y="4840342"/>
            <a:ext cx="6572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**In this subject, we will not handle un-structured data.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0975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C3D70-4859-0F85-E0AA-8049A0BB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B2C92-DD46-B46F-46BE-22113DFD2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1" y="705114"/>
            <a:ext cx="6172412" cy="1203898"/>
          </a:xfrm>
        </p:spPr>
        <p:txBody>
          <a:bodyPr/>
          <a:lstStyle/>
          <a:p>
            <a:r>
              <a:rPr lang="en-US" dirty="0"/>
              <a:t>How many data file types were covered?</a:t>
            </a:r>
            <a:endParaRPr lang="en-SG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0746BD-A244-F173-5CE0-A171CF4A7829}"/>
              </a:ext>
            </a:extLst>
          </p:cNvPr>
          <p:cNvSpPr/>
          <p:nvPr/>
        </p:nvSpPr>
        <p:spPr>
          <a:xfrm>
            <a:off x="5903495" y="2261937"/>
            <a:ext cx="5021179" cy="33528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en-US" sz="2400" dirty="0"/>
              <a:t>Three types:</a:t>
            </a:r>
          </a:p>
          <a:p>
            <a:pPr algn="ctr">
              <a:lnSpc>
                <a:spcPct val="200000"/>
              </a:lnSpc>
            </a:pPr>
            <a:r>
              <a:rPr lang="en-US" sz="2400" dirty="0"/>
              <a:t>Excel (.xlsx)</a:t>
            </a:r>
          </a:p>
          <a:p>
            <a:pPr algn="ctr">
              <a:lnSpc>
                <a:spcPct val="200000"/>
              </a:lnSpc>
            </a:pPr>
            <a:r>
              <a:rPr lang="en-US" sz="2400" dirty="0"/>
              <a:t>CSV</a:t>
            </a:r>
          </a:p>
          <a:p>
            <a:pPr algn="ctr">
              <a:lnSpc>
                <a:spcPct val="200000"/>
              </a:lnSpc>
            </a:pPr>
            <a:r>
              <a:rPr lang="en-US" sz="2400" dirty="0"/>
              <a:t>JSON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3364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3FDC-29C8-4B94-8A8D-9FEDD2C5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</a:t>
            </a:r>
            <a:endParaRPr lang="en-S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65FCAD-3B0E-30EE-DD69-6E5728A958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54891" y="875858"/>
            <a:ext cx="7494172" cy="412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1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BDF4-930D-8E66-18ED-CF2BF1C5D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are the variables in this data table?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</a:rPr>
              <a:t>Numerical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Categorical</a:t>
            </a:r>
            <a:r>
              <a:rPr lang="en-US" dirty="0"/>
              <a:t>?</a:t>
            </a:r>
            <a:endParaRPr lang="en-SG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86334EB-6560-436A-3C8B-96D647F820D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932" y="356099"/>
            <a:ext cx="6646357" cy="5197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7316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A6AF2-D5F0-41F3-895A-980BF950C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method for different data types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31CD22-7A0C-4494-A1F9-EC118C47CC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54891" y="356562"/>
            <a:ext cx="7991134" cy="5342489"/>
          </a:xfrm>
        </p:spPr>
      </p:pic>
    </p:spTree>
    <p:extLst>
      <p:ext uri="{BB962C8B-B14F-4D97-AF65-F5344CB8AC3E}">
        <p14:creationId xmlns:p14="http://schemas.microsoft.com/office/powerpoint/2010/main" val="4212601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3D0E-464E-40F1-9871-4BA64E5E5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801491" cy="5197498"/>
          </a:xfrm>
        </p:spPr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Visualisation</a:t>
            </a:r>
            <a:r>
              <a:rPr lang="en-US" dirty="0"/>
              <a:t>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231EB-CBB8-418D-981B-BBBFD2142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777" y="0"/>
            <a:ext cx="6172412" cy="957623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/>
              <a:t>Ancomsbe</a:t>
            </a:r>
            <a:r>
              <a:rPr lang="en-US" dirty="0"/>
              <a:t> Quartet </a:t>
            </a: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Open the Excel file </a:t>
            </a:r>
            <a:r>
              <a:rPr lang="en-US" sz="1800" b="0" i="1" u="none" strike="noStrike" baseline="0" dirty="0">
                <a:solidFill>
                  <a:srgbClr val="5B9BD4"/>
                </a:solidFill>
                <a:latin typeface="Arial" panose="020B0604020202020204" pitchFamily="34" charset="0"/>
              </a:rPr>
              <a:t>“Anscombe_Quartet.xlsx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” (in Excel application)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71FD94-E9C7-48CB-87CD-220EB708E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585" y="844449"/>
            <a:ext cx="6172412" cy="52041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DF4EEB-B0F7-87DC-BC29-9F91CD77992B}"/>
              </a:ext>
            </a:extLst>
          </p:cNvPr>
          <p:cNvSpPr txBox="1"/>
          <p:nvPr/>
        </p:nvSpPr>
        <p:spPr>
          <a:xfrm>
            <a:off x="5444691" y="6013551"/>
            <a:ext cx="66210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>
                <a:hlinkClick r:id="rId4"/>
              </a:rPr>
              <a:t>https://en.wikipedia.org/wiki/Anscombe%27s_quarte</a:t>
            </a:r>
            <a:r>
              <a:rPr lang="en-SG" sz="1200" dirty="0"/>
              <a:t>t </a:t>
            </a:r>
          </a:p>
        </p:txBody>
      </p:sp>
    </p:spTree>
    <p:extLst>
      <p:ext uri="{BB962C8B-B14F-4D97-AF65-F5344CB8AC3E}">
        <p14:creationId xmlns:p14="http://schemas.microsoft.com/office/powerpoint/2010/main" val="689189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2526924-84D3-45FB-A5FE-62D8FCBF5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2A6256-1DD0-4E4B-A8B3-9A711B4D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60540-185E-4652-BFD2-9B362EF3B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AE2A1-2DAC-4EC6-B07E-C1ED1AC9E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373094" cy="1030360"/>
          </a:xfrm>
        </p:spPr>
        <p:txBody>
          <a:bodyPr>
            <a:normAutofit fontScale="90000"/>
          </a:bodyPr>
          <a:lstStyle/>
          <a:p>
            <a:r>
              <a:rPr lang="en-SG" dirty="0">
                <a:solidFill>
                  <a:schemeClr val="bg1"/>
                </a:solidFill>
              </a:rPr>
              <a:t>Median and Interquartile Range in Box Plot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29789F4-85C1-41A0-83EB-992E22210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D367D-6DD2-4A7C-8918-0DCAC297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A74392-0F5C-40C2-AA23-392531426A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528" y="2514601"/>
            <a:ext cx="67818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30F956-37E3-4115-A79A-4BB32178F0A6}"/>
              </a:ext>
            </a:extLst>
          </p:cNvPr>
          <p:cNvSpPr txBox="1"/>
          <p:nvPr/>
        </p:nvSpPr>
        <p:spPr>
          <a:xfrm>
            <a:off x="2077539" y="5583113"/>
            <a:ext cx="9125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/>
              <a:t>The graphical presentation of Median and IQR is a box plot.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8450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ED69555-EE48-4B19-812B-4E1068DBF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72EEBA-3A5D-41CE-8465-A45A0F656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A164D6B-6878-4B9F-A2D0-985D39B1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13CD7F-736E-4AF7-AB2B-473CAA9E1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8768" y="-2946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EDA2F5-6B28-478B-9AC4-43FE41E2B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916907"/>
            <a:ext cx="12192000" cy="23740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0DB221-8AFD-43D8-B32B-B6CADAAA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5102" y="4153113"/>
            <a:ext cx="9180747" cy="1248431"/>
          </a:xfrm>
        </p:spPr>
        <p:txBody>
          <a:bodyPr vert="horz" lIns="109728" tIns="109728" rIns="109728" bIns="91440" rtlCol="0" anchor="b">
            <a:normAutofit fontScale="90000"/>
          </a:bodyPr>
          <a:lstStyle/>
          <a:p>
            <a:pPr>
              <a:lnSpc>
                <a:spcPct val="115000"/>
              </a:lnSpc>
            </a:pPr>
            <a:r>
              <a:rPr lang="en-US" sz="3800" b="0" cap="all" dirty="0">
                <a:solidFill>
                  <a:schemeClr val="bg1"/>
                </a:solidFill>
              </a:rPr>
              <a:t>A box plot can be presented in 2 orientations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1D712E-ABB9-4258-877D-9349C8577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979202"/>
            <a:ext cx="1006766" cy="22494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528E56-1447-4C98-882B-CE26279501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D283D5-569D-4FB3-84CE-319209836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993040" y="484632"/>
            <a:ext cx="1988406" cy="299177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8EAC26D-6BAA-40DB-8C61-90C7CC5E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649423" y="1933956"/>
            <a:ext cx="393192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12AD9B-3B23-4D6B-8696-345772191937}"/>
              </a:ext>
            </a:extLst>
          </p:cNvPr>
          <p:cNvSpPr/>
          <p:nvPr/>
        </p:nvSpPr>
        <p:spPr>
          <a:xfrm rot="5400000">
            <a:off x="8808159" y="515832"/>
            <a:ext cx="733927" cy="18408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2C0B58-84B5-4797-8DC1-03298C14C51B}"/>
              </a:ext>
            </a:extLst>
          </p:cNvPr>
          <p:cNvCxnSpPr>
            <a:cxnSpLocks/>
            <a:stCxn id="15" idx="1"/>
            <a:endCxn id="15" idx="3"/>
          </p:cNvCxnSpPr>
          <p:nvPr/>
        </p:nvCxnSpPr>
        <p:spPr>
          <a:xfrm rot="5400000">
            <a:off x="8808158" y="1436247"/>
            <a:ext cx="7339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A03589-7870-44E4-B31A-9D551D45EE5A}"/>
              </a:ext>
            </a:extLst>
          </p:cNvPr>
          <p:cNvCxnSpPr>
            <a:cxnSpLocks/>
          </p:cNvCxnSpPr>
          <p:nvPr/>
        </p:nvCxnSpPr>
        <p:spPr>
          <a:xfrm rot="5400000">
            <a:off x="10638234" y="1426778"/>
            <a:ext cx="73392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CDF744-A046-4E6C-A7B1-690ACF548FFA}"/>
              </a:ext>
            </a:extLst>
          </p:cNvPr>
          <p:cNvCxnSpPr>
            <a:cxnSpLocks/>
          </p:cNvCxnSpPr>
          <p:nvPr/>
        </p:nvCxnSpPr>
        <p:spPr>
          <a:xfrm rot="5400000">
            <a:off x="6992312" y="1436245"/>
            <a:ext cx="733927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C3E515-A10D-43BA-8404-DC2378F79E8C}"/>
              </a:ext>
            </a:extLst>
          </p:cNvPr>
          <p:cNvCxnSpPr>
            <a:cxnSpLocks/>
            <a:stCxn id="15" idx="0"/>
          </p:cNvCxnSpPr>
          <p:nvPr/>
        </p:nvCxnSpPr>
        <p:spPr>
          <a:xfrm rot="5400000" flipH="1" flipV="1">
            <a:off x="10545633" y="976683"/>
            <a:ext cx="9469" cy="90966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3626688-FB10-46C6-A43C-09E17621E894}"/>
              </a:ext>
            </a:extLst>
          </p:cNvPr>
          <p:cNvCxnSpPr>
            <a:cxnSpLocks/>
          </p:cNvCxnSpPr>
          <p:nvPr/>
        </p:nvCxnSpPr>
        <p:spPr>
          <a:xfrm rot="5400000" flipV="1">
            <a:off x="7843424" y="949397"/>
            <a:ext cx="0" cy="96829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A4CB194-D564-49E3-A3A9-2CDE52869464}"/>
              </a:ext>
            </a:extLst>
          </p:cNvPr>
          <p:cNvSpPr txBox="1"/>
          <p:nvPr/>
        </p:nvSpPr>
        <p:spPr>
          <a:xfrm>
            <a:off x="8623316" y="1952660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Median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C5F933-75BE-4E5B-BF27-B602FEEB6B18}"/>
              </a:ext>
            </a:extLst>
          </p:cNvPr>
          <p:cNvSpPr txBox="1"/>
          <p:nvPr/>
        </p:nvSpPr>
        <p:spPr>
          <a:xfrm>
            <a:off x="10623126" y="1924221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Max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7712A6-084C-4C43-9D52-A81BC75DB95B}"/>
              </a:ext>
            </a:extLst>
          </p:cNvPr>
          <p:cNvSpPr txBox="1"/>
          <p:nvPr/>
        </p:nvSpPr>
        <p:spPr>
          <a:xfrm>
            <a:off x="7165331" y="1954678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Min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D54239-03F1-40E1-8F6E-E6885F79EB85}"/>
              </a:ext>
            </a:extLst>
          </p:cNvPr>
          <p:cNvCxnSpPr>
            <a:cxnSpLocks/>
          </p:cNvCxnSpPr>
          <p:nvPr/>
        </p:nvCxnSpPr>
        <p:spPr>
          <a:xfrm rot="5400000">
            <a:off x="9175122" y="-58986"/>
            <a:ext cx="0" cy="18408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5202877-5359-4093-996E-32BC6A51EDC6}"/>
              </a:ext>
            </a:extLst>
          </p:cNvPr>
          <p:cNvSpPr txBox="1"/>
          <p:nvPr/>
        </p:nvSpPr>
        <p:spPr>
          <a:xfrm>
            <a:off x="8869590" y="371231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IQR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508083-CA77-4EAA-B222-EE88FB206344}"/>
              </a:ext>
            </a:extLst>
          </p:cNvPr>
          <p:cNvSpPr txBox="1"/>
          <p:nvPr/>
        </p:nvSpPr>
        <p:spPr>
          <a:xfrm>
            <a:off x="7963601" y="195467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Q1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CA0295-5185-4039-9EDD-9C8C977D6037}"/>
              </a:ext>
            </a:extLst>
          </p:cNvPr>
          <p:cNvSpPr txBox="1"/>
          <p:nvPr/>
        </p:nvSpPr>
        <p:spPr>
          <a:xfrm>
            <a:off x="9762866" y="1954677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Q3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0639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3124F5-9ADB-9D9C-F30C-4DC060FE0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Exercises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D95F1-93AA-4445-C6C3-B19182891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 to worksheet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46568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CD12-8E27-4EA0-B469-EF376031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447675"/>
            <a:ext cx="3411973" cy="3032256"/>
          </a:xfrm>
        </p:spPr>
        <p:txBody>
          <a:bodyPr>
            <a:normAutofit fontScale="90000"/>
          </a:bodyPr>
          <a:lstStyle/>
          <a:p>
            <a:r>
              <a:rPr lang="en-SG" dirty="0"/>
              <a:t>How to Construct the box plot</a:t>
            </a:r>
            <a:br>
              <a:rPr lang="en-SG" dirty="0"/>
            </a:br>
            <a:r>
              <a:rPr lang="en-SG" dirty="0"/>
              <a:t>(Lab Ex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E1E2E-6650-4D00-A39C-87E8C545B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0" y="352556"/>
            <a:ext cx="6172412" cy="6152887"/>
          </a:xfrm>
        </p:spPr>
        <p:txBody>
          <a:bodyPr/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Refer to our last practice, on the subject marks: </a:t>
            </a:r>
            <a:r>
              <a:rPr lang="en-US" sz="1800" b="0" i="1" u="none" strike="noStrike" baseline="0" dirty="0">
                <a:solidFill>
                  <a:srgbClr val="4471C4"/>
                </a:solidFill>
                <a:latin typeface="Arial" panose="020B0604020202020204" pitchFamily="34" charset="0"/>
              </a:rPr>
              <a:t>Oct21_Marks.xlsx </a:t>
            </a:r>
          </a:p>
          <a:p>
            <a:r>
              <a:rPr lang="en-SG" dirty="0"/>
              <a:t>Lower Quartile = 44</a:t>
            </a:r>
          </a:p>
          <a:p>
            <a:r>
              <a:rPr lang="en-SG" dirty="0"/>
              <a:t>Median = 76</a:t>
            </a:r>
          </a:p>
          <a:p>
            <a:r>
              <a:rPr lang="en-SG" dirty="0"/>
              <a:t>Upper Quartile = 81.5</a:t>
            </a:r>
          </a:p>
          <a:p>
            <a:r>
              <a:rPr lang="en-SG" dirty="0"/>
              <a:t>Max = 96</a:t>
            </a:r>
          </a:p>
          <a:p>
            <a:r>
              <a:rPr lang="en-SG" dirty="0"/>
              <a:t>Min = 25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2479998-D1B5-79D7-5018-98DD210CE050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4" y="4241799"/>
            <a:ext cx="93122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61D66C-29C4-FADD-DA94-3588311F5AE5}"/>
              </a:ext>
            </a:extLst>
          </p:cNvPr>
          <p:cNvSpPr/>
          <p:nvPr/>
        </p:nvSpPr>
        <p:spPr>
          <a:xfrm>
            <a:off x="3981450" y="4686300"/>
            <a:ext cx="4276725" cy="514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E24BB6F-DFBB-40B7-9869-95A9CDFD851C}"/>
              </a:ext>
            </a:extLst>
          </p:cNvPr>
          <p:cNvGrpSpPr/>
          <p:nvPr/>
        </p:nvGrpSpPr>
        <p:grpSpPr>
          <a:xfrm>
            <a:off x="8258175" y="4552950"/>
            <a:ext cx="1876425" cy="781050"/>
            <a:chOff x="8058150" y="3086100"/>
            <a:chExt cx="1876425" cy="78105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2874D28-066E-2929-4B0F-3284C27D2335}"/>
                </a:ext>
              </a:extLst>
            </p:cNvPr>
            <p:cNvCxnSpPr/>
            <p:nvPr/>
          </p:nvCxnSpPr>
          <p:spPr>
            <a:xfrm>
              <a:off x="9934575" y="3086100"/>
              <a:ext cx="0" cy="78105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14034C-B256-834B-E35E-9993BC96FEC2}"/>
                </a:ext>
              </a:extLst>
            </p:cNvPr>
            <p:cNvCxnSpPr/>
            <p:nvPr/>
          </p:nvCxnSpPr>
          <p:spPr>
            <a:xfrm flipH="1">
              <a:off x="8058150" y="3476625"/>
              <a:ext cx="184785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56FDA81-FB82-BCA1-EC70-DF02280D99C6}"/>
              </a:ext>
            </a:extLst>
          </p:cNvPr>
          <p:cNvCxnSpPr/>
          <p:nvPr/>
        </p:nvCxnSpPr>
        <p:spPr>
          <a:xfrm>
            <a:off x="7762875" y="4686300"/>
            <a:ext cx="0" cy="514350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6848880-6330-EBF0-0F87-6BAF94D8374F}"/>
              </a:ext>
            </a:extLst>
          </p:cNvPr>
          <p:cNvGrpSpPr/>
          <p:nvPr/>
        </p:nvGrpSpPr>
        <p:grpSpPr>
          <a:xfrm>
            <a:off x="1547813" y="4556256"/>
            <a:ext cx="2419350" cy="781050"/>
            <a:chOff x="1362075" y="3086100"/>
            <a:chExt cx="2419350" cy="78105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80A0FE8-2F8B-771E-1770-1C6DC4416460}"/>
                </a:ext>
              </a:extLst>
            </p:cNvPr>
            <p:cNvCxnSpPr/>
            <p:nvPr/>
          </p:nvCxnSpPr>
          <p:spPr>
            <a:xfrm>
              <a:off x="1362075" y="3086100"/>
              <a:ext cx="0" cy="78105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FF1AF49-75CB-8654-7761-B39658475514}"/>
                </a:ext>
              </a:extLst>
            </p:cNvPr>
            <p:cNvCxnSpPr>
              <a:cxnSpLocks/>
            </p:cNvCxnSpPr>
            <p:nvPr/>
          </p:nvCxnSpPr>
          <p:spPr>
            <a:xfrm>
              <a:off x="1362075" y="3476625"/>
              <a:ext cx="2419350" cy="0"/>
            </a:xfrm>
            <a:prstGeom prst="line">
              <a:avLst/>
            </a:prstGeom>
            <a:ln w="762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47635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CD12-8E27-4EA0-B469-EF376031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938226" cy="5197498"/>
          </a:xfrm>
        </p:spPr>
        <p:txBody>
          <a:bodyPr/>
          <a:lstStyle/>
          <a:p>
            <a:r>
              <a:rPr lang="en-SG" dirty="0"/>
              <a:t>What is Interquartile Range?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E1E2E-6650-4D00-A39C-87E8C545B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0" y="352556"/>
            <a:ext cx="3510155" cy="6152887"/>
          </a:xfrm>
        </p:spPr>
        <p:txBody>
          <a:bodyPr/>
          <a:lstStyle/>
          <a:p>
            <a:r>
              <a:rPr lang="en-SG" dirty="0"/>
              <a:t>Lower Quartile = 44</a:t>
            </a:r>
          </a:p>
          <a:p>
            <a:r>
              <a:rPr lang="en-SG" dirty="0"/>
              <a:t>Median = 76</a:t>
            </a:r>
          </a:p>
          <a:p>
            <a:r>
              <a:rPr lang="en-SG" dirty="0"/>
              <a:t>Upper Quartile = 81.5</a:t>
            </a:r>
          </a:p>
          <a:p>
            <a:r>
              <a:rPr lang="en-SG" dirty="0"/>
              <a:t>Max = 96</a:t>
            </a:r>
          </a:p>
          <a:p>
            <a:r>
              <a:rPr lang="en-SG" dirty="0"/>
              <a:t>Min = 25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C1D1C2-4EA6-431F-9642-17B86F3A5D20}"/>
              </a:ext>
            </a:extLst>
          </p:cNvPr>
          <p:cNvSpPr txBox="1"/>
          <p:nvPr/>
        </p:nvSpPr>
        <p:spPr>
          <a:xfrm>
            <a:off x="5179747" y="4114800"/>
            <a:ext cx="2131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IQR = Q3 – Q1 </a:t>
            </a:r>
          </a:p>
          <a:p>
            <a:r>
              <a:rPr lang="en-SG" dirty="0"/>
              <a:t>       = 81.5 –44  </a:t>
            </a:r>
          </a:p>
          <a:p>
            <a:r>
              <a:rPr lang="en-SG" dirty="0"/>
              <a:t>       = 37.5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1" name="Chart 10">
                <a:extLst>
                  <a:ext uri="{FF2B5EF4-FFF2-40B4-BE49-F238E27FC236}">
                    <a16:creationId xmlns:a16="http://schemas.microsoft.com/office/drawing/2014/main" id="{0AF76068-7735-966E-6DA7-695D06B4816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49413522"/>
                  </p:ext>
                </p:extLst>
              </p:nvPr>
            </p:nvGraphicFramePr>
            <p:xfrm>
              <a:off x="7618025" y="2924870"/>
              <a:ext cx="3409950" cy="300990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1" name="Chart 10">
                <a:extLst>
                  <a:ext uri="{FF2B5EF4-FFF2-40B4-BE49-F238E27FC236}">
                    <a16:creationId xmlns:a16="http://schemas.microsoft.com/office/drawing/2014/main" id="{0AF76068-7735-966E-6DA7-695D06B4816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18025" y="2924870"/>
                <a:ext cx="3409950" cy="3009901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4548830-1996-E8C2-7F1A-18052A7E382A}"/>
              </a:ext>
            </a:extLst>
          </p:cNvPr>
          <p:cNvGrpSpPr/>
          <p:nvPr/>
        </p:nvGrpSpPr>
        <p:grpSpPr>
          <a:xfrm>
            <a:off x="8232020" y="3275110"/>
            <a:ext cx="3249452" cy="1945027"/>
            <a:chOff x="8232020" y="3275110"/>
            <a:chExt cx="3249452" cy="194502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54AD6E-C9D2-480B-AE4C-D393A53F7A69}"/>
                </a:ext>
              </a:extLst>
            </p:cNvPr>
            <p:cNvSpPr txBox="1"/>
            <p:nvPr/>
          </p:nvSpPr>
          <p:spPr>
            <a:xfrm>
              <a:off x="8258399" y="3785462"/>
              <a:ext cx="11978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/>
                <a:t>76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1A86083-335F-4F35-9F91-32E01D5EC996}"/>
                </a:ext>
              </a:extLst>
            </p:cNvPr>
            <p:cNvSpPr txBox="1"/>
            <p:nvPr/>
          </p:nvSpPr>
          <p:spPr>
            <a:xfrm>
              <a:off x="8232020" y="3491024"/>
              <a:ext cx="11978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/>
                <a:t>81.5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396E78-08C9-4B18-AABF-3D1B5559DF45}"/>
                </a:ext>
              </a:extLst>
            </p:cNvPr>
            <p:cNvSpPr txBox="1"/>
            <p:nvPr/>
          </p:nvSpPr>
          <p:spPr>
            <a:xfrm>
              <a:off x="9672543" y="3275110"/>
              <a:ext cx="11978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/>
                <a:t>96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EE5B704-93D5-42DE-9A0D-1509EA8F4AD8}"/>
                </a:ext>
              </a:extLst>
            </p:cNvPr>
            <p:cNvSpPr txBox="1"/>
            <p:nvPr/>
          </p:nvSpPr>
          <p:spPr>
            <a:xfrm>
              <a:off x="8830952" y="4912360"/>
              <a:ext cx="11978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/>
                <a:t>25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2621B9-DAC9-44A9-9F4A-415B45919F5F}"/>
                </a:ext>
              </a:extLst>
            </p:cNvPr>
            <p:cNvCxnSpPr>
              <a:cxnSpLocks/>
            </p:cNvCxnSpPr>
            <p:nvPr/>
          </p:nvCxnSpPr>
          <p:spPr>
            <a:xfrm>
              <a:off x="10434231" y="3760083"/>
              <a:ext cx="0" cy="917515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B135081-94BC-387D-D2AE-0999774193FC}"/>
                </a:ext>
              </a:extLst>
            </p:cNvPr>
            <p:cNvSpPr txBox="1"/>
            <p:nvPr/>
          </p:nvSpPr>
          <p:spPr>
            <a:xfrm>
              <a:off x="8365054" y="4523710"/>
              <a:ext cx="11978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sz="1400" dirty="0"/>
                <a:t>44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BF06D1A-9632-FF52-67B9-1AE260DAE6C7}"/>
                </a:ext>
              </a:extLst>
            </p:cNvPr>
            <p:cNvSpPr txBox="1"/>
            <p:nvPr/>
          </p:nvSpPr>
          <p:spPr>
            <a:xfrm>
              <a:off x="10870407" y="4093239"/>
              <a:ext cx="6110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IQR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51355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6A6CDB-C0A5-4813-9697-CCC432E7B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09" y="940638"/>
            <a:ext cx="11379381" cy="55154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D26495-73A1-4612-8430-FE872D1195E0}"/>
              </a:ext>
            </a:extLst>
          </p:cNvPr>
          <p:cNvSpPr txBox="1"/>
          <p:nvPr/>
        </p:nvSpPr>
        <p:spPr>
          <a:xfrm>
            <a:off x="609600" y="290287"/>
            <a:ext cx="1584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>
                <a:latin typeface="Aharoni" panose="02010803020104030203" pitchFamily="2" charset="-79"/>
                <a:cs typeface="Aharoni" panose="02010803020104030203" pitchFamily="2" charset="-79"/>
              </a:rPr>
              <a:t>Exercise 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217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6A6CDB-C0A5-4813-9697-CCC432E7B2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09" y="940638"/>
            <a:ext cx="11379381" cy="55154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D26495-73A1-4612-8430-FE872D1195E0}"/>
              </a:ext>
            </a:extLst>
          </p:cNvPr>
          <p:cNvSpPr txBox="1"/>
          <p:nvPr/>
        </p:nvSpPr>
        <p:spPr>
          <a:xfrm>
            <a:off x="504735" y="243248"/>
            <a:ext cx="4458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>
                <a:latin typeface="Aharoni" panose="02010803020104030203" pitchFamily="2" charset="-79"/>
                <a:cs typeface="Aharoni" panose="02010803020104030203" pitchFamily="2" charset="-79"/>
              </a:rPr>
              <a:t>Worksheet Activity (solution)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C2DE7-E261-4102-BDC8-B344FE5FC21D}"/>
              </a:ext>
            </a:extLst>
          </p:cNvPr>
          <p:cNvSpPr txBox="1"/>
          <p:nvPr/>
        </p:nvSpPr>
        <p:spPr>
          <a:xfrm>
            <a:off x="5381701" y="1132114"/>
            <a:ext cx="14285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/>
              <a:t>Median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6248CD-50F8-4F4C-A30C-791C0F54E7BE}"/>
              </a:ext>
            </a:extLst>
          </p:cNvPr>
          <p:cNvSpPr txBox="1"/>
          <p:nvPr/>
        </p:nvSpPr>
        <p:spPr>
          <a:xfrm>
            <a:off x="7290330" y="1132114"/>
            <a:ext cx="274331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2800" dirty="0"/>
              <a:t>Upper Quartile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34D82-F223-4B72-A439-B77D05BF467C}"/>
              </a:ext>
            </a:extLst>
          </p:cNvPr>
          <p:cNvSpPr txBox="1"/>
          <p:nvPr/>
        </p:nvSpPr>
        <p:spPr>
          <a:xfrm>
            <a:off x="1869244" y="1141135"/>
            <a:ext cx="275934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2800" dirty="0"/>
              <a:t>Lower Quartile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53997-B892-45DF-8FC8-4BFE213D85AB}"/>
              </a:ext>
            </a:extLst>
          </p:cNvPr>
          <p:cNvSpPr txBox="1"/>
          <p:nvPr/>
        </p:nvSpPr>
        <p:spPr>
          <a:xfrm>
            <a:off x="9344102" y="1873754"/>
            <a:ext cx="189186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2800" dirty="0"/>
              <a:t>Maximum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5C57A7-22F5-4D69-84CD-B4239173A81B}"/>
              </a:ext>
            </a:extLst>
          </p:cNvPr>
          <p:cNvSpPr txBox="1"/>
          <p:nvPr/>
        </p:nvSpPr>
        <p:spPr>
          <a:xfrm>
            <a:off x="696595" y="1873754"/>
            <a:ext cx="1797287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2800" dirty="0"/>
              <a:t>Minimum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2F6EF-9922-4A26-98D7-8408E9289700}"/>
              </a:ext>
            </a:extLst>
          </p:cNvPr>
          <p:cNvSpPr txBox="1"/>
          <p:nvPr/>
        </p:nvSpPr>
        <p:spPr>
          <a:xfrm>
            <a:off x="4989816" y="4695371"/>
            <a:ext cx="258301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2800" dirty="0"/>
              <a:t>Inter-Quartile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730008-3C25-4470-AA96-8CBA69CBD5D7}"/>
              </a:ext>
            </a:extLst>
          </p:cNvPr>
          <p:cNvSpPr txBox="1"/>
          <p:nvPr/>
        </p:nvSpPr>
        <p:spPr>
          <a:xfrm>
            <a:off x="5338157" y="5655752"/>
            <a:ext cx="128118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2800" dirty="0"/>
              <a:t>Range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3039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2B64-FA1E-454B-A495-3CD573F20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2800" dirty="0"/>
              <a:t>Plotting and Interpreting the box plot</a:t>
            </a:r>
            <a:br>
              <a:rPr lang="en-SG" sz="2800" dirty="0"/>
            </a:br>
            <a:r>
              <a:rPr lang="en-SG" sz="2800" dirty="0"/>
              <a:t>(Exercise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0F701-437E-41EA-85EF-D351ED152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sz="2800" dirty="0">
                <a:hlinkClick r:id="rId4"/>
              </a:rPr>
              <a:t>Box Plots (transum.org</a:t>
            </a:r>
            <a:endParaRPr lang="en-SG" sz="28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9806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56DB5-D264-4D0B-807F-EEC8A65A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Box Plot with extremely low and high value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F240059-FE4F-4355-945A-779AD3445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727381" y="210179"/>
            <a:ext cx="7257533" cy="30022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F271BD-3BAA-4842-93BB-F6AB0523477B}"/>
              </a:ext>
            </a:extLst>
          </p:cNvPr>
          <p:cNvSpPr txBox="1"/>
          <p:nvPr/>
        </p:nvSpPr>
        <p:spPr>
          <a:xfrm>
            <a:off x="4973810" y="3429000"/>
            <a:ext cx="6764672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400" b="1" dirty="0">
                <a:solidFill>
                  <a:srgbClr val="0070C0"/>
                </a:solidFill>
              </a:rPr>
              <a:t>Once there are OUTLIERS, the whiskers’ ends are </a:t>
            </a:r>
            <a:r>
              <a:rPr lang="en-SG" sz="2400" b="1" dirty="0">
                <a:solidFill>
                  <a:srgbClr val="FF0000"/>
                </a:solidFill>
              </a:rPr>
              <a:t>no longer</a:t>
            </a:r>
            <a:r>
              <a:rPr lang="en-SG" sz="2400" b="1" dirty="0">
                <a:solidFill>
                  <a:srgbClr val="0070C0"/>
                </a:solidFill>
              </a:rPr>
              <a:t> the Max or Min values.</a:t>
            </a:r>
            <a:endParaRPr lang="en-SG" sz="2400" dirty="0"/>
          </a:p>
          <a:p>
            <a:pPr>
              <a:lnSpc>
                <a:spcPct val="150000"/>
              </a:lnSpc>
            </a:pPr>
            <a:r>
              <a:rPr lang="en-SG" sz="2400" dirty="0"/>
              <a:t>Data points are classified as outliers when their values go beyond </a:t>
            </a:r>
            <a:r>
              <a:rPr lang="en-SG" sz="2400" dirty="0">
                <a:highlight>
                  <a:srgbClr val="FFFF00"/>
                </a:highlight>
              </a:rPr>
              <a:t>Q1/Q3 +/- 1.5xIQR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059F2E-0448-4F51-9429-6807FA3D3EF5}"/>
              </a:ext>
            </a:extLst>
          </p:cNvPr>
          <p:cNvSpPr txBox="1"/>
          <p:nvPr/>
        </p:nvSpPr>
        <p:spPr>
          <a:xfrm>
            <a:off x="4776969" y="3183905"/>
            <a:ext cx="71583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>
                <a:hlinkClick r:id="rId5"/>
              </a:rPr>
              <a:t>https://help.ezbiocloud.net/wp/wp-content/uploads/2018/03/A-typical-box-plot.png</a:t>
            </a:r>
            <a:endParaRPr lang="en-SG" sz="1200" dirty="0"/>
          </a:p>
          <a:p>
            <a:endParaRPr lang="en-SG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1167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56DB5-D264-4D0B-807F-EEC8A65A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Box Plot with extremely low and high value</a:t>
            </a:r>
            <a:br>
              <a:rPr lang="en-SG" dirty="0"/>
            </a:br>
            <a:r>
              <a:rPr lang="en-SG" dirty="0"/>
              <a:t>(Exercise 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271BD-3BAA-4842-93BB-F6AB0523477B}"/>
              </a:ext>
            </a:extLst>
          </p:cNvPr>
          <p:cNvSpPr txBox="1"/>
          <p:nvPr/>
        </p:nvSpPr>
        <p:spPr>
          <a:xfrm>
            <a:off x="4784410" y="142875"/>
            <a:ext cx="6764672" cy="6363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Let's calculate the upper whisker step by step:</a:t>
            </a:r>
          </a:p>
          <a:p>
            <a:r>
              <a:rPr lang="en-US" sz="2000" b="1" dirty="0"/>
              <a:t>1. Find the Interquartile Range (IQR):</a:t>
            </a:r>
            <a:endParaRPr lang="en-US" sz="2000" dirty="0"/>
          </a:p>
          <a:p>
            <a:r>
              <a:rPr lang="en-US" sz="2000" dirty="0"/>
              <a:t>	IQR=Q3−Q1=44−30 = 14</a:t>
            </a:r>
          </a:p>
          <a:p>
            <a:endParaRPr lang="en-US" sz="2000" dirty="0"/>
          </a:p>
          <a:p>
            <a:r>
              <a:rPr lang="en-US" sz="2000" b="1" dirty="0"/>
              <a:t>2. Calculate 1.5 times the IQR:</a:t>
            </a:r>
          </a:p>
          <a:p>
            <a:r>
              <a:rPr lang="en-US" sz="2000" dirty="0"/>
              <a:t>	1.5×IQR=1.5×14=21</a:t>
            </a:r>
          </a:p>
          <a:p>
            <a:endParaRPr lang="en-US" sz="2000" dirty="0"/>
          </a:p>
          <a:p>
            <a:r>
              <a:rPr lang="en-US" sz="2000" b="1" dirty="0"/>
              <a:t>3. Add this value to Q3 to find the upper whisker limit:</a:t>
            </a:r>
          </a:p>
          <a:p>
            <a:r>
              <a:rPr lang="en-US" sz="2000" dirty="0"/>
              <a:t>   Upper Whisker Limit=Q3+1.5×IQR=44+21=65</a:t>
            </a:r>
          </a:p>
          <a:p>
            <a:endParaRPr lang="en-US" sz="2000" dirty="0"/>
          </a:p>
          <a:p>
            <a:r>
              <a:rPr lang="en-US" sz="2000" b="1" dirty="0"/>
              <a:t>4. Determine the value at the upper whisker: </a:t>
            </a:r>
          </a:p>
          <a:p>
            <a:r>
              <a:rPr lang="en-US" sz="2000" dirty="0"/>
              <a:t>The upper whisker should be the highest data point that is less than or equal to 65. In the sorted data:</a:t>
            </a:r>
          </a:p>
          <a:p>
            <a:r>
              <a:rPr lang="en-US" sz="2000" dirty="0"/>
              <a:t>             48,48,49,55,67,76,78,80 </a:t>
            </a:r>
          </a:p>
          <a:p>
            <a:endParaRPr lang="en-US" sz="2000" dirty="0"/>
          </a:p>
          <a:p>
            <a:r>
              <a:rPr lang="en-US" sz="2000" dirty="0"/>
              <a:t>The highest data point less than or equal to 65 is </a:t>
            </a:r>
            <a:r>
              <a:rPr lang="en-US" sz="2000" b="1" dirty="0"/>
              <a:t>55</a:t>
            </a:r>
            <a:r>
              <a:rPr lang="en-US" sz="2000" dirty="0"/>
              <a:t>.</a:t>
            </a:r>
          </a:p>
          <a:p>
            <a:r>
              <a:rPr lang="en-US" sz="2000" dirty="0"/>
              <a:t>Therefore, the value at the upper whisker is </a:t>
            </a:r>
            <a:r>
              <a:rPr lang="en-US" sz="2000" b="1" dirty="0"/>
              <a:t>55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endParaRPr lang="en-SG" sz="2000" dirty="0">
              <a:highlight>
                <a:srgbClr val="FFFF00"/>
              </a:highligh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2299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1F1A0F-29E3-4EE4-8156-0E5F2079A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C7DF5CD-D514-457D-A635-7592D4609C54}"/>
              </a:ext>
            </a:extLst>
          </p:cNvPr>
          <p:cNvSpPr/>
          <p:nvPr/>
        </p:nvSpPr>
        <p:spPr>
          <a:xfrm>
            <a:off x="8919411" y="5277853"/>
            <a:ext cx="1828800" cy="142774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>
                <a:solidFill>
                  <a:schemeClr val="tx1"/>
                </a:solidFill>
              </a:rPr>
              <a:t>15 min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FF0BCA-0487-4394-9C8C-9EC1ADD83E1D}"/>
              </a:ext>
            </a:extLst>
          </p:cNvPr>
          <p:cNvSpPr txBox="1"/>
          <p:nvPr/>
        </p:nvSpPr>
        <p:spPr>
          <a:xfrm>
            <a:off x="1219201" y="4601029"/>
            <a:ext cx="31786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After the break,</a:t>
            </a:r>
          </a:p>
          <a:p>
            <a:r>
              <a:rPr lang="en-SG" sz="2800" b="1" dirty="0">
                <a:latin typeface="Aharoni" panose="02010803020104030203" pitchFamily="2" charset="-79"/>
                <a:cs typeface="Aharoni" panose="02010803020104030203" pitchFamily="2" charset="-79"/>
              </a:rPr>
              <a:t>We will use TABLEAU to plot the graphs.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2945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6F2610-951D-4CEC-B977-FE7B415AEF06}"/>
              </a:ext>
            </a:extLst>
          </p:cNvPr>
          <p:cNvSpPr/>
          <p:nvPr/>
        </p:nvSpPr>
        <p:spPr>
          <a:xfrm>
            <a:off x="0" y="246743"/>
            <a:ext cx="12192000" cy="89988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200" dirty="0"/>
              <a:t>Where should you save your files?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6D86A-51AF-4DEB-B526-6F56968C6528}"/>
              </a:ext>
            </a:extLst>
          </p:cNvPr>
          <p:cNvSpPr txBox="1"/>
          <p:nvPr/>
        </p:nvSpPr>
        <p:spPr>
          <a:xfrm>
            <a:off x="740229" y="1625600"/>
            <a:ext cx="1070196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800" dirty="0">
                <a:latin typeface="Abadi" panose="020B0604020104020204" pitchFamily="34" charset="0"/>
              </a:rPr>
              <a:t>Create a folder for this subject.  Can name it as </a:t>
            </a:r>
            <a:r>
              <a:rPr lang="en-SG" sz="2800" dirty="0" err="1">
                <a:solidFill>
                  <a:srgbClr val="0070C0"/>
                </a:solidFill>
                <a:latin typeface="Abadi" panose="020B0604020104020204" pitchFamily="34" charset="0"/>
              </a:rPr>
              <a:t>MyDvis</a:t>
            </a:r>
            <a:endParaRPr lang="en-SG" sz="28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endParaRPr lang="en-SG" sz="28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r>
              <a:rPr lang="en-SG" sz="2800" dirty="0">
                <a:solidFill>
                  <a:srgbClr val="0070C0"/>
                </a:solidFill>
                <a:latin typeface="Abadi" panose="020B0604020104020204" pitchFamily="34" charset="0"/>
              </a:rPr>
              <a:t>                         On your “desktop” or “document” folder</a:t>
            </a:r>
          </a:p>
          <a:p>
            <a:endParaRPr lang="en-SG" sz="2800" dirty="0">
              <a:solidFill>
                <a:srgbClr val="0070C0"/>
              </a:solidFill>
              <a:latin typeface="Abadi" panose="020B0604020104020204" pitchFamily="34" charset="0"/>
            </a:endParaRPr>
          </a:p>
          <a:p>
            <a:r>
              <a:rPr lang="en-SG" sz="2800" dirty="0">
                <a:solidFill>
                  <a:srgbClr val="0070C0"/>
                </a:solidFill>
                <a:latin typeface="Abadi" panose="020B0604020104020204" pitchFamily="34" charset="0"/>
              </a:rPr>
              <a:t>                         Keep all exercises in this folder for easy reference.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587276-97D6-4755-8AD7-956799A29F2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795" y="2371158"/>
            <a:ext cx="1664277" cy="17852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0919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6F2610-951D-4CEC-B977-FE7B415AEF06}"/>
              </a:ext>
            </a:extLst>
          </p:cNvPr>
          <p:cNvSpPr/>
          <p:nvPr/>
        </p:nvSpPr>
        <p:spPr>
          <a:xfrm>
            <a:off x="0" y="246743"/>
            <a:ext cx="12192000" cy="89988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200" dirty="0"/>
              <a:t>Exercise 4: Introduction to TABLEAU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26D86A-51AF-4DEB-B526-6F56968C6528}"/>
              </a:ext>
            </a:extLst>
          </p:cNvPr>
          <p:cNvSpPr txBox="1"/>
          <p:nvPr/>
        </p:nvSpPr>
        <p:spPr>
          <a:xfrm>
            <a:off x="740229" y="1625600"/>
            <a:ext cx="623286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800" dirty="0"/>
              <a:t>How to read in EXCEL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800" dirty="0"/>
              <a:t>Understand the User Interface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SG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800" dirty="0"/>
              <a:t>How to use it to create box-plot.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D49788-A8B0-D24D-EC58-887F7D055AD3}"/>
              </a:ext>
            </a:extLst>
          </p:cNvPr>
          <p:cNvSpPr/>
          <p:nvPr/>
        </p:nvSpPr>
        <p:spPr>
          <a:xfrm>
            <a:off x="2117557" y="4180687"/>
            <a:ext cx="7459579" cy="210342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Refer to worksheet:</a:t>
            </a:r>
          </a:p>
          <a:p>
            <a:pPr algn="ctr"/>
            <a:r>
              <a:rPr lang="en-US" sz="2000" dirty="0"/>
              <a:t>Introduction to TABLEAU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Create box plot for CO2 and Temperature</a:t>
            </a:r>
            <a:endParaRPr lang="en-SG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3088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>
            <a:extLst>
              <a:ext uri="{FF2B5EF4-FFF2-40B4-BE49-F238E27FC236}">
                <a16:creationId xmlns:a16="http://schemas.microsoft.com/office/drawing/2014/main" id="{2AFF06ED-94A9-1829-48F3-E21A2FFBE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18" y="0"/>
            <a:ext cx="6178550" cy="401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AF3C78-4931-D382-ED00-E880DC130667}"/>
              </a:ext>
            </a:extLst>
          </p:cNvPr>
          <p:cNvSpPr txBox="1"/>
          <p:nvPr/>
        </p:nvSpPr>
        <p:spPr>
          <a:xfrm>
            <a:off x="5534526" y="2336047"/>
            <a:ext cx="6096000" cy="39703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Insights:</a:t>
            </a:r>
          </a:p>
          <a:p>
            <a:endParaRPr lang="en-US" dirty="0"/>
          </a:p>
          <a:p>
            <a:r>
              <a:rPr lang="en-US" dirty="0"/>
              <a:t>The CO2 level has more variability below the Median, 447.87 ppm (parts per million)</a:t>
            </a:r>
          </a:p>
          <a:p>
            <a:r>
              <a:rPr lang="en-US" dirty="0"/>
              <a:t>There are no outliers.</a:t>
            </a:r>
          </a:p>
          <a:p>
            <a:endParaRPr lang="en-US" dirty="0"/>
          </a:p>
          <a:p>
            <a:r>
              <a:rPr lang="en-US" dirty="0"/>
              <a:t>(more insights with comparison)</a:t>
            </a:r>
          </a:p>
          <a:p>
            <a:r>
              <a:rPr lang="en-US" dirty="0"/>
              <a:t>50% of the times the CO2 stays below 447.87ppm.</a:t>
            </a:r>
          </a:p>
          <a:p>
            <a:r>
              <a:rPr lang="en-US" dirty="0"/>
              <a:t>The air quality is acceptable with well-ventilated outdoor air.</a:t>
            </a:r>
          </a:p>
          <a:p>
            <a:r>
              <a:rPr lang="en-US" dirty="0"/>
              <a:t>Ideal CO2 </a:t>
            </a:r>
            <a:r>
              <a:rPr lang="en-US" dirty="0" err="1"/>
              <a:t>leve</a:t>
            </a:r>
            <a:r>
              <a:rPr lang="en-US" dirty="0"/>
              <a:t> for outdoor is 350 – 450 ppm </a:t>
            </a:r>
          </a:p>
          <a:p>
            <a:r>
              <a:rPr lang="en-US" dirty="0"/>
              <a:t>(</a:t>
            </a:r>
            <a:r>
              <a:rPr lang="en-US" dirty="0" err="1"/>
              <a:t>ref:</a:t>
            </a:r>
            <a:r>
              <a:rPr lang="en-US" dirty="0" err="1">
                <a:hlinkClick r:id="rId4"/>
              </a:rPr>
              <a:t>Acceptable</a:t>
            </a:r>
            <a:r>
              <a:rPr lang="en-US" dirty="0">
                <a:hlinkClick r:id="rId4"/>
              </a:rPr>
              <a:t> Levels of CO2 in Your Home: What Is Safe? – </a:t>
            </a:r>
            <a:r>
              <a:rPr lang="en-US" dirty="0" err="1">
                <a:hlinkClick r:id="rId4"/>
              </a:rPr>
              <a:t>YourIAQ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8F31DDC-3B4C-0967-3FFC-5B78A41BF9C3}"/>
              </a:ext>
            </a:extLst>
          </p:cNvPr>
          <p:cNvSpPr/>
          <p:nvPr/>
        </p:nvSpPr>
        <p:spPr>
          <a:xfrm>
            <a:off x="7202311" y="338667"/>
            <a:ext cx="3838222" cy="95955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badi" panose="020B0604020104020204" pitchFamily="34" charset="0"/>
              </a:rPr>
              <a:t>Exercise 4A</a:t>
            </a:r>
          </a:p>
          <a:p>
            <a:pPr algn="ctr"/>
            <a:r>
              <a:rPr lang="en-US" b="1" dirty="0">
                <a:latin typeface="Abadi" panose="020B0604020104020204" pitchFamily="34" charset="0"/>
              </a:rPr>
              <a:t>C02_Jan_data.xlsx</a:t>
            </a:r>
            <a:endParaRPr lang="en-SG" b="1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069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4CA0-1E3B-361A-662D-8CE12860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992" y="688186"/>
            <a:ext cx="3864914" cy="5197498"/>
          </a:xfrm>
        </p:spPr>
        <p:txBody>
          <a:bodyPr>
            <a:normAutofit/>
          </a:bodyPr>
          <a:lstStyle/>
          <a:p>
            <a:r>
              <a:rPr lang="en-US" sz="2800" u="sng" dirty="0">
                <a:latin typeface="Abadi" panose="020B0604020104020204" pitchFamily="34" charset="0"/>
              </a:rPr>
              <a:t>Exercise 4B</a:t>
            </a:r>
            <a:r>
              <a:rPr lang="en-US" sz="2800" dirty="0">
                <a:latin typeface="Abadi" panose="020B0604020104020204" pitchFamily="34" charset="0"/>
              </a:rPr>
              <a:t>:</a:t>
            </a:r>
            <a:br>
              <a:rPr lang="en-US" sz="2800" dirty="0">
                <a:latin typeface="Abadi" panose="020B0604020104020204" pitchFamily="34" charset="0"/>
              </a:rPr>
            </a:br>
            <a:r>
              <a:rPr lang="en-US" sz="2800" dirty="0">
                <a:latin typeface="Abadi" panose="020B0604020104020204" pitchFamily="34" charset="0"/>
              </a:rPr>
              <a:t>On your own</a:t>
            </a:r>
            <a:br>
              <a:rPr lang="en-US" sz="2800" dirty="0">
                <a:latin typeface="Abadi" panose="020B0604020104020204" pitchFamily="34" charset="0"/>
              </a:rPr>
            </a:br>
            <a:r>
              <a:rPr lang="en-US" sz="2800" dirty="0">
                <a:latin typeface="Abadi" panose="020B0604020104020204" pitchFamily="34" charset="0"/>
              </a:rPr>
              <a:t>Show box plot for Temperature</a:t>
            </a:r>
            <a:endParaRPr lang="en-SG" sz="2800" dirty="0">
              <a:latin typeface="Abadi" panose="020B06040201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C353D-C5AC-E7A7-3B5D-78ADF148995A}"/>
              </a:ext>
            </a:extLst>
          </p:cNvPr>
          <p:cNvSpPr txBox="1"/>
          <p:nvPr/>
        </p:nvSpPr>
        <p:spPr>
          <a:xfrm>
            <a:off x="5238972" y="4635735"/>
            <a:ext cx="7053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 range from -3 to 19 degree C.</a:t>
            </a:r>
          </a:p>
          <a:p>
            <a:endParaRPr lang="en-US" dirty="0"/>
          </a:p>
          <a:p>
            <a:r>
              <a:rPr lang="en-US" dirty="0"/>
              <a:t>50% of times were lower than 0 degree (0.79)</a:t>
            </a:r>
          </a:p>
          <a:p>
            <a:r>
              <a:rPr lang="en-US" dirty="0"/>
              <a:t>The variability at lower temperature is less.</a:t>
            </a:r>
          </a:p>
          <a:p>
            <a:r>
              <a:rPr lang="en-US" dirty="0"/>
              <a:t>25% of times were higher than 10.68 degree C.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7696425C-5367-A9BF-A8A6-4A143EC5B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50996" y="232030"/>
            <a:ext cx="6172200" cy="4356846"/>
          </a:xfrm>
        </p:spPr>
      </p:pic>
    </p:spTree>
    <p:extLst>
      <p:ext uri="{BB962C8B-B14F-4D97-AF65-F5344CB8AC3E}">
        <p14:creationId xmlns:p14="http://schemas.microsoft.com/office/powerpoint/2010/main" val="340564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F5A8-83C4-AA1C-452C-51E84A4E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9C076B-FE10-78B2-E93C-5D696DD8A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way to describe distribution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10369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20D2-8842-4D19-AC19-45B7B4C1B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74870" cy="1393371"/>
          </a:xfrm>
          <a:solidFill>
            <a:srgbClr val="7030A0"/>
          </a:solidFill>
        </p:spPr>
        <p:txBody>
          <a:bodyPr vert="horz" lIns="109728" tIns="109728" rIns="109728" bIns="91440" rtlCol="0" anchor="ctr">
            <a:normAutofit/>
          </a:bodyPr>
          <a:lstStyle/>
          <a:p>
            <a:pPr algn="ctr">
              <a:lnSpc>
                <a:spcPct val="125000"/>
              </a:lnSpc>
            </a:pPr>
            <a:r>
              <a:rPr lang="en-US" sz="3200" b="0" cap="all" dirty="0">
                <a:solidFill>
                  <a:schemeClr val="bg1"/>
                </a:solidFill>
              </a:rPr>
              <a:t>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01A9-6BF2-4E1D-9C10-EE9F645883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4300" y="1645838"/>
            <a:ext cx="4560570" cy="4979933"/>
          </a:xfrm>
        </p:spPr>
        <p:txBody>
          <a:bodyPr vert="horz" lIns="109728" tIns="109728" rIns="109728" bIns="91440" rtlCol="0" anchor="t">
            <a:noAutofit/>
          </a:bodyPr>
          <a:lstStyle/>
          <a:p>
            <a:r>
              <a:rPr lang="en-US" sz="2400" b="0" dirty="0"/>
              <a:t>A histogram is another way to show distribution of the values.</a:t>
            </a:r>
          </a:p>
          <a:p>
            <a:r>
              <a:rPr lang="en-US" sz="2400" b="0" dirty="0"/>
              <a:t>How is it different from box plot?</a:t>
            </a:r>
          </a:p>
          <a:p>
            <a:r>
              <a:rPr lang="en-US" sz="2400" dirty="0">
                <a:solidFill>
                  <a:srgbClr val="0070C0"/>
                </a:solidFill>
              </a:rPr>
              <a:t>It groups the data into smaller bins and count the number of values that falls in that bin.</a:t>
            </a:r>
          </a:p>
        </p:txBody>
      </p:sp>
      <p:pic>
        <p:nvPicPr>
          <p:cNvPr id="3074" name="Picture 2" descr="Chart, histogram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B8AD9947-6F90-4C9A-8662-28F2905DB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61539" y="632463"/>
            <a:ext cx="4362798" cy="441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8088B01-A861-47EF-B60C-95C84DFC4EC0}"/>
              </a:ext>
            </a:extLst>
          </p:cNvPr>
          <p:cNvSpPr txBox="1"/>
          <p:nvPr/>
        </p:nvSpPr>
        <p:spPr>
          <a:xfrm>
            <a:off x="6870758" y="5811139"/>
            <a:ext cx="42699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dirty="0">
                <a:hlinkClick r:id="rId4"/>
              </a:rPr>
              <a:t>https://www.mathsisfun.com/data/histograms.html</a:t>
            </a:r>
            <a:endParaRPr lang="en-SG" sz="1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A1CAFA4-7700-49E7-832E-CE5542BF9E7B}"/>
              </a:ext>
            </a:extLst>
          </p:cNvPr>
          <p:cNvGrpSpPr/>
          <p:nvPr/>
        </p:nvGrpSpPr>
        <p:grpSpPr>
          <a:xfrm>
            <a:off x="7271657" y="4290768"/>
            <a:ext cx="1103086" cy="1273628"/>
            <a:chOff x="7271657" y="4290768"/>
            <a:chExt cx="1103086" cy="12736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C1DAA4-26CC-4B54-A674-E1555DB05770}"/>
                </a:ext>
              </a:extLst>
            </p:cNvPr>
            <p:cNvSpPr/>
            <p:nvPr/>
          </p:nvSpPr>
          <p:spPr>
            <a:xfrm>
              <a:off x="7271657" y="5128968"/>
              <a:ext cx="1103086" cy="435428"/>
            </a:xfrm>
            <a:prstGeom prst="rect">
              <a:avLst/>
            </a:prstGeom>
            <a:ln w="38100">
              <a:solidFill>
                <a:srgbClr val="92D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SG" dirty="0"/>
                <a:t>A bin</a:t>
              </a:r>
            </a:p>
          </p:txBody>
        </p:sp>
        <p:sp>
          <p:nvSpPr>
            <p:cNvPr id="7" name="Left Brace 6">
              <a:extLst>
                <a:ext uri="{FF2B5EF4-FFF2-40B4-BE49-F238E27FC236}">
                  <a16:creationId xmlns:a16="http://schemas.microsoft.com/office/drawing/2014/main" id="{7403B30A-92EC-4F28-B87E-0D8E3CB24EB6}"/>
                </a:ext>
              </a:extLst>
            </p:cNvPr>
            <p:cNvSpPr/>
            <p:nvPr/>
          </p:nvSpPr>
          <p:spPr>
            <a:xfrm rot="16200000">
              <a:off x="7404101" y="4277138"/>
              <a:ext cx="838201" cy="865462"/>
            </a:xfrm>
            <a:prstGeom prst="leftBrac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5454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01A9-6BF2-4E1D-9C10-EE9F645883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259965"/>
            <a:ext cx="4499429" cy="3627438"/>
          </a:xfrm>
          <a:solidFill>
            <a:schemeClr val="accent3">
              <a:lumMod val="40000"/>
              <a:lumOff val="6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109728" tIns="109728" rIns="109728" bIns="91440" rtlCol="0" anchor="t">
            <a:normAutofit/>
          </a:bodyPr>
          <a:lstStyle/>
          <a:p>
            <a:r>
              <a:rPr lang="en-US" sz="2400" b="0" dirty="0"/>
              <a:t>Most of the trees are between 250 and 300 cm tall. </a:t>
            </a:r>
          </a:p>
          <a:p>
            <a:r>
              <a:rPr lang="en-US" sz="2400" b="0" dirty="0"/>
              <a:t>(The MODE)</a:t>
            </a:r>
          </a:p>
          <a:p>
            <a:endParaRPr lang="en-US" sz="2400" b="0" dirty="0"/>
          </a:p>
        </p:txBody>
      </p:sp>
      <p:pic>
        <p:nvPicPr>
          <p:cNvPr id="3074" name="Picture 2" descr="Chart, histogram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B8AD9947-6F90-4C9A-8662-28F2905DB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86286" y="197775"/>
            <a:ext cx="4909601" cy="4969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EF33B97-4B56-4B9F-9A62-92ACA3C8B78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4674870" cy="1422400"/>
          </a:xfrm>
          <a:prstGeom prst="rect">
            <a:avLst/>
          </a:prstGeom>
          <a:solidFill>
            <a:srgbClr val="7030A0"/>
          </a:solidFill>
        </p:spPr>
        <p:txBody>
          <a:bodyPr vert="horz" lIns="109728" tIns="109728" rIns="109728" bIns="91440" rtlCol="0" anchor="ctr">
            <a:normAutofit/>
          </a:bodyPr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5000"/>
              </a:lnSpc>
            </a:pPr>
            <a:r>
              <a:rPr lang="en-US" sz="3200" b="0" cap="all" dirty="0">
                <a:solidFill>
                  <a:schemeClr val="bg1"/>
                </a:solidFill>
              </a:rPr>
              <a:t>Histogram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36A2CB-5B36-4802-9ADC-AC9A98C60090}"/>
              </a:ext>
            </a:extLst>
          </p:cNvPr>
          <p:cNvSpPr/>
          <p:nvPr/>
        </p:nvSpPr>
        <p:spPr>
          <a:xfrm>
            <a:off x="7213600" y="5406492"/>
            <a:ext cx="1103086" cy="435428"/>
          </a:xfrm>
          <a:prstGeom prst="rect">
            <a:avLst/>
          </a:prstGeom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A bin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01DF144F-2457-457D-8C3B-CDB65F11FE1E}"/>
              </a:ext>
            </a:extLst>
          </p:cNvPr>
          <p:cNvSpPr/>
          <p:nvPr/>
        </p:nvSpPr>
        <p:spPr>
          <a:xfrm rot="16200000">
            <a:off x="7346044" y="4554662"/>
            <a:ext cx="838201" cy="865462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8DEFA73-3C51-4589-A43A-A8AF2C420483}"/>
              </a:ext>
            </a:extLst>
          </p:cNvPr>
          <p:cNvSpPr/>
          <p:nvPr/>
        </p:nvSpPr>
        <p:spPr>
          <a:xfrm rot="16200000">
            <a:off x="9671681" y="1481357"/>
            <a:ext cx="568971" cy="988243"/>
          </a:xfrm>
          <a:prstGeom prst="leftBrac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C50E1-B6C9-467B-9218-A337B18B706F}"/>
              </a:ext>
            </a:extLst>
          </p:cNvPr>
          <p:cNvSpPr/>
          <p:nvPr/>
        </p:nvSpPr>
        <p:spPr>
          <a:xfrm>
            <a:off x="9347202" y="2259964"/>
            <a:ext cx="1103086" cy="435428"/>
          </a:xfrm>
          <a:prstGeom prst="rect">
            <a:avLst/>
          </a:prstGeom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MODE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182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01A9-6BF2-4E1D-9C10-EE9F645883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40030" y="2202815"/>
            <a:ext cx="6199188" cy="3627438"/>
          </a:xfrm>
          <a:solidFill>
            <a:schemeClr val="accent1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109728" tIns="109728" rIns="109728" bIns="91440" rtlCol="0" anchor="t">
            <a:normAutofit/>
          </a:bodyPr>
          <a:lstStyle/>
          <a:p>
            <a:r>
              <a:rPr lang="en-US" sz="2400" b="0" dirty="0"/>
              <a:t>Characteristics:</a:t>
            </a:r>
          </a:p>
          <a:p>
            <a:r>
              <a:rPr lang="en-US" sz="2400" b="0" dirty="0"/>
              <a:t>Values on the X-axis are grouped at equal interval (called </a:t>
            </a:r>
            <a:r>
              <a:rPr lang="en-US" sz="2400" dirty="0">
                <a:solidFill>
                  <a:srgbClr val="FF0000"/>
                </a:solidFill>
              </a:rPr>
              <a:t>Bins</a:t>
            </a:r>
            <a:r>
              <a:rPr lang="en-US" sz="2400" b="0" dirty="0"/>
              <a:t>)</a:t>
            </a:r>
          </a:p>
          <a:p>
            <a:r>
              <a:rPr lang="en-US" sz="2400" b="0" dirty="0"/>
              <a:t>This chart shows 5 bins with bin interval = 50 cm</a:t>
            </a:r>
          </a:p>
          <a:p>
            <a:endParaRPr lang="en-US" sz="2400" b="0" dirty="0"/>
          </a:p>
        </p:txBody>
      </p:sp>
      <p:pic>
        <p:nvPicPr>
          <p:cNvPr id="3074" name="Picture 2" descr="Chart, histogram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B8AD9947-6F90-4C9A-8662-28F2905DB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4539" y="743331"/>
            <a:ext cx="4362798" cy="441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4ECCAA0-6CBB-418B-A291-22ED9B88975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674870" cy="1878067"/>
          </a:xfrm>
          <a:prstGeom prst="rect">
            <a:avLst/>
          </a:prstGeom>
          <a:solidFill>
            <a:srgbClr val="7030A0"/>
          </a:solidFill>
        </p:spPr>
        <p:txBody>
          <a:bodyPr vert="horz" lIns="109728" tIns="109728" rIns="109728" bIns="91440" rtlCol="0" anchor="ctr">
            <a:normAutofit/>
          </a:bodyPr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3200" b="0" cap="all">
                <a:solidFill>
                  <a:schemeClr val="bg1"/>
                </a:solidFill>
              </a:rPr>
              <a:t>Histogram</a:t>
            </a:r>
            <a:br>
              <a:rPr lang="en-US" sz="3200" b="0" cap="all">
                <a:solidFill>
                  <a:schemeClr val="bg1"/>
                </a:solidFill>
              </a:rPr>
            </a:br>
            <a:r>
              <a:rPr lang="en-US" sz="3200" b="0" cap="all">
                <a:solidFill>
                  <a:schemeClr val="bg1"/>
                </a:solidFill>
              </a:rPr>
              <a:t>(Univariable)</a:t>
            </a:r>
            <a:endParaRPr lang="en-US" sz="3200" b="0" cap="all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CF8E4C-7852-4BA4-BDA6-1B8C1B09BEC9}"/>
              </a:ext>
            </a:extLst>
          </p:cNvPr>
          <p:cNvSpPr/>
          <p:nvPr/>
        </p:nvSpPr>
        <p:spPr>
          <a:xfrm>
            <a:off x="7104539" y="4194810"/>
            <a:ext cx="4931251" cy="617220"/>
          </a:xfrm>
          <a:prstGeom prst="rect">
            <a:avLst/>
          </a:prstGeom>
          <a:noFill/>
          <a:ln w="3810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F52FF6-9A7D-4B2A-815C-A12726E77C8A}"/>
              </a:ext>
            </a:extLst>
          </p:cNvPr>
          <p:cNvCxnSpPr/>
          <p:nvPr/>
        </p:nvCxnSpPr>
        <p:spPr>
          <a:xfrm>
            <a:off x="8481060" y="2297430"/>
            <a:ext cx="422910" cy="58293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20938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01A9-6BF2-4E1D-9C10-EE9F6458831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4300" y="2202815"/>
            <a:ext cx="6199188" cy="3627438"/>
          </a:xfrm>
          <a:solidFill>
            <a:schemeClr val="accent5">
              <a:lumMod val="20000"/>
              <a:lumOff val="8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109728" tIns="109728" rIns="109728" bIns="91440" rtlCol="0" anchor="t">
            <a:normAutofit/>
          </a:bodyPr>
          <a:lstStyle/>
          <a:p>
            <a:r>
              <a:rPr lang="en-US" sz="2400" b="0" dirty="0"/>
              <a:t>Characteristics:</a:t>
            </a:r>
          </a:p>
          <a:p>
            <a:r>
              <a:rPr lang="en-US" sz="2400" b="0" dirty="0"/>
              <a:t>Values on the Y-axis measure the count (Frequency).</a:t>
            </a:r>
          </a:p>
          <a:p>
            <a:endParaRPr lang="en-US" sz="2400" b="0" dirty="0"/>
          </a:p>
        </p:txBody>
      </p:sp>
      <p:pic>
        <p:nvPicPr>
          <p:cNvPr id="3074" name="Picture 2" descr="Chart, histogram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B8AD9947-6F90-4C9A-8662-28F2905DB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81679" y="817881"/>
            <a:ext cx="4362798" cy="441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2014357B-39DF-4C3A-B9C4-A6A4FDB7983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674870" cy="1878067"/>
          </a:xfrm>
          <a:prstGeom prst="rect">
            <a:avLst/>
          </a:prstGeom>
          <a:solidFill>
            <a:srgbClr val="7030A0"/>
          </a:solidFill>
        </p:spPr>
        <p:txBody>
          <a:bodyPr vert="horz" lIns="109728" tIns="109728" rIns="109728" bIns="91440" rtlCol="0" anchor="ctr">
            <a:normAutofit/>
          </a:bodyPr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3200" b="0" cap="all">
                <a:solidFill>
                  <a:schemeClr val="bg1"/>
                </a:solidFill>
              </a:rPr>
              <a:t>Histogram</a:t>
            </a:r>
            <a:br>
              <a:rPr lang="en-US" sz="3200" b="0" cap="all">
                <a:solidFill>
                  <a:schemeClr val="bg1"/>
                </a:solidFill>
              </a:rPr>
            </a:br>
            <a:r>
              <a:rPr lang="en-US" sz="3200" b="0" cap="all">
                <a:solidFill>
                  <a:schemeClr val="bg1"/>
                </a:solidFill>
              </a:rPr>
              <a:t>(Univariable)</a:t>
            </a:r>
            <a:endParaRPr lang="en-US" sz="3200" b="0" cap="all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AB6441-46AC-4493-931A-205513C915A7}"/>
              </a:ext>
            </a:extLst>
          </p:cNvPr>
          <p:cNvSpPr/>
          <p:nvPr/>
        </p:nvSpPr>
        <p:spPr>
          <a:xfrm>
            <a:off x="7395210" y="1120140"/>
            <a:ext cx="582930" cy="3497580"/>
          </a:xfrm>
          <a:prstGeom prst="rect">
            <a:avLst/>
          </a:prstGeom>
          <a:noFill/>
          <a:ln w="3810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55EB5D22-E74A-446C-A4FA-D29ECD0A4BFA}"/>
              </a:ext>
            </a:extLst>
          </p:cNvPr>
          <p:cNvSpPr/>
          <p:nvPr/>
        </p:nvSpPr>
        <p:spPr>
          <a:xfrm>
            <a:off x="10767060" y="1218567"/>
            <a:ext cx="1108710" cy="811530"/>
          </a:xfrm>
          <a:prstGeom prst="wedgeRoundRectCallout">
            <a:avLst>
              <a:gd name="adj1" fmla="val -66194"/>
              <a:gd name="adj2" fmla="val 69543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dirty="0"/>
              <a:t>The Mode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209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4F1ED989-86C1-4E20-932B-3C380FC1FF8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674870" cy="1878067"/>
          </a:xfrm>
          <a:prstGeom prst="rect">
            <a:avLst/>
          </a:prstGeom>
          <a:solidFill>
            <a:srgbClr val="7030A0"/>
          </a:solidFill>
        </p:spPr>
        <p:txBody>
          <a:bodyPr vert="horz" lIns="109728" tIns="109728" rIns="109728" bIns="91440" rtlCol="0" anchor="ctr">
            <a:normAutofit/>
          </a:bodyPr>
          <a:lstStyle>
            <a:lvl1pPr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sz="3600" b="1" kern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5000"/>
              </a:lnSpc>
            </a:pPr>
            <a:r>
              <a:rPr lang="en-US" sz="3200" b="0" cap="all">
                <a:solidFill>
                  <a:schemeClr val="bg1"/>
                </a:solidFill>
              </a:rPr>
              <a:t>Histogram</a:t>
            </a:r>
            <a:br>
              <a:rPr lang="en-US" sz="3200" b="0" cap="all">
                <a:solidFill>
                  <a:schemeClr val="bg1"/>
                </a:solidFill>
              </a:rPr>
            </a:br>
            <a:r>
              <a:rPr lang="en-US" sz="3200" b="0" cap="all">
                <a:solidFill>
                  <a:schemeClr val="bg1"/>
                </a:solidFill>
              </a:rPr>
              <a:t>(Univariable)</a:t>
            </a:r>
            <a:endParaRPr lang="en-US" sz="3200" b="0" cap="all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F256F4-1B1B-4B97-938E-444AEF25D2E4}"/>
              </a:ext>
            </a:extLst>
          </p:cNvPr>
          <p:cNvSpPr txBox="1"/>
          <p:nvPr/>
        </p:nvSpPr>
        <p:spPr>
          <a:xfrm>
            <a:off x="0" y="2293876"/>
            <a:ext cx="4674870" cy="17081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2400" dirty="0"/>
              <a:t>Counts from each bin add up to the </a:t>
            </a:r>
            <a:r>
              <a:rPr lang="en-SG" sz="2400" b="1" dirty="0">
                <a:solidFill>
                  <a:srgbClr val="0070C0"/>
                </a:solidFill>
              </a:rPr>
              <a:t>total number of observations </a:t>
            </a:r>
            <a:r>
              <a:rPr lang="en-SG" sz="2400" dirty="0"/>
              <a:t>in the data set.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6F8A6E-9A02-4B0F-9A56-0FB50B99E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76863" y="1242169"/>
            <a:ext cx="6172200" cy="4122836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4FC61E49-EA18-4BCA-8D74-8D5465DEE8EB}"/>
              </a:ext>
            </a:extLst>
          </p:cNvPr>
          <p:cNvSpPr/>
          <p:nvPr/>
        </p:nvSpPr>
        <p:spPr>
          <a:xfrm>
            <a:off x="9326879" y="397333"/>
            <a:ext cx="2748315" cy="1315412"/>
          </a:xfrm>
          <a:prstGeom prst="wedgeRoundRectCallout">
            <a:avLst>
              <a:gd name="adj1" fmla="val -51384"/>
              <a:gd name="adj2" fmla="val 21675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000" dirty="0"/>
              <a:t>Continuous values (No gaps)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1CB29CD-F4E6-48F7-9BC3-403819640BDE}"/>
              </a:ext>
            </a:extLst>
          </p:cNvPr>
          <p:cNvSpPr/>
          <p:nvPr/>
        </p:nvSpPr>
        <p:spPr>
          <a:xfrm>
            <a:off x="3605462" y="315156"/>
            <a:ext cx="2490537" cy="1247754"/>
          </a:xfrm>
          <a:prstGeom prst="wedgeRoundRectCallout">
            <a:avLst>
              <a:gd name="adj1" fmla="val 42740"/>
              <a:gd name="adj2" fmla="val 8309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000" dirty="0"/>
              <a:t>Count/Frequency on the Y-axis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B1DFE595-D3E8-4835-9CD8-B7EDDB6B5545}"/>
              </a:ext>
            </a:extLst>
          </p:cNvPr>
          <p:cNvSpPr/>
          <p:nvPr/>
        </p:nvSpPr>
        <p:spPr>
          <a:xfrm>
            <a:off x="7633600" y="5433389"/>
            <a:ext cx="3430639" cy="841282"/>
          </a:xfrm>
          <a:prstGeom prst="wedgeRoundRectCallout">
            <a:avLst>
              <a:gd name="adj1" fmla="val 15942"/>
              <a:gd name="adj2" fmla="val -6555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000" dirty="0"/>
              <a:t>Lower and upper bound of each bin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A0441A37-E601-47D6-B24F-230C45DE241E}"/>
              </a:ext>
            </a:extLst>
          </p:cNvPr>
          <p:cNvSpPr/>
          <p:nvPr/>
        </p:nvSpPr>
        <p:spPr>
          <a:xfrm>
            <a:off x="4850731" y="5365005"/>
            <a:ext cx="2490537" cy="841282"/>
          </a:xfrm>
          <a:prstGeom prst="wedgeRoundRectCallout">
            <a:avLst>
              <a:gd name="adj1" fmla="val 18706"/>
              <a:gd name="adj2" fmla="val -85710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Continuous variable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139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1DCD-E2EC-C03C-A2FF-091EC5E0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 of the histogram</a:t>
            </a:r>
            <a:endParaRPr lang="en-SG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42DCA5-B3DB-E78B-4A63-67AFDAA3B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73737" y="347492"/>
            <a:ext cx="2863796" cy="1631036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808D7B0-737B-81A8-7671-8B6E42054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737" y="3456011"/>
            <a:ext cx="3744019" cy="1379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1177F0-FF5E-145E-73F5-56AC278D9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4931" y="0"/>
            <a:ext cx="2555398" cy="22522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803899-844B-FB22-7D51-FD6B19361E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907" y="2956551"/>
            <a:ext cx="2759446" cy="21905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5DAC6B-BA6A-E867-A95B-4A6978DF21B4}"/>
              </a:ext>
            </a:extLst>
          </p:cNvPr>
          <p:cNvSpPr txBox="1"/>
          <p:nvPr/>
        </p:nvSpPr>
        <p:spPr>
          <a:xfrm>
            <a:off x="5725801" y="2067549"/>
            <a:ext cx="13596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Bell-shape</a:t>
            </a:r>
          </a:p>
          <a:p>
            <a:r>
              <a:rPr lang="en-US" dirty="0"/>
              <a:t>Symmetry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34BA1-D766-2DB0-523E-4477C9F175D4}"/>
              </a:ext>
            </a:extLst>
          </p:cNvPr>
          <p:cNvSpPr txBox="1"/>
          <p:nvPr/>
        </p:nvSpPr>
        <p:spPr>
          <a:xfrm>
            <a:off x="5888896" y="4962274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Bi-modal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DEB383-1433-9886-6159-B14E9E53EFDE}"/>
              </a:ext>
            </a:extLst>
          </p:cNvPr>
          <p:cNvSpPr txBox="1"/>
          <p:nvPr/>
        </p:nvSpPr>
        <p:spPr>
          <a:xfrm>
            <a:off x="9749422" y="2429452"/>
            <a:ext cx="179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Skewed to left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712988-4576-E608-93B7-2ED3737B0288}"/>
              </a:ext>
            </a:extLst>
          </p:cNvPr>
          <p:cNvSpPr txBox="1"/>
          <p:nvPr/>
        </p:nvSpPr>
        <p:spPr>
          <a:xfrm>
            <a:off x="9872584" y="5331606"/>
            <a:ext cx="1961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Skewed to right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381D48-233F-08E9-BCD8-3B53827A8C0F}"/>
              </a:ext>
            </a:extLst>
          </p:cNvPr>
          <p:cNvSpPr/>
          <p:nvPr/>
        </p:nvSpPr>
        <p:spPr>
          <a:xfrm>
            <a:off x="5375529" y="1981481"/>
            <a:ext cx="218380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998D56-21F6-6FEC-A268-131B32FDB037}"/>
              </a:ext>
            </a:extLst>
          </p:cNvPr>
          <p:cNvSpPr/>
          <p:nvPr/>
        </p:nvSpPr>
        <p:spPr>
          <a:xfrm>
            <a:off x="5394274" y="4823609"/>
            <a:ext cx="218380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33809A-2969-4189-0627-8F487D665C61}"/>
              </a:ext>
            </a:extLst>
          </p:cNvPr>
          <p:cNvSpPr/>
          <p:nvPr/>
        </p:nvSpPr>
        <p:spPr>
          <a:xfrm>
            <a:off x="9555385" y="2290953"/>
            <a:ext cx="218380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8BB48F-E354-EC44-59F0-7B0E6A814B22}"/>
              </a:ext>
            </a:extLst>
          </p:cNvPr>
          <p:cNvSpPr/>
          <p:nvPr/>
        </p:nvSpPr>
        <p:spPr>
          <a:xfrm>
            <a:off x="9650729" y="5146774"/>
            <a:ext cx="218380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855D9-FB66-8FBE-8530-425172B8B3FB}"/>
              </a:ext>
            </a:extLst>
          </p:cNvPr>
          <p:cNvSpPr txBox="1"/>
          <p:nvPr/>
        </p:nvSpPr>
        <p:spPr>
          <a:xfrm>
            <a:off x="4973737" y="5975305"/>
            <a:ext cx="74447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>
                <a:hlinkClick r:id="rId7"/>
              </a:rPr>
              <a:t>https://youtu.be/fjTKol_teNw?si=qDCYGBU59DBwCcCA</a:t>
            </a:r>
            <a:r>
              <a:rPr lang="en-SG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314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A8297C-488E-9F9D-20F4-3698F8A1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to Lab Ex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282CC-4F33-58B0-1AD5-75925CD0F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5, 6, 7,8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72755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F09E2-2D83-4BEB-BBE4-DAF9CBE3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44" y="705113"/>
            <a:ext cx="3861706" cy="5197498"/>
          </a:xfrm>
        </p:spPr>
        <p:txBody>
          <a:bodyPr/>
          <a:lstStyle/>
          <a:p>
            <a:r>
              <a:rPr lang="en-US" dirty="0"/>
              <a:t>Exercise 5</a:t>
            </a:r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D4B0F-0A17-4AB4-A88D-4E1B30073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CAA8E72-E0C4-D178-CE6A-893097F00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463139" y="243831"/>
            <a:ext cx="8239289" cy="56587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61E4BA-C1DD-5574-480B-9675DCB82DF1}"/>
              </a:ext>
            </a:extLst>
          </p:cNvPr>
          <p:cNvSpPr/>
          <p:nvPr/>
        </p:nvSpPr>
        <p:spPr>
          <a:xfrm>
            <a:off x="4780547" y="3785937"/>
            <a:ext cx="1828800" cy="4010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 to 9 kg</a:t>
            </a:r>
            <a:endParaRPr lang="en-SG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24291A-FABB-DFE7-00DF-A22FA8B8C23A}"/>
              </a:ext>
            </a:extLst>
          </p:cNvPr>
          <p:cNvSpPr/>
          <p:nvPr/>
        </p:nvSpPr>
        <p:spPr>
          <a:xfrm>
            <a:off x="4932947" y="4322908"/>
            <a:ext cx="1828800" cy="4010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kg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6DFD8-90F3-FB27-574F-CA3942EFDB36}"/>
              </a:ext>
            </a:extLst>
          </p:cNvPr>
          <p:cNvSpPr/>
          <p:nvPr/>
        </p:nvSpPr>
        <p:spPr>
          <a:xfrm>
            <a:off x="6761747" y="4723960"/>
            <a:ext cx="1828800" cy="4010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Single Mode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493EBA-16AF-CD51-AB48-7FDF9AC3F0D4}"/>
              </a:ext>
            </a:extLst>
          </p:cNvPr>
          <p:cNvSpPr/>
          <p:nvPr/>
        </p:nvSpPr>
        <p:spPr>
          <a:xfrm>
            <a:off x="9745579" y="5212805"/>
            <a:ext cx="1828800" cy="4010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8%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74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3AE8630-81DE-3CA5-0A53-D1F60A350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5637C-5ECB-EBC7-EBC1-C41C72778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44" y="705113"/>
            <a:ext cx="3861706" cy="5197498"/>
          </a:xfrm>
        </p:spPr>
        <p:txBody>
          <a:bodyPr/>
          <a:lstStyle/>
          <a:p>
            <a:r>
              <a:rPr lang="en-US" dirty="0"/>
              <a:t>Exercise 6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6FC07-4165-D977-3B0E-77D1100B7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2367" y="705113"/>
            <a:ext cx="6139754" cy="248036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Plot a histogram for the following values, using a bin interval of 5:</a:t>
            </a:r>
            <a:endParaRPr lang="en-SG" sz="240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71 ,74, 69, 76, 77, 72, 71, 62, 68, 76, 66, 74 , 77 , 73, 61 </a:t>
            </a:r>
            <a:endParaRPr lang="en-SG" sz="2400" dirty="0">
              <a:effectLst/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SG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C372A-3921-5BB0-9158-E4A9E995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D844A1-92AD-47AC-9FCE-04C3D7543A67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36D7295-69B6-0B80-34D9-86FD5B4790E4}"/>
              </a:ext>
            </a:extLst>
          </p:cNvPr>
          <p:cNvSpPr/>
          <p:nvPr/>
        </p:nvSpPr>
        <p:spPr>
          <a:xfrm>
            <a:off x="10533082" y="5021943"/>
            <a:ext cx="1016000" cy="880667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10 min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97320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7E8D-E909-453C-90B9-404300E33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3" y="814729"/>
            <a:ext cx="11948153" cy="124452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dirty="0"/>
              <a:t>Plot a histogram for the following data, using a bin interval of 5:</a:t>
            </a:r>
          </a:p>
          <a:p>
            <a:pPr marL="0" indent="0">
              <a:buNone/>
            </a:pPr>
            <a:r>
              <a:rPr lang="en-US" sz="3200" dirty="0"/>
              <a:t>71 ,74, 69, 76, 77, 72, 71, 62, 68, 76, 66, 74 , 77 , 73, 61 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A35F9-3F63-4640-B7EC-EAB01DEF7E13}"/>
              </a:ext>
            </a:extLst>
          </p:cNvPr>
          <p:cNvSpPr txBox="1"/>
          <p:nvPr/>
        </p:nvSpPr>
        <p:spPr>
          <a:xfrm>
            <a:off x="397021" y="2762511"/>
            <a:ext cx="6634035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Sort in increasing order</a:t>
            </a:r>
          </a:p>
          <a:p>
            <a:endParaRPr lang="en-SG" sz="3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61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62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66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68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69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71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71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72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73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74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74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76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76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77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77</a:t>
            </a:r>
            <a:r>
              <a:rPr lang="en-SG" sz="3200" dirty="0"/>
              <a:t>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87B379-404A-48F2-A718-B77E38E6640C}"/>
              </a:ext>
            </a:extLst>
          </p:cNvPr>
          <p:cNvCxnSpPr/>
          <p:nvPr/>
        </p:nvCxnSpPr>
        <p:spPr>
          <a:xfrm>
            <a:off x="7984460" y="5187212"/>
            <a:ext cx="36195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2274A9-EF08-4A7C-9D8C-AB3E8B6BFB70}"/>
              </a:ext>
            </a:extLst>
          </p:cNvPr>
          <p:cNvCxnSpPr>
            <a:cxnSpLocks/>
          </p:cNvCxnSpPr>
          <p:nvPr/>
        </p:nvCxnSpPr>
        <p:spPr>
          <a:xfrm flipV="1">
            <a:off x="8022560" y="2275368"/>
            <a:ext cx="0" cy="29118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3FD183-9704-4573-BD5D-25760185F6FB}"/>
              </a:ext>
            </a:extLst>
          </p:cNvPr>
          <p:cNvSpPr txBox="1"/>
          <p:nvPr/>
        </p:nvSpPr>
        <p:spPr>
          <a:xfrm>
            <a:off x="10827978" y="5326912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values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DDD63F-514F-4A5E-B71F-8C049313D393}"/>
              </a:ext>
            </a:extLst>
          </p:cNvPr>
          <p:cNvCxnSpPr/>
          <p:nvPr/>
        </p:nvCxnSpPr>
        <p:spPr>
          <a:xfrm>
            <a:off x="8585004" y="5077219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F89CC0-61C1-472A-A02E-9A9C91680D9B}"/>
              </a:ext>
            </a:extLst>
          </p:cNvPr>
          <p:cNvCxnSpPr/>
          <p:nvPr/>
        </p:nvCxnSpPr>
        <p:spPr>
          <a:xfrm>
            <a:off x="9123043" y="5077219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A365A8-EABB-458D-8506-63F3CB567C72}"/>
              </a:ext>
            </a:extLst>
          </p:cNvPr>
          <p:cNvCxnSpPr/>
          <p:nvPr/>
        </p:nvCxnSpPr>
        <p:spPr>
          <a:xfrm>
            <a:off x="9616024" y="5069819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D154BA-0656-4E8E-AF4C-1FFB60283CF1}"/>
              </a:ext>
            </a:extLst>
          </p:cNvPr>
          <p:cNvCxnSpPr/>
          <p:nvPr/>
        </p:nvCxnSpPr>
        <p:spPr>
          <a:xfrm>
            <a:off x="10093102" y="5069819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B3723E-D0E3-4E75-BB5D-708A0F8E0082}"/>
              </a:ext>
            </a:extLst>
          </p:cNvPr>
          <p:cNvCxnSpPr/>
          <p:nvPr/>
        </p:nvCxnSpPr>
        <p:spPr>
          <a:xfrm>
            <a:off x="10562229" y="5077219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F73AA0-DC61-4A61-B5C4-2EE6A5C095D4}"/>
              </a:ext>
            </a:extLst>
          </p:cNvPr>
          <p:cNvCxnSpPr/>
          <p:nvPr/>
        </p:nvCxnSpPr>
        <p:spPr>
          <a:xfrm>
            <a:off x="11038809" y="5077219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4F34AA-93AD-494E-AA3A-D35A9E81B36A}"/>
              </a:ext>
            </a:extLst>
          </p:cNvPr>
          <p:cNvSpPr txBox="1"/>
          <p:nvPr/>
        </p:nvSpPr>
        <p:spPr>
          <a:xfrm>
            <a:off x="8375652" y="52382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025FC8-CABB-4112-8169-9C3EDADA963A}"/>
              </a:ext>
            </a:extLst>
          </p:cNvPr>
          <p:cNvSpPr txBox="1"/>
          <p:nvPr/>
        </p:nvSpPr>
        <p:spPr>
          <a:xfrm>
            <a:off x="8917362" y="52307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8AD1CC-9843-4963-9755-44514D180733}"/>
              </a:ext>
            </a:extLst>
          </p:cNvPr>
          <p:cNvSpPr txBox="1"/>
          <p:nvPr/>
        </p:nvSpPr>
        <p:spPr>
          <a:xfrm>
            <a:off x="9421413" y="52307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7069CE-6AEE-4793-B285-BD2D33D8C76A}"/>
              </a:ext>
            </a:extLst>
          </p:cNvPr>
          <p:cNvSpPr txBox="1"/>
          <p:nvPr/>
        </p:nvSpPr>
        <p:spPr>
          <a:xfrm>
            <a:off x="9890539" y="523079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382301-2AC6-4C8E-9EEF-F737F3F49447}"/>
              </a:ext>
            </a:extLst>
          </p:cNvPr>
          <p:cNvSpPr txBox="1"/>
          <p:nvPr/>
        </p:nvSpPr>
        <p:spPr>
          <a:xfrm>
            <a:off x="10361305" y="523823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80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A5E0B-69EE-487D-B6B0-ABB4A91FF4BD}"/>
              </a:ext>
            </a:extLst>
          </p:cNvPr>
          <p:cNvCxnSpPr/>
          <p:nvPr/>
        </p:nvCxnSpPr>
        <p:spPr>
          <a:xfrm>
            <a:off x="7841806" y="4710224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5823A7-8080-4AD8-B0A0-9F1127D0731D}"/>
              </a:ext>
            </a:extLst>
          </p:cNvPr>
          <p:cNvCxnSpPr/>
          <p:nvPr/>
        </p:nvCxnSpPr>
        <p:spPr>
          <a:xfrm>
            <a:off x="7841806" y="4299099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80A414-620F-4D13-9FEF-70738020E114}"/>
              </a:ext>
            </a:extLst>
          </p:cNvPr>
          <p:cNvCxnSpPr/>
          <p:nvPr/>
        </p:nvCxnSpPr>
        <p:spPr>
          <a:xfrm>
            <a:off x="7841806" y="3884428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C2F6AF-8B5C-41B9-8E41-8146C7437F80}"/>
              </a:ext>
            </a:extLst>
          </p:cNvPr>
          <p:cNvCxnSpPr/>
          <p:nvPr/>
        </p:nvCxnSpPr>
        <p:spPr>
          <a:xfrm>
            <a:off x="7841806" y="3469759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C5EB64B-E262-4C7D-B072-E7AE1334BEF5}"/>
              </a:ext>
            </a:extLst>
          </p:cNvPr>
          <p:cNvCxnSpPr/>
          <p:nvPr/>
        </p:nvCxnSpPr>
        <p:spPr>
          <a:xfrm>
            <a:off x="7841806" y="3023192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8026D7-C702-44D4-9C82-A11EF3028D51}"/>
              </a:ext>
            </a:extLst>
          </p:cNvPr>
          <p:cNvCxnSpPr/>
          <p:nvPr/>
        </p:nvCxnSpPr>
        <p:spPr>
          <a:xfrm>
            <a:off x="7841806" y="2555048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6014719-F0F3-4971-9647-6A514335E5D4}"/>
              </a:ext>
            </a:extLst>
          </p:cNvPr>
          <p:cNvSpPr txBox="1"/>
          <p:nvPr/>
        </p:nvSpPr>
        <p:spPr>
          <a:xfrm>
            <a:off x="7540120" y="45255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A46A4C-0608-411B-9566-F17FFB1AD7CA}"/>
              </a:ext>
            </a:extLst>
          </p:cNvPr>
          <p:cNvSpPr txBox="1"/>
          <p:nvPr/>
        </p:nvSpPr>
        <p:spPr>
          <a:xfrm>
            <a:off x="7540120" y="41144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6B54D-A5EC-47FD-8FBF-2F2E87143625}"/>
              </a:ext>
            </a:extLst>
          </p:cNvPr>
          <p:cNvSpPr txBox="1"/>
          <p:nvPr/>
        </p:nvSpPr>
        <p:spPr>
          <a:xfrm>
            <a:off x="7560727" y="37224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4FC110-9857-4BB3-B4D0-755E1B45ECAB}"/>
              </a:ext>
            </a:extLst>
          </p:cNvPr>
          <p:cNvSpPr txBox="1"/>
          <p:nvPr/>
        </p:nvSpPr>
        <p:spPr>
          <a:xfrm>
            <a:off x="7571058" y="32839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2F1D86-04F4-4640-8947-E3C9AC4E92CF}"/>
              </a:ext>
            </a:extLst>
          </p:cNvPr>
          <p:cNvSpPr txBox="1"/>
          <p:nvPr/>
        </p:nvSpPr>
        <p:spPr>
          <a:xfrm>
            <a:off x="7571058" y="283173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71AA98-74B6-45C6-8E6F-FBF8509A59E0}"/>
              </a:ext>
            </a:extLst>
          </p:cNvPr>
          <p:cNvSpPr txBox="1"/>
          <p:nvPr/>
        </p:nvSpPr>
        <p:spPr>
          <a:xfrm>
            <a:off x="7593504" y="23931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</a:t>
            </a:r>
          </a:p>
        </p:txBody>
      </p:sp>
      <p:sp>
        <p:nvSpPr>
          <p:cNvPr id="36" name="Title 6">
            <a:extLst>
              <a:ext uri="{FF2B5EF4-FFF2-40B4-BE49-F238E27FC236}">
                <a16:creationId xmlns:a16="http://schemas.microsoft.com/office/drawing/2014/main" id="{08962327-05A4-4F6A-9B3B-D58BF14D126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3997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+mn-lt"/>
              </a:rPr>
              <a:t>E</a:t>
            </a:r>
            <a:r>
              <a:rPr lang="en-SG" sz="3200" b="1" dirty="0" err="1">
                <a:solidFill>
                  <a:schemeClr val="bg1"/>
                </a:solidFill>
                <a:latin typeface="+mn-lt"/>
              </a:rPr>
              <a:t>xercise</a:t>
            </a:r>
            <a:r>
              <a:rPr lang="en-SG" sz="3200" b="1" dirty="0">
                <a:solidFill>
                  <a:schemeClr val="bg1"/>
                </a:solidFill>
                <a:latin typeface="+mn-lt"/>
              </a:rPr>
              <a:t> 6 (solution)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21267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7E8D-E909-453C-90B9-404300E33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437" y="753942"/>
            <a:ext cx="9870223" cy="120990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Plot a histogram for the following data, using a bin interval of 5:</a:t>
            </a:r>
          </a:p>
          <a:p>
            <a:pPr marL="0" indent="0">
              <a:buNone/>
            </a:pPr>
            <a:r>
              <a:rPr lang="en-US" dirty="0"/>
              <a:t>71 ,74, 69, 76, 77, 72, 71, 62, 68, 76, 66, 74 , 77 , 73, 61 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A35F9-3F63-4640-B7EC-EAB01DEF7E13}"/>
              </a:ext>
            </a:extLst>
          </p:cNvPr>
          <p:cNvSpPr txBox="1"/>
          <p:nvPr/>
        </p:nvSpPr>
        <p:spPr>
          <a:xfrm>
            <a:off x="937437" y="2469987"/>
            <a:ext cx="6096000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Sort in increasing order</a:t>
            </a:r>
          </a:p>
          <a:p>
            <a:endParaRPr lang="en-SG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61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62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66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68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69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71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71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72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73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74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74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76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76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77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77</a:t>
            </a:r>
            <a:r>
              <a:rPr lang="en-SG" sz="2400" dirty="0"/>
              <a:t>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87B379-404A-48F2-A718-B77E38E6640C}"/>
              </a:ext>
            </a:extLst>
          </p:cNvPr>
          <p:cNvCxnSpPr/>
          <p:nvPr/>
        </p:nvCxnSpPr>
        <p:spPr>
          <a:xfrm>
            <a:off x="7846237" y="5102151"/>
            <a:ext cx="36195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2274A9-EF08-4A7C-9D8C-AB3E8B6BFB70}"/>
              </a:ext>
            </a:extLst>
          </p:cNvPr>
          <p:cNvCxnSpPr>
            <a:cxnSpLocks/>
          </p:cNvCxnSpPr>
          <p:nvPr/>
        </p:nvCxnSpPr>
        <p:spPr>
          <a:xfrm flipV="1">
            <a:off x="7884337" y="2190307"/>
            <a:ext cx="0" cy="29118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3FD183-9704-4573-BD5D-25760185F6FB}"/>
              </a:ext>
            </a:extLst>
          </p:cNvPr>
          <p:cNvSpPr txBox="1"/>
          <p:nvPr/>
        </p:nvSpPr>
        <p:spPr>
          <a:xfrm>
            <a:off x="10689755" y="5241851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values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DDD63F-514F-4A5E-B71F-8C049313D393}"/>
              </a:ext>
            </a:extLst>
          </p:cNvPr>
          <p:cNvCxnSpPr/>
          <p:nvPr/>
        </p:nvCxnSpPr>
        <p:spPr>
          <a:xfrm>
            <a:off x="8446781" y="4992158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F89CC0-61C1-472A-A02E-9A9C91680D9B}"/>
              </a:ext>
            </a:extLst>
          </p:cNvPr>
          <p:cNvCxnSpPr/>
          <p:nvPr/>
        </p:nvCxnSpPr>
        <p:spPr>
          <a:xfrm>
            <a:off x="8984820" y="4992158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A365A8-EABB-458D-8506-63F3CB567C72}"/>
              </a:ext>
            </a:extLst>
          </p:cNvPr>
          <p:cNvCxnSpPr/>
          <p:nvPr/>
        </p:nvCxnSpPr>
        <p:spPr>
          <a:xfrm>
            <a:off x="9477801" y="4984758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D154BA-0656-4E8E-AF4C-1FFB60283CF1}"/>
              </a:ext>
            </a:extLst>
          </p:cNvPr>
          <p:cNvCxnSpPr/>
          <p:nvPr/>
        </p:nvCxnSpPr>
        <p:spPr>
          <a:xfrm>
            <a:off x="9954879" y="4984758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B3723E-D0E3-4E75-BB5D-708A0F8E0082}"/>
              </a:ext>
            </a:extLst>
          </p:cNvPr>
          <p:cNvCxnSpPr/>
          <p:nvPr/>
        </p:nvCxnSpPr>
        <p:spPr>
          <a:xfrm>
            <a:off x="10424006" y="4992158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F73AA0-DC61-4A61-B5C4-2EE6A5C095D4}"/>
              </a:ext>
            </a:extLst>
          </p:cNvPr>
          <p:cNvCxnSpPr/>
          <p:nvPr/>
        </p:nvCxnSpPr>
        <p:spPr>
          <a:xfrm>
            <a:off x="10900586" y="4992158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4F34AA-93AD-494E-AA3A-D35A9E81B36A}"/>
              </a:ext>
            </a:extLst>
          </p:cNvPr>
          <p:cNvSpPr txBox="1"/>
          <p:nvPr/>
        </p:nvSpPr>
        <p:spPr>
          <a:xfrm>
            <a:off x="8237429" y="51531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025FC8-CABB-4112-8169-9C3EDADA963A}"/>
              </a:ext>
            </a:extLst>
          </p:cNvPr>
          <p:cNvSpPr txBox="1"/>
          <p:nvPr/>
        </p:nvSpPr>
        <p:spPr>
          <a:xfrm>
            <a:off x="8779139" y="51457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8AD1CC-9843-4963-9755-44514D180733}"/>
              </a:ext>
            </a:extLst>
          </p:cNvPr>
          <p:cNvSpPr txBox="1"/>
          <p:nvPr/>
        </p:nvSpPr>
        <p:spPr>
          <a:xfrm>
            <a:off x="9283190" y="51457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7069CE-6AEE-4793-B285-BD2D33D8C76A}"/>
              </a:ext>
            </a:extLst>
          </p:cNvPr>
          <p:cNvSpPr txBox="1"/>
          <p:nvPr/>
        </p:nvSpPr>
        <p:spPr>
          <a:xfrm>
            <a:off x="9752316" y="51457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382301-2AC6-4C8E-9EEF-F737F3F49447}"/>
              </a:ext>
            </a:extLst>
          </p:cNvPr>
          <p:cNvSpPr txBox="1"/>
          <p:nvPr/>
        </p:nvSpPr>
        <p:spPr>
          <a:xfrm>
            <a:off x="10223082" y="515317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80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A5E0B-69EE-487D-B6B0-ABB4A91FF4BD}"/>
              </a:ext>
            </a:extLst>
          </p:cNvPr>
          <p:cNvCxnSpPr/>
          <p:nvPr/>
        </p:nvCxnSpPr>
        <p:spPr>
          <a:xfrm>
            <a:off x="7703583" y="4625163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5823A7-8080-4AD8-B0A0-9F1127D0731D}"/>
              </a:ext>
            </a:extLst>
          </p:cNvPr>
          <p:cNvCxnSpPr/>
          <p:nvPr/>
        </p:nvCxnSpPr>
        <p:spPr>
          <a:xfrm>
            <a:off x="7703583" y="4214038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80A414-620F-4D13-9FEF-70738020E114}"/>
              </a:ext>
            </a:extLst>
          </p:cNvPr>
          <p:cNvCxnSpPr/>
          <p:nvPr/>
        </p:nvCxnSpPr>
        <p:spPr>
          <a:xfrm>
            <a:off x="7703583" y="3799367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C2F6AF-8B5C-41B9-8E41-8146C7437F80}"/>
              </a:ext>
            </a:extLst>
          </p:cNvPr>
          <p:cNvCxnSpPr/>
          <p:nvPr/>
        </p:nvCxnSpPr>
        <p:spPr>
          <a:xfrm>
            <a:off x="7703583" y="3384698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C5EB64B-E262-4C7D-B072-E7AE1334BEF5}"/>
              </a:ext>
            </a:extLst>
          </p:cNvPr>
          <p:cNvCxnSpPr/>
          <p:nvPr/>
        </p:nvCxnSpPr>
        <p:spPr>
          <a:xfrm>
            <a:off x="7703583" y="2938131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8026D7-C702-44D4-9C82-A11EF3028D51}"/>
              </a:ext>
            </a:extLst>
          </p:cNvPr>
          <p:cNvCxnSpPr/>
          <p:nvPr/>
        </p:nvCxnSpPr>
        <p:spPr>
          <a:xfrm>
            <a:off x="7703583" y="2469987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6014719-F0F3-4971-9647-6A514335E5D4}"/>
              </a:ext>
            </a:extLst>
          </p:cNvPr>
          <p:cNvSpPr txBox="1"/>
          <p:nvPr/>
        </p:nvSpPr>
        <p:spPr>
          <a:xfrm>
            <a:off x="7401897" y="444049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A46A4C-0608-411B-9566-F17FFB1AD7CA}"/>
              </a:ext>
            </a:extLst>
          </p:cNvPr>
          <p:cNvSpPr txBox="1"/>
          <p:nvPr/>
        </p:nvSpPr>
        <p:spPr>
          <a:xfrm>
            <a:off x="7401897" y="40293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6B54D-A5EC-47FD-8FBF-2F2E87143625}"/>
              </a:ext>
            </a:extLst>
          </p:cNvPr>
          <p:cNvSpPr txBox="1"/>
          <p:nvPr/>
        </p:nvSpPr>
        <p:spPr>
          <a:xfrm>
            <a:off x="7422504" y="363737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4FC110-9857-4BB3-B4D0-755E1B45ECAB}"/>
              </a:ext>
            </a:extLst>
          </p:cNvPr>
          <p:cNvSpPr txBox="1"/>
          <p:nvPr/>
        </p:nvSpPr>
        <p:spPr>
          <a:xfrm>
            <a:off x="7432835" y="31988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2F1D86-04F4-4640-8947-E3C9AC4E92CF}"/>
              </a:ext>
            </a:extLst>
          </p:cNvPr>
          <p:cNvSpPr txBox="1"/>
          <p:nvPr/>
        </p:nvSpPr>
        <p:spPr>
          <a:xfrm>
            <a:off x="7432835" y="27466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71AA98-74B6-45C6-8E6F-FBF8509A59E0}"/>
              </a:ext>
            </a:extLst>
          </p:cNvPr>
          <p:cNvSpPr txBox="1"/>
          <p:nvPr/>
        </p:nvSpPr>
        <p:spPr>
          <a:xfrm>
            <a:off x="7455281" y="23081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71B452-BE21-49E6-AD5F-D69EA1CBA1F7}"/>
              </a:ext>
            </a:extLst>
          </p:cNvPr>
          <p:cNvSpPr/>
          <p:nvPr/>
        </p:nvSpPr>
        <p:spPr>
          <a:xfrm>
            <a:off x="8430191" y="4214038"/>
            <a:ext cx="570531" cy="93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E1077-36A6-4B02-B960-83E486E7F703}"/>
              </a:ext>
            </a:extLst>
          </p:cNvPr>
          <p:cNvSpPr txBox="1"/>
          <p:nvPr/>
        </p:nvSpPr>
        <p:spPr>
          <a:xfrm>
            <a:off x="8289674" y="5445046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/>
              <a:t>Bin 1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8BD1258B-1A40-AEE4-4B32-6AEF39D395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3997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+mn-lt"/>
              </a:rPr>
              <a:t>E</a:t>
            </a:r>
            <a:r>
              <a:rPr lang="en-SG" sz="3200" b="1" dirty="0" err="1">
                <a:solidFill>
                  <a:schemeClr val="bg1"/>
                </a:solidFill>
                <a:latin typeface="+mn-lt"/>
              </a:rPr>
              <a:t>xercise</a:t>
            </a:r>
            <a:r>
              <a:rPr lang="en-SG" sz="3200" b="1" dirty="0">
                <a:solidFill>
                  <a:schemeClr val="bg1"/>
                </a:solidFill>
                <a:latin typeface="+mn-lt"/>
              </a:rPr>
              <a:t> 6 (solution)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7950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7E8D-E909-453C-90B9-404300E33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862714"/>
            <a:ext cx="11887198" cy="120990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Plot a histogram for the following data, using a bin interval of 5:</a:t>
            </a:r>
          </a:p>
          <a:p>
            <a:pPr marL="0" indent="0" algn="ctr">
              <a:buNone/>
            </a:pPr>
            <a:r>
              <a:rPr lang="en-US" dirty="0"/>
              <a:t>71 ,74, 69, 76, 77, 72, 71, 62, 68, 76, 66, 74 , 77 , 73, 61 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A35F9-3F63-4640-B7EC-EAB01DEF7E13}"/>
              </a:ext>
            </a:extLst>
          </p:cNvPr>
          <p:cNvSpPr txBox="1"/>
          <p:nvPr/>
        </p:nvSpPr>
        <p:spPr>
          <a:xfrm>
            <a:off x="304804" y="2448722"/>
            <a:ext cx="6859158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Sort in increasing order</a:t>
            </a:r>
          </a:p>
          <a:p>
            <a:endParaRPr lang="en-SG" sz="3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61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62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66</a:t>
            </a:r>
            <a:r>
              <a:rPr lang="en-SG" sz="3200" dirty="0">
                <a:highlight>
                  <a:srgbClr val="FFFF00"/>
                </a:highlight>
              </a:rPr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68</a:t>
            </a:r>
            <a:r>
              <a:rPr lang="en-SG" sz="3200" dirty="0">
                <a:highlight>
                  <a:srgbClr val="FFFF00"/>
                </a:highlight>
              </a:rPr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</a:rPr>
              <a:t>69</a:t>
            </a:r>
            <a:r>
              <a:rPr lang="en-SG" sz="3200" dirty="0">
                <a:highlight>
                  <a:srgbClr val="FFFF00"/>
                </a:highlight>
              </a:rPr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71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71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72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73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74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74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76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76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77</a:t>
            </a:r>
            <a:r>
              <a:rPr lang="en-SG" sz="3200" dirty="0"/>
              <a:t> </a:t>
            </a:r>
            <a:r>
              <a:rPr lang="en-SG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77</a:t>
            </a:r>
            <a:r>
              <a:rPr lang="en-SG" sz="3200" dirty="0"/>
              <a:t>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87B379-404A-48F2-A718-B77E38E6640C}"/>
              </a:ext>
            </a:extLst>
          </p:cNvPr>
          <p:cNvCxnSpPr/>
          <p:nvPr/>
        </p:nvCxnSpPr>
        <p:spPr>
          <a:xfrm>
            <a:off x="7976762" y="5080886"/>
            <a:ext cx="36195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2274A9-EF08-4A7C-9D8C-AB3E8B6BFB70}"/>
              </a:ext>
            </a:extLst>
          </p:cNvPr>
          <p:cNvCxnSpPr>
            <a:cxnSpLocks/>
          </p:cNvCxnSpPr>
          <p:nvPr/>
        </p:nvCxnSpPr>
        <p:spPr>
          <a:xfrm flipV="1">
            <a:off x="8014862" y="2169042"/>
            <a:ext cx="0" cy="29118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3FD183-9704-4573-BD5D-25760185F6FB}"/>
              </a:ext>
            </a:extLst>
          </p:cNvPr>
          <p:cNvSpPr txBox="1"/>
          <p:nvPr/>
        </p:nvSpPr>
        <p:spPr>
          <a:xfrm>
            <a:off x="10820280" y="5220586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values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DDD63F-514F-4A5E-B71F-8C049313D393}"/>
              </a:ext>
            </a:extLst>
          </p:cNvPr>
          <p:cNvCxnSpPr/>
          <p:nvPr/>
        </p:nvCxnSpPr>
        <p:spPr>
          <a:xfrm>
            <a:off x="8577306" y="4970893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F89CC0-61C1-472A-A02E-9A9C91680D9B}"/>
              </a:ext>
            </a:extLst>
          </p:cNvPr>
          <p:cNvCxnSpPr/>
          <p:nvPr/>
        </p:nvCxnSpPr>
        <p:spPr>
          <a:xfrm>
            <a:off x="9115345" y="4970893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A365A8-EABB-458D-8506-63F3CB567C72}"/>
              </a:ext>
            </a:extLst>
          </p:cNvPr>
          <p:cNvCxnSpPr/>
          <p:nvPr/>
        </p:nvCxnSpPr>
        <p:spPr>
          <a:xfrm>
            <a:off x="9608326" y="4963493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D154BA-0656-4E8E-AF4C-1FFB60283CF1}"/>
              </a:ext>
            </a:extLst>
          </p:cNvPr>
          <p:cNvCxnSpPr/>
          <p:nvPr/>
        </p:nvCxnSpPr>
        <p:spPr>
          <a:xfrm>
            <a:off x="10085404" y="4963493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B3723E-D0E3-4E75-BB5D-708A0F8E0082}"/>
              </a:ext>
            </a:extLst>
          </p:cNvPr>
          <p:cNvCxnSpPr/>
          <p:nvPr/>
        </p:nvCxnSpPr>
        <p:spPr>
          <a:xfrm>
            <a:off x="10554531" y="4970893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F73AA0-DC61-4A61-B5C4-2EE6A5C095D4}"/>
              </a:ext>
            </a:extLst>
          </p:cNvPr>
          <p:cNvCxnSpPr/>
          <p:nvPr/>
        </p:nvCxnSpPr>
        <p:spPr>
          <a:xfrm>
            <a:off x="11031111" y="4970893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4F34AA-93AD-494E-AA3A-D35A9E81B36A}"/>
              </a:ext>
            </a:extLst>
          </p:cNvPr>
          <p:cNvSpPr txBox="1"/>
          <p:nvPr/>
        </p:nvSpPr>
        <p:spPr>
          <a:xfrm>
            <a:off x="8367954" y="513190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025FC8-CABB-4112-8169-9C3EDADA963A}"/>
              </a:ext>
            </a:extLst>
          </p:cNvPr>
          <p:cNvSpPr txBox="1"/>
          <p:nvPr/>
        </p:nvSpPr>
        <p:spPr>
          <a:xfrm>
            <a:off x="8909664" y="51244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8AD1CC-9843-4963-9755-44514D180733}"/>
              </a:ext>
            </a:extLst>
          </p:cNvPr>
          <p:cNvSpPr txBox="1"/>
          <p:nvPr/>
        </p:nvSpPr>
        <p:spPr>
          <a:xfrm>
            <a:off x="9413715" y="51244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7069CE-6AEE-4793-B285-BD2D33D8C76A}"/>
              </a:ext>
            </a:extLst>
          </p:cNvPr>
          <p:cNvSpPr txBox="1"/>
          <p:nvPr/>
        </p:nvSpPr>
        <p:spPr>
          <a:xfrm>
            <a:off x="9882841" y="51244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382301-2AC6-4C8E-9EEF-F737F3F49447}"/>
              </a:ext>
            </a:extLst>
          </p:cNvPr>
          <p:cNvSpPr txBox="1"/>
          <p:nvPr/>
        </p:nvSpPr>
        <p:spPr>
          <a:xfrm>
            <a:off x="10353607" y="513190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80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A5E0B-69EE-487D-B6B0-ABB4A91FF4BD}"/>
              </a:ext>
            </a:extLst>
          </p:cNvPr>
          <p:cNvCxnSpPr/>
          <p:nvPr/>
        </p:nvCxnSpPr>
        <p:spPr>
          <a:xfrm>
            <a:off x="7834108" y="4603898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5823A7-8080-4AD8-B0A0-9F1127D0731D}"/>
              </a:ext>
            </a:extLst>
          </p:cNvPr>
          <p:cNvCxnSpPr/>
          <p:nvPr/>
        </p:nvCxnSpPr>
        <p:spPr>
          <a:xfrm>
            <a:off x="7834108" y="4192773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80A414-620F-4D13-9FEF-70738020E114}"/>
              </a:ext>
            </a:extLst>
          </p:cNvPr>
          <p:cNvCxnSpPr/>
          <p:nvPr/>
        </p:nvCxnSpPr>
        <p:spPr>
          <a:xfrm>
            <a:off x="7834108" y="3778102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C2F6AF-8B5C-41B9-8E41-8146C7437F80}"/>
              </a:ext>
            </a:extLst>
          </p:cNvPr>
          <p:cNvCxnSpPr/>
          <p:nvPr/>
        </p:nvCxnSpPr>
        <p:spPr>
          <a:xfrm>
            <a:off x="7834108" y="3363433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C5EB64B-E262-4C7D-B072-E7AE1334BEF5}"/>
              </a:ext>
            </a:extLst>
          </p:cNvPr>
          <p:cNvCxnSpPr/>
          <p:nvPr/>
        </p:nvCxnSpPr>
        <p:spPr>
          <a:xfrm>
            <a:off x="7834108" y="2916866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8026D7-C702-44D4-9C82-A11EF3028D51}"/>
              </a:ext>
            </a:extLst>
          </p:cNvPr>
          <p:cNvCxnSpPr/>
          <p:nvPr/>
        </p:nvCxnSpPr>
        <p:spPr>
          <a:xfrm>
            <a:off x="7834108" y="2448722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6014719-F0F3-4971-9647-6A514335E5D4}"/>
              </a:ext>
            </a:extLst>
          </p:cNvPr>
          <p:cNvSpPr txBox="1"/>
          <p:nvPr/>
        </p:nvSpPr>
        <p:spPr>
          <a:xfrm>
            <a:off x="7532422" y="44192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A46A4C-0608-411B-9566-F17FFB1AD7CA}"/>
              </a:ext>
            </a:extLst>
          </p:cNvPr>
          <p:cNvSpPr txBox="1"/>
          <p:nvPr/>
        </p:nvSpPr>
        <p:spPr>
          <a:xfrm>
            <a:off x="7532422" y="40081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6B54D-A5EC-47FD-8FBF-2F2E87143625}"/>
              </a:ext>
            </a:extLst>
          </p:cNvPr>
          <p:cNvSpPr txBox="1"/>
          <p:nvPr/>
        </p:nvSpPr>
        <p:spPr>
          <a:xfrm>
            <a:off x="7553029" y="361610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4FC110-9857-4BB3-B4D0-755E1B45ECAB}"/>
              </a:ext>
            </a:extLst>
          </p:cNvPr>
          <p:cNvSpPr txBox="1"/>
          <p:nvPr/>
        </p:nvSpPr>
        <p:spPr>
          <a:xfrm>
            <a:off x="7563360" y="31775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2F1D86-04F4-4640-8947-E3C9AC4E92CF}"/>
              </a:ext>
            </a:extLst>
          </p:cNvPr>
          <p:cNvSpPr txBox="1"/>
          <p:nvPr/>
        </p:nvSpPr>
        <p:spPr>
          <a:xfrm>
            <a:off x="7563360" y="27254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71AA98-74B6-45C6-8E6F-FBF8509A59E0}"/>
              </a:ext>
            </a:extLst>
          </p:cNvPr>
          <p:cNvSpPr txBox="1"/>
          <p:nvPr/>
        </p:nvSpPr>
        <p:spPr>
          <a:xfrm>
            <a:off x="7585806" y="22868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71B452-BE21-49E6-AD5F-D69EA1CBA1F7}"/>
              </a:ext>
            </a:extLst>
          </p:cNvPr>
          <p:cNvSpPr/>
          <p:nvPr/>
        </p:nvSpPr>
        <p:spPr>
          <a:xfrm>
            <a:off x="8560716" y="4192773"/>
            <a:ext cx="570531" cy="93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E1077-36A6-4B02-B960-83E486E7F703}"/>
              </a:ext>
            </a:extLst>
          </p:cNvPr>
          <p:cNvSpPr txBox="1"/>
          <p:nvPr/>
        </p:nvSpPr>
        <p:spPr>
          <a:xfrm>
            <a:off x="8966104" y="5405252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/>
              <a:t>Bin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21C0E-1499-4E62-B305-105EA7487770}"/>
              </a:ext>
            </a:extLst>
          </p:cNvPr>
          <p:cNvSpPr/>
          <p:nvPr/>
        </p:nvSpPr>
        <p:spPr>
          <a:xfrm>
            <a:off x="9099444" y="3778102"/>
            <a:ext cx="551632" cy="1324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338B51-6A17-A523-2446-C77077CD7A2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3997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+mn-lt"/>
              </a:rPr>
              <a:t>E</a:t>
            </a:r>
            <a:r>
              <a:rPr lang="en-SG" sz="3200" b="1" dirty="0" err="1">
                <a:solidFill>
                  <a:schemeClr val="bg1"/>
                </a:solidFill>
                <a:latin typeface="+mn-lt"/>
              </a:rPr>
              <a:t>xercise</a:t>
            </a:r>
            <a:r>
              <a:rPr lang="en-SG" sz="3200" b="1" dirty="0">
                <a:solidFill>
                  <a:schemeClr val="bg1"/>
                </a:solidFill>
                <a:latin typeface="+mn-lt"/>
              </a:rPr>
              <a:t> 6 (solution)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46368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7E8D-E909-453C-90B9-404300E33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098" y="839973"/>
            <a:ext cx="9870223" cy="120990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Plot a histogram for the following data, using a bin interval of 5:</a:t>
            </a:r>
          </a:p>
          <a:p>
            <a:pPr marL="0" indent="0">
              <a:buNone/>
            </a:pPr>
            <a:r>
              <a:rPr lang="en-US" dirty="0"/>
              <a:t>71 ,74, 69, 76, 77, 72, 71, 62, 68, 76, 66, 74 , 77 , 73, 61 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A35F9-3F63-4640-B7EC-EAB01DEF7E13}"/>
              </a:ext>
            </a:extLst>
          </p:cNvPr>
          <p:cNvSpPr txBox="1"/>
          <p:nvPr/>
        </p:nvSpPr>
        <p:spPr>
          <a:xfrm>
            <a:off x="916172" y="2480620"/>
            <a:ext cx="6096000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Sort in increasing order</a:t>
            </a:r>
          </a:p>
          <a:p>
            <a:endParaRPr lang="en-SG" sz="24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61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62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66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68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69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71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71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72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73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74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74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76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76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77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77</a:t>
            </a:r>
            <a:r>
              <a:rPr lang="en-SG" sz="2400" dirty="0"/>
              <a:t>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87B379-404A-48F2-A718-B77E38E6640C}"/>
              </a:ext>
            </a:extLst>
          </p:cNvPr>
          <p:cNvCxnSpPr/>
          <p:nvPr/>
        </p:nvCxnSpPr>
        <p:spPr>
          <a:xfrm>
            <a:off x="7824972" y="5112784"/>
            <a:ext cx="36195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2274A9-EF08-4A7C-9D8C-AB3E8B6BFB70}"/>
              </a:ext>
            </a:extLst>
          </p:cNvPr>
          <p:cNvCxnSpPr>
            <a:cxnSpLocks/>
          </p:cNvCxnSpPr>
          <p:nvPr/>
        </p:nvCxnSpPr>
        <p:spPr>
          <a:xfrm flipV="1">
            <a:off x="7863072" y="2200940"/>
            <a:ext cx="0" cy="29118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3FD183-9704-4573-BD5D-25760185F6FB}"/>
              </a:ext>
            </a:extLst>
          </p:cNvPr>
          <p:cNvSpPr txBox="1"/>
          <p:nvPr/>
        </p:nvSpPr>
        <p:spPr>
          <a:xfrm>
            <a:off x="10668490" y="5252484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values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DDD63F-514F-4A5E-B71F-8C049313D393}"/>
              </a:ext>
            </a:extLst>
          </p:cNvPr>
          <p:cNvCxnSpPr/>
          <p:nvPr/>
        </p:nvCxnSpPr>
        <p:spPr>
          <a:xfrm>
            <a:off x="8425516" y="5002791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F89CC0-61C1-472A-A02E-9A9C91680D9B}"/>
              </a:ext>
            </a:extLst>
          </p:cNvPr>
          <p:cNvCxnSpPr/>
          <p:nvPr/>
        </p:nvCxnSpPr>
        <p:spPr>
          <a:xfrm>
            <a:off x="8963555" y="5002791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A365A8-EABB-458D-8506-63F3CB567C72}"/>
              </a:ext>
            </a:extLst>
          </p:cNvPr>
          <p:cNvCxnSpPr/>
          <p:nvPr/>
        </p:nvCxnSpPr>
        <p:spPr>
          <a:xfrm>
            <a:off x="9456536" y="4995391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D154BA-0656-4E8E-AF4C-1FFB60283CF1}"/>
              </a:ext>
            </a:extLst>
          </p:cNvPr>
          <p:cNvCxnSpPr/>
          <p:nvPr/>
        </p:nvCxnSpPr>
        <p:spPr>
          <a:xfrm>
            <a:off x="9933614" y="4995391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B3723E-D0E3-4E75-BB5D-708A0F8E0082}"/>
              </a:ext>
            </a:extLst>
          </p:cNvPr>
          <p:cNvCxnSpPr/>
          <p:nvPr/>
        </p:nvCxnSpPr>
        <p:spPr>
          <a:xfrm>
            <a:off x="10402741" y="5002791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F73AA0-DC61-4A61-B5C4-2EE6A5C095D4}"/>
              </a:ext>
            </a:extLst>
          </p:cNvPr>
          <p:cNvCxnSpPr/>
          <p:nvPr/>
        </p:nvCxnSpPr>
        <p:spPr>
          <a:xfrm>
            <a:off x="10879321" y="5002791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4F34AA-93AD-494E-AA3A-D35A9E81B36A}"/>
              </a:ext>
            </a:extLst>
          </p:cNvPr>
          <p:cNvSpPr txBox="1"/>
          <p:nvPr/>
        </p:nvSpPr>
        <p:spPr>
          <a:xfrm>
            <a:off x="8216164" y="51638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025FC8-CABB-4112-8169-9C3EDADA963A}"/>
              </a:ext>
            </a:extLst>
          </p:cNvPr>
          <p:cNvSpPr txBox="1"/>
          <p:nvPr/>
        </p:nvSpPr>
        <p:spPr>
          <a:xfrm>
            <a:off x="8757874" y="515636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8AD1CC-9843-4963-9755-44514D180733}"/>
              </a:ext>
            </a:extLst>
          </p:cNvPr>
          <p:cNvSpPr txBox="1"/>
          <p:nvPr/>
        </p:nvSpPr>
        <p:spPr>
          <a:xfrm>
            <a:off x="9261925" y="515636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7069CE-6AEE-4793-B285-BD2D33D8C76A}"/>
              </a:ext>
            </a:extLst>
          </p:cNvPr>
          <p:cNvSpPr txBox="1"/>
          <p:nvPr/>
        </p:nvSpPr>
        <p:spPr>
          <a:xfrm>
            <a:off x="9731051" y="515636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382301-2AC6-4C8E-9EEF-F737F3F49447}"/>
              </a:ext>
            </a:extLst>
          </p:cNvPr>
          <p:cNvSpPr txBox="1"/>
          <p:nvPr/>
        </p:nvSpPr>
        <p:spPr>
          <a:xfrm>
            <a:off x="10201817" y="51638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80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A5E0B-69EE-487D-B6B0-ABB4A91FF4BD}"/>
              </a:ext>
            </a:extLst>
          </p:cNvPr>
          <p:cNvCxnSpPr/>
          <p:nvPr/>
        </p:nvCxnSpPr>
        <p:spPr>
          <a:xfrm>
            <a:off x="7682318" y="4635796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5823A7-8080-4AD8-B0A0-9F1127D0731D}"/>
              </a:ext>
            </a:extLst>
          </p:cNvPr>
          <p:cNvCxnSpPr/>
          <p:nvPr/>
        </p:nvCxnSpPr>
        <p:spPr>
          <a:xfrm>
            <a:off x="7682318" y="4224671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80A414-620F-4D13-9FEF-70738020E114}"/>
              </a:ext>
            </a:extLst>
          </p:cNvPr>
          <p:cNvCxnSpPr/>
          <p:nvPr/>
        </p:nvCxnSpPr>
        <p:spPr>
          <a:xfrm>
            <a:off x="7682318" y="3810000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C2F6AF-8B5C-41B9-8E41-8146C7437F80}"/>
              </a:ext>
            </a:extLst>
          </p:cNvPr>
          <p:cNvCxnSpPr/>
          <p:nvPr/>
        </p:nvCxnSpPr>
        <p:spPr>
          <a:xfrm>
            <a:off x="7682318" y="3395331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C5EB64B-E262-4C7D-B072-E7AE1334BEF5}"/>
              </a:ext>
            </a:extLst>
          </p:cNvPr>
          <p:cNvCxnSpPr/>
          <p:nvPr/>
        </p:nvCxnSpPr>
        <p:spPr>
          <a:xfrm>
            <a:off x="7682318" y="2948764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8026D7-C702-44D4-9C82-A11EF3028D51}"/>
              </a:ext>
            </a:extLst>
          </p:cNvPr>
          <p:cNvCxnSpPr/>
          <p:nvPr/>
        </p:nvCxnSpPr>
        <p:spPr>
          <a:xfrm>
            <a:off x="7682318" y="2480620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6014719-F0F3-4971-9647-6A514335E5D4}"/>
              </a:ext>
            </a:extLst>
          </p:cNvPr>
          <p:cNvSpPr txBox="1"/>
          <p:nvPr/>
        </p:nvSpPr>
        <p:spPr>
          <a:xfrm>
            <a:off x="7380632" y="4451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A46A4C-0608-411B-9566-F17FFB1AD7CA}"/>
              </a:ext>
            </a:extLst>
          </p:cNvPr>
          <p:cNvSpPr txBox="1"/>
          <p:nvPr/>
        </p:nvSpPr>
        <p:spPr>
          <a:xfrm>
            <a:off x="7380632" y="40400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6B54D-A5EC-47FD-8FBF-2F2E87143625}"/>
              </a:ext>
            </a:extLst>
          </p:cNvPr>
          <p:cNvSpPr txBox="1"/>
          <p:nvPr/>
        </p:nvSpPr>
        <p:spPr>
          <a:xfrm>
            <a:off x="7401239" y="36480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4FC110-9857-4BB3-B4D0-755E1B45ECAB}"/>
              </a:ext>
            </a:extLst>
          </p:cNvPr>
          <p:cNvSpPr txBox="1"/>
          <p:nvPr/>
        </p:nvSpPr>
        <p:spPr>
          <a:xfrm>
            <a:off x="7411570" y="3209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2F1D86-04F4-4640-8947-E3C9AC4E92CF}"/>
              </a:ext>
            </a:extLst>
          </p:cNvPr>
          <p:cNvSpPr txBox="1"/>
          <p:nvPr/>
        </p:nvSpPr>
        <p:spPr>
          <a:xfrm>
            <a:off x="7411570" y="27573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71AA98-74B6-45C6-8E6F-FBF8509A59E0}"/>
              </a:ext>
            </a:extLst>
          </p:cNvPr>
          <p:cNvSpPr txBox="1"/>
          <p:nvPr/>
        </p:nvSpPr>
        <p:spPr>
          <a:xfrm>
            <a:off x="7434016" y="23187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71B452-BE21-49E6-AD5F-D69EA1CBA1F7}"/>
              </a:ext>
            </a:extLst>
          </p:cNvPr>
          <p:cNvSpPr/>
          <p:nvPr/>
        </p:nvSpPr>
        <p:spPr>
          <a:xfrm>
            <a:off x="8408926" y="4224671"/>
            <a:ext cx="570531" cy="93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E1077-36A6-4B02-B960-83E486E7F703}"/>
              </a:ext>
            </a:extLst>
          </p:cNvPr>
          <p:cNvSpPr txBox="1"/>
          <p:nvPr/>
        </p:nvSpPr>
        <p:spPr>
          <a:xfrm>
            <a:off x="9324480" y="5520080"/>
            <a:ext cx="8082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/>
              <a:t>Bin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21C0E-1499-4E62-B305-105EA7487770}"/>
              </a:ext>
            </a:extLst>
          </p:cNvPr>
          <p:cNvSpPr/>
          <p:nvPr/>
        </p:nvSpPr>
        <p:spPr>
          <a:xfrm>
            <a:off x="8979457" y="3810000"/>
            <a:ext cx="519829" cy="1324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0FECA7-088A-443A-B851-993B61BD0723}"/>
              </a:ext>
            </a:extLst>
          </p:cNvPr>
          <p:cNvSpPr/>
          <p:nvPr/>
        </p:nvSpPr>
        <p:spPr>
          <a:xfrm>
            <a:off x="9448583" y="2480621"/>
            <a:ext cx="519829" cy="2647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F15A1BF-E961-DBE3-EEFC-D2EE444CF9E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3997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+mn-lt"/>
              </a:rPr>
              <a:t>E</a:t>
            </a:r>
            <a:r>
              <a:rPr lang="en-SG" sz="3200" b="1" dirty="0" err="1">
                <a:solidFill>
                  <a:schemeClr val="bg1"/>
                </a:solidFill>
                <a:latin typeface="+mn-lt"/>
              </a:rPr>
              <a:t>xercise</a:t>
            </a:r>
            <a:r>
              <a:rPr lang="en-SG" sz="3200" b="1" dirty="0">
                <a:solidFill>
                  <a:schemeClr val="bg1"/>
                </a:solidFill>
                <a:latin typeface="+mn-lt"/>
              </a:rPr>
              <a:t> 6 (solution)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9353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B7E8D-E909-453C-90B9-404300E33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731" y="810280"/>
            <a:ext cx="9870223" cy="1209907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Plot a histogram for the following data, using a bin interval of 5:</a:t>
            </a:r>
          </a:p>
          <a:p>
            <a:pPr marL="0" indent="0">
              <a:buNone/>
            </a:pPr>
            <a:r>
              <a:rPr lang="en-US" dirty="0"/>
              <a:t>71 ,74, 69, 76, 77, 72, 71, 62, 68, 76, 66, 74 , 77 , 73, 61 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A35F9-3F63-4640-B7EC-EAB01DEF7E13}"/>
              </a:ext>
            </a:extLst>
          </p:cNvPr>
          <p:cNvSpPr txBox="1"/>
          <p:nvPr/>
        </p:nvSpPr>
        <p:spPr>
          <a:xfrm>
            <a:off x="926805" y="2586945"/>
            <a:ext cx="6096000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Sort in increasing order</a:t>
            </a:r>
          </a:p>
          <a:p>
            <a:endParaRPr lang="en-SG" sz="24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61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62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66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68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69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71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71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72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73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74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</a:rPr>
              <a:t>74</a:t>
            </a:r>
            <a:r>
              <a:rPr lang="en-SG" sz="2400" dirty="0"/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76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76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77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  <a:r>
              <a:rPr lang="en-SG" sz="2400" b="0" i="0" u="none" strike="noStrike" dirty="0">
                <a:solidFill>
                  <a:srgbClr val="000000"/>
                </a:solidFill>
                <a:effectLst/>
                <a:highlight>
                  <a:srgbClr val="FFFF00"/>
                </a:highlight>
              </a:rPr>
              <a:t>77</a:t>
            </a:r>
            <a:r>
              <a:rPr lang="en-SG" sz="2400" dirty="0">
                <a:highlight>
                  <a:srgbClr val="FFFF00"/>
                </a:highlight>
              </a:rPr>
              <a:t>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87B379-404A-48F2-A718-B77E38E6640C}"/>
              </a:ext>
            </a:extLst>
          </p:cNvPr>
          <p:cNvCxnSpPr/>
          <p:nvPr/>
        </p:nvCxnSpPr>
        <p:spPr>
          <a:xfrm>
            <a:off x="7835605" y="5219109"/>
            <a:ext cx="361950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2274A9-EF08-4A7C-9D8C-AB3E8B6BFB70}"/>
              </a:ext>
            </a:extLst>
          </p:cNvPr>
          <p:cNvCxnSpPr>
            <a:cxnSpLocks/>
          </p:cNvCxnSpPr>
          <p:nvPr/>
        </p:nvCxnSpPr>
        <p:spPr>
          <a:xfrm flipV="1">
            <a:off x="7873705" y="2307265"/>
            <a:ext cx="0" cy="291184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3FD183-9704-4573-BD5D-25760185F6FB}"/>
              </a:ext>
            </a:extLst>
          </p:cNvPr>
          <p:cNvSpPr txBox="1"/>
          <p:nvPr/>
        </p:nvSpPr>
        <p:spPr>
          <a:xfrm>
            <a:off x="10679123" y="5358809"/>
            <a:ext cx="775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values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DDD63F-514F-4A5E-B71F-8C049313D393}"/>
              </a:ext>
            </a:extLst>
          </p:cNvPr>
          <p:cNvCxnSpPr/>
          <p:nvPr/>
        </p:nvCxnSpPr>
        <p:spPr>
          <a:xfrm>
            <a:off x="8436149" y="5109116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8F89CC0-61C1-472A-A02E-9A9C91680D9B}"/>
              </a:ext>
            </a:extLst>
          </p:cNvPr>
          <p:cNvCxnSpPr/>
          <p:nvPr/>
        </p:nvCxnSpPr>
        <p:spPr>
          <a:xfrm>
            <a:off x="8974188" y="5109116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A365A8-EABB-458D-8506-63F3CB567C72}"/>
              </a:ext>
            </a:extLst>
          </p:cNvPr>
          <p:cNvCxnSpPr/>
          <p:nvPr/>
        </p:nvCxnSpPr>
        <p:spPr>
          <a:xfrm>
            <a:off x="9467169" y="5101716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D154BA-0656-4E8E-AF4C-1FFB60283CF1}"/>
              </a:ext>
            </a:extLst>
          </p:cNvPr>
          <p:cNvCxnSpPr/>
          <p:nvPr/>
        </p:nvCxnSpPr>
        <p:spPr>
          <a:xfrm>
            <a:off x="9944247" y="5101716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B3723E-D0E3-4E75-BB5D-708A0F8E0082}"/>
              </a:ext>
            </a:extLst>
          </p:cNvPr>
          <p:cNvCxnSpPr/>
          <p:nvPr/>
        </p:nvCxnSpPr>
        <p:spPr>
          <a:xfrm>
            <a:off x="10413374" y="5109116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F73AA0-DC61-4A61-B5C4-2EE6A5C095D4}"/>
              </a:ext>
            </a:extLst>
          </p:cNvPr>
          <p:cNvCxnSpPr/>
          <p:nvPr/>
        </p:nvCxnSpPr>
        <p:spPr>
          <a:xfrm>
            <a:off x="10889954" y="5109116"/>
            <a:ext cx="0" cy="20673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4F34AA-93AD-494E-AA3A-D35A9E81B36A}"/>
              </a:ext>
            </a:extLst>
          </p:cNvPr>
          <p:cNvSpPr txBox="1"/>
          <p:nvPr/>
        </p:nvSpPr>
        <p:spPr>
          <a:xfrm>
            <a:off x="8226797" y="527013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025FC8-CABB-4112-8169-9C3EDADA963A}"/>
              </a:ext>
            </a:extLst>
          </p:cNvPr>
          <p:cNvSpPr txBox="1"/>
          <p:nvPr/>
        </p:nvSpPr>
        <p:spPr>
          <a:xfrm>
            <a:off x="8768507" y="5262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8AD1CC-9843-4963-9755-44514D180733}"/>
              </a:ext>
            </a:extLst>
          </p:cNvPr>
          <p:cNvSpPr txBox="1"/>
          <p:nvPr/>
        </p:nvSpPr>
        <p:spPr>
          <a:xfrm>
            <a:off x="9272558" y="5262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7069CE-6AEE-4793-B285-BD2D33D8C76A}"/>
              </a:ext>
            </a:extLst>
          </p:cNvPr>
          <p:cNvSpPr txBox="1"/>
          <p:nvPr/>
        </p:nvSpPr>
        <p:spPr>
          <a:xfrm>
            <a:off x="9741684" y="5262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75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382301-2AC6-4C8E-9EEF-F737F3F49447}"/>
              </a:ext>
            </a:extLst>
          </p:cNvPr>
          <p:cNvSpPr txBox="1"/>
          <p:nvPr/>
        </p:nvSpPr>
        <p:spPr>
          <a:xfrm>
            <a:off x="10212450" y="527013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80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7A5E0B-69EE-487D-B6B0-ABB4A91FF4BD}"/>
              </a:ext>
            </a:extLst>
          </p:cNvPr>
          <p:cNvCxnSpPr/>
          <p:nvPr/>
        </p:nvCxnSpPr>
        <p:spPr>
          <a:xfrm>
            <a:off x="7692951" y="4742121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85823A7-8080-4AD8-B0A0-9F1127D0731D}"/>
              </a:ext>
            </a:extLst>
          </p:cNvPr>
          <p:cNvCxnSpPr/>
          <p:nvPr/>
        </p:nvCxnSpPr>
        <p:spPr>
          <a:xfrm>
            <a:off x="7692951" y="4330996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380A414-620F-4D13-9FEF-70738020E114}"/>
              </a:ext>
            </a:extLst>
          </p:cNvPr>
          <p:cNvCxnSpPr/>
          <p:nvPr/>
        </p:nvCxnSpPr>
        <p:spPr>
          <a:xfrm>
            <a:off x="7692951" y="3916325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6C2F6AF-8B5C-41B9-8E41-8146C7437F80}"/>
              </a:ext>
            </a:extLst>
          </p:cNvPr>
          <p:cNvCxnSpPr/>
          <p:nvPr/>
        </p:nvCxnSpPr>
        <p:spPr>
          <a:xfrm>
            <a:off x="7692951" y="3501656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C5EB64B-E262-4C7D-B072-E7AE1334BEF5}"/>
              </a:ext>
            </a:extLst>
          </p:cNvPr>
          <p:cNvCxnSpPr/>
          <p:nvPr/>
        </p:nvCxnSpPr>
        <p:spPr>
          <a:xfrm>
            <a:off x="7692951" y="3055089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8026D7-C702-44D4-9C82-A11EF3028D51}"/>
              </a:ext>
            </a:extLst>
          </p:cNvPr>
          <p:cNvCxnSpPr/>
          <p:nvPr/>
        </p:nvCxnSpPr>
        <p:spPr>
          <a:xfrm>
            <a:off x="7692951" y="2586945"/>
            <a:ext cx="36150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6014719-F0F3-4971-9647-6A514335E5D4}"/>
              </a:ext>
            </a:extLst>
          </p:cNvPr>
          <p:cNvSpPr txBox="1"/>
          <p:nvPr/>
        </p:nvSpPr>
        <p:spPr>
          <a:xfrm>
            <a:off x="7391265" y="45574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A46A4C-0608-411B-9566-F17FFB1AD7CA}"/>
              </a:ext>
            </a:extLst>
          </p:cNvPr>
          <p:cNvSpPr txBox="1"/>
          <p:nvPr/>
        </p:nvSpPr>
        <p:spPr>
          <a:xfrm>
            <a:off x="7391265" y="41463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736B54D-A5EC-47FD-8FBF-2F2E87143625}"/>
              </a:ext>
            </a:extLst>
          </p:cNvPr>
          <p:cNvSpPr txBox="1"/>
          <p:nvPr/>
        </p:nvSpPr>
        <p:spPr>
          <a:xfrm>
            <a:off x="7411872" y="37543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4FC110-9857-4BB3-B4D0-755E1B45ECAB}"/>
              </a:ext>
            </a:extLst>
          </p:cNvPr>
          <p:cNvSpPr txBox="1"/>
          <p:nvPr/>
        </p:nvSpPr>
        <p:spPr>
          <a:xfrm>
            <a:off x="7422203" y="33158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2F1D86-04F4-4640-8947-E3C9AC4E92CF}"/>
              </a:ext>
            </a:extLst>
          </p:cNvPr>
          <p:cNvSpPr txBox="1"/>
          <p:nvPr/>
        </p:nvSpPr>
        <p:spPr>
          <a:xfrm>
            <a:off x="7422203" y="28636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71AA98-74B6-45C6-8E6F-FBF8509A59E0}"/>
              </a:ext>
            </a:extLst>
          </p:cNvPr>
          <p:cNvSpPr txBox="1"/>
          <p:nvPr/>
        </p:nvSpPr>
        <p:spPr>
          <a:xfrm>
            <a:off x="7444649" y="24250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71B452-BE21-49E6-AD5F-D69EA1CBA1F7}"/>
              </a:ext>
            </a:extLst>
          </p:cNvPr>
          <p:cNvSpPr/>
          <p:nvPr/>
        </p:nvSpPr>
        <p:spPr>
          <a:xfrm>
            <a:off x="8419559" y="4330996"/>
            <a:ext cx="570531" cy="9316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E1077-36A6-4B02-B960-83E486E7F703}"/>
              </a:ext>
            </a:extLst>
          </p:cNvPr>
          <p:cNvSpPr txBox="1"/>
          <p:nvPr/>
        </p:nvSpPr>
        <p:spPr>
          <a:xfrm>
            <a:off x="9398537" y="5745595"/>
            <a:ext cx="109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/>
              <a:t>4 bins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21C0E-1499-4E62-B305-105EA7487770}"/>
              </a:ext>
            </a:extLst>
          </p:cNvPr>
          <p:cNvSpPr/>
          <p:nvPr/>
        </p:nvSpPr>
        <p:spPr>
          <a:xfrm>
            <a:off x="8939388" y="3916325"/>
            <a:ext cx="570531" cy="13245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0FECA7-088A-443A-B851-993B61BD0723}"/>
              </a:ext>
            </a:extLst>
          </p:cNvPr>
          <p:cNvSpPr/>
          <p:nvPr/>
        </p:nvSpPr>
        <p:spPr>
          <a:xfrm>
            <a:off x="9466669" y="2586946"/>
            <a:ext cx="512376" cy="26477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2F365E-A6F1-4384-8BDC-C589A89501A6}"/>
              </a:ext>
            </a:extLst>
          </p:cNvPr>
          <p:cNvSpPr/>
          <p:nvPr/>
        </p:nvSpPr>
        <p:spPr>
          <a:xfrm>
            <a:off x="9979045" y="3501656"/>
            <a:ext cx="455454" cy="17388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F8E05BF-ECF4-B1D6-F88A-5965585A52E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839972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bg1"/>
                </a:solidFill>
                <a:latin typeface="+mn-lt"/>
              </a:rPr>
              <a:t>E</a:t>
            </a:r>
            <a:r>
              <a:rPr lang="en-SG" sz="3200" b="1" dirty="0" err="1">
                <a:solidFill>
                  <a:schemeClr val="bg1"/>
                </a:solidFill>
                <a:latin typeface="+mn-lt"/>
              </a:rPr>
              <a:t>xercise</a:t>
            </a:r>
            <a:r>
              <a:rPr lang="en-SG" sz="3200" b="1" dirty="0">
                <a:solidFill>
                  <a:schemeClr val="bg1"/>
                </a:solidFill>
                <a:latin typeface="+mn-lt"/>
              </a:rPr>
              <a:t> 6 (solution)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22927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3D05B-DFD6-4DFC-8800-368E61CBC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3366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pPr algn="ctr"/>
            <a:r>
              <a:rPr lang="en-SG" b="1" dirty="0">
                <a:solidFill>
                  <a:schemeClr val="bg1"/>
                </a:solidFill>
                <a:latin typeface="+mn-lt"/>
              </a:rPr>
              <a:t>Which graph shows a histogram?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F0DC89-C87F-46B7-8C26-8FB356FEF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769432" y="1405573"/>
            <a:ext cx="3860468" cy="386046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6AC4E2-D9F3-425F-9D7F-FD04C8A84F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782" y="1325563"/>
            <a:ext cx="5369864" cy="40243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4DB3F6-6117-4964-8621-C977F7EA1BFB}"/>
              </a:ext>
            </a:extLst>
          </p:cNvPr>
          <p:cNvSpPr/>
          <p:nvPr/>
        </p:nvSpPr>
        <p:spPr>
          <a:xfrm>
            <a:off x="2617470" y="5349875"/>
            <a:ext cx="2217420" cy="6629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Graph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69FA7D-87D0-476E-A870-ADA6848AC665}"/>
              </a:ext>
            </a:extLst>
          </p:cNvPr>
          <p:cNvSpPr/>
          <p:nvPr/>
        </p:nvSpPr>
        <p:spPr>
          <a:xfrm>
            <a:off x="7987334" y="5266041"/>
            <a:ext cx="2217420" cy="6629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b="1" dirty="0"/>
              <a:t>Graph 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943771-7404-4779-B581-80B13559EB1C}"/>
              </a:ext>
            </a:extLst>
          </p:cNvPr>
          <p:cNvSpPr/>
          <p:nvPr/>
        </p:nvSpPr>
        <p:spPr>
          <a:xfrm>
            <a:off x="6388100" y="1006475"/>
            <a:ext cx="5270500" cy="512127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3C6A06-AC4C-44B6-BDB6-0F9172904F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712" y="1325563"/>
            <a:ext cx="5395934" cy="4024312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A3D639-3F65-47FB-98B1-D90CA73A7DD4}"/>
              </a:ext>
            </a:extLst>
          </p:cNvPr>
          <p:cNvCxnSpPr/>
          <p:nvPr/>
        </p:nvCxnSpPr>
        <p:spPr>
          <a:xfrm>
            <a:off x="7623544" y="5266041"/>
            <a:ext cx="2796363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E180849-EA3D-4A83-BD0A-AF57FB6D6F82}"/>
              </a:ext>
            </a:extLst>
          </p:cNvPr>
          <p:cNvSpPr/>
          <p:nvPr/>
        </p:nvSpPr>
        <p:spPr>
          <a:xfrm>
            <a:off x="7878726" y="5349875"/>
            <a:ext cx="2506064" cy="5791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/>
              <a:t> Number Range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7567FF5-1939-43A6-91F2-EA41B4A14811}"/>
              </a:ext>
            </a:extLst>
          </p:cNvPr>
          <p:cNvCxnSpPr>
            <a:cxnSpLocks/>
          </p:cNvCxnSpPr>
          <p:nvPr/>
        </p:nvCxnSpPr>
        <p:spPr>
          <a:xfrm>
            <a:off x="1190847" y="5375365"/>
            <a:ext cx="4986669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93B553A-907C-4F1D-92DD-7D75CDF61BCB}"/>
              </a:ext>
            </a:extLst>
          </p:cNvPr>
          <p:cNvSpPr/>
          <p:nvPr/>
        </p:nvSpPr>
        <p:spPr>
          <a:xfrm>
            <a:off x="2358682" y="5425528"/>
            <a:ext cx="2506064" cy="5791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400" dirty="0"/>
              <a:t> Category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A52AD1-03B8-4B1A-A68F-C834180D3724}"/>
              </a:ext>
            </a:extLst>
          </p:cNvPr>
          <p:cNvCxnSpPr/>
          <p:nvPr/>
        </p:nvCxnSpPr>
        <p:spPr>
          <a:xfrm flipH="1">
            <a:off x="9441712" y="2643889"/>
            <a:ext cx="276446" cy="5741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5793EB1-96E0-4669-8AB5-48745BE3B0C8}"/>
              </a:ext>
            </a:extLst>
          </p:cNvPr>
          <p:cNvCxnSpPr/>
          <p:nvPr/>
        </p:nvCxnSpPr>
        <p:spPr>
          <a:xfrm flipH="1">
            <a:off x="9928308" y="3428944"/>
            <a:ext cx="276446" cy="5741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012D5D4-B91A-49D9-9032-CF0B43700957}"/>
              </a:ext>
            </a:extLst>
          </p:cNvPr>
          <p:cNvSpPr txBox="1"/>
          <p:nvPr/>
        </p:nvSpPr>
        <p:spPr>
          <a:xfrm>
            <a:off x="9932209" y="2694543"/>
            <a:ext cx="988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/>
              <a:t>No Gaps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71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6" grpId="0" animBg="1"/>
      <p:bldP spid="2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E73CD-46C1-5F29-C054-29AABC0EF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br>
              <a:rPr lang="en-US" dirty="0"/>
            </a:br>
            <a:r>
              <a:rPr lang="en-US" dirty="0"/>
              <a:t>Difference </a:t>
            </a:r>
            <a:r>
              <a:rPr lang="en-US"/>
              <a:t>between Histogram</a:t>
            </a:r>
            <a:endParaRPr lang="en-SG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78F534-8FA2-415B-95FA-8D03BAF804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064891"/>
              </p:ext>
            </p:extLst>
          </p:nvPr>
        </p:nvGraphicFramePr>
        <p:xfrm>
          <a:off x="4360978" y="2093383"/>
          <a:ext cx="7552266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133">
                  <a:extLst>
                    <a:ext uri="{9D8B030D-6E8A-4147-A177-3AD203B41FA5}">
                      <a16:colId xmlns:a16="http://schemas.microsoft.com/office/drawing/2014/main" val="24222866"/>
                    </a:ext>
                  </a:extLst>
                </a:gridCol>
                <a:gridCol w="3776133">
                  <a:extLst>
                    <a:ext uri="{9D8B030D-6E8A-4147-A177-3AD203B41FA5}">
                      <a16:colId xmlns:a16="http://schemas.microsoft.com/office/drawing/2014/main" val="25706471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Bar Chart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Histogram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1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 can be categorical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One variable (numerical)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205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 can be numerical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Y-axis is always count of occurrences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031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X-axis data is categorical, not numerical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X-axis is continuous numerical values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238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There are gaps between bars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gaps between bars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080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Category on the x-axis can be sort from high Y-values to lowest or vice versa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Cannot sort the bars from highest to lowest or vice versa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906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bar is a bin.  Bin is a set interval at the X-axis.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16276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CA97F54-E1F5-570C-6687-4BDF058C7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156" y="60679"/>
            <a:ext cx="2000333" cy="19971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6CF634-979A-676B-BB6E-86CEF7B87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3554" y="214489"/>
            <a:ext cx="2420484" cy="180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54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CABB-440D-4334-8227-8D5216B8D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865287" cy="5197498"/>
          </a:xfrm>
        </p:spPr>
        <p:txBody>
          <a:bodyPr/>
          <a:lstStyle/>
          <a:p>
            <a:r>
              <a:rPr lang="en-SG" dirty="0"/>
              <a:t>Interpreting a histogram</a:t>
            </a:r>
            <a:br>
              <a:rPr lang="en-SG" dirty="0"/>
            </a:br>
            <a:r>
              <a:rPr lang="en-SG" dirty="0"/>
              <a:t>(Exercise 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3ACEE-FD36-43B1-BAC3-64B19DEDA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Interpreting a histogram</a:t>
            </a:r>
          </a:p>
          <a:p>
            <a:pPr marL="457200">
              <a:lnSpc>
                <a:spcPct val="107000"/>
              </a:lnSpc>
            </a:pPr>
            <a:r>
              <a:rPr lang="en-SG" sz="18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Do the activity in this site:</a:t>
            </a:r>
            <a:endParaRPr lang="en-SG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SG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3"/>
              </a:rPr>
              <a:t>https://www.transum.org/Maths/Exercise/Histogram/</a:t>
            </a:r>
            <a:r>
              <a:rPr lang="en-SG" sz="18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SG" sz="18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Select Level 2.  Post at least 2 correct attempts here.</a:t>
            </a:r>
            <a:endParaRPr lang="en-SG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93641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27388A9-3AA6-D30C-7318-A0898E0C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C7099B-97EA-47B2-8489-01E1BD778CBA}"/>
              </a:ext>
            </a:extLst>
          </p:cNvPr>
          <p:cNvSpPr/>
          <p:nvPr/>
        </p:nvSpPr>
        <p:spPr>
          <a:xfrm>
            <a:off x="0" y="246743"/>
            <a:ext cx="12192000" cy="89988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200" dirty="0"/>
              <a:t>TABLEAU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E9F56C-A801-964C-EE85-91D6EB0E5849}"/>
              </a:ext>
            </a:extLst>
          </p:cNvPr>
          <p:cNvSpPr txBox="1"/>
          <p:nvPr/>
        </p:nvSpPr>
        <p:spPr>
          <a:xfrm>
            <a:off x="740229" y="1625600"/>
            <a:ext cx="88989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800" dirty="0"/>
              <a:t>Exercise 8: Create a histogram for Temperature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07625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81B93-CBA8-214F-F815-B606F18A6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539" y="720270"/>
            <a:ext cx="3832829" cy="5197498"/>
          </a:xfrm>
        </p:spPr>
        <p:txBody>
          <a:bodyPr/>
          <a:lstStyle/>
          <a:p>
            <a:r>
              <a:rPr lang="en-US" dirty="0"/>
              <a:t>Exercise 8</a:t>
            </a:r>
            <a:br>
              <a:rPr lang="en-US" dirty="0"/>
            </a:br>
            <a:r>
              <a:rPr lang="en-US" dirty="0"/>
              <a:t>Temperature histogram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470D71-EC8B-716E-8418-43065B08DFA8}"/>
              </a:ext>
            </a:extLst>
          </p:cNvPr>
          <p:cNvSpPr txBox="1"/>
          <p:nvPr/>
        </p:nvSpPr>
        <p:spPr>
          <a:xfrm>
            <a:off x="5470358" y="4163442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Insights:</a:t>
            </a:r>
          </a:p>
          <a:p>
            <a:r>
              <a:rPr lang="en-US" dirty="0"/>
              <a:t>There were 2 distinct distributions.</a:t>
            </a:r>
          </a:p>
          <a:p>
            <a:r>
              <a:rPr lang="en-US" dirty="0"/>
              <a:t>Temperature &lt; 9</a:t>
            </a:r>
            <a:r>
              <a:rPr lang="en-US" baseline="30000" dirty="0"/>
              <a:t>o</a:t>
            </a:r>
            <a:r>
              <a:rPr lang="en-US" dirty="0"/>
              <a:t>C, the mode is between 0 – 1.5</a:t>
            </a:r>
            <a:r>
              <a:rPr lang="en-US" baseline="30000" dirty="0"/>
              <a:t>o</a:t>
            </a:r>
            <a:r>
              <a:rPr lang="en-US" dirty="0"/>
              <a:t>C, happening 24 times.</a:t>
            </a:r>
          </a:p>
          <a:p>
            <a:r>
              <a:rPr lang="en-US" dirty="0"/>
              <a:t>Temperature &gt; 10</a:t>
            </a:r>
            <a:r>
              <a:rPr lang="en-US" baseline="30000" dirty="0"/>
              <a:t>o</a:t>
            </a:r>
            <a:r>
              <a:rPr lang="en-US" dirty="0"/>
              <a:t>C, the mode is 15</a:t>
            </a:r>
            <a:r>
              <a:rPr lang="en-US" baseline="30000" dirty="0"/>
              <a:t>o</a:t>
            </a:r>
            <a:r>
              <a:rPr lang="en-US" dirty="0"/>
              <a:t>C – 16.5</a:t>
            </a:r>
            <a:r>
              <a:rPr lang="en-US" baseline="30000" dirty="0"/>
              <a:t>o</a:t>
            </a:r>
            <a:r>
              <a:rPr lang="en-US" dirty="0"/>
              <a:t>C, happening 8 times.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29F0330-9559-16E9-9068-E1F8DDAC6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373059"/>
            <a:ext cx="5149980" cy="3605383"/>
          </a:xfrm>
        </p:spPr>
      </p:pic>
    </p:spTree>
    <p:extLst>
      <p:ext uri="{BB962C8B-B14F-4D97-AF65-F5344CB8AC3E}">
        <p14:creationId xmlns:p14="http://schemas.microsoft.com/office/powerpoint/2010/main" val="3314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5196-63D3-4291-9C1A-814261C2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96" y="1913612"/>
            <a:ext cx="3411973" cy="2198508"/>
          </a:xfrm>
        </p:spPr>
        <p:txBody>
          <a:bodyPr>
            <a:normAutofit/>
          </a:bodyPr>
          <a:lstStyle/>
          <a:p>
            <a:r>
              <a:rPr lang="en-SG" dirty="0"/>
              <a:t>Univariate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16FBBF-C935-4D66-8371-DCAEABEAE42F}"/>
              </a:ext>
            </a:extLst>
          </p:cNvPr>
          <p:cNvSpPr txBox="1"/>
          <p:nvPr/>
        </p:nvSpPr>
        <p:spPr>
          <a:xfrm>
            <a:off x="5909914" y="5071254"/>
            <a:ext cx="1883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 dirty="0">
                <a:solidFill>
                  <a:srgbClr val="0070C0"/>
                </a:solidFill>
              </a:rPr>
              <a:t>Histogram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816B5-A5CA-4373-A247-A437D055D6E2}"/>
              </a:ext>
            </a:extLst>
          </p:cNvPr>
          <p:cNvSpPr txBox="1"/>
          <p:nvPr/>
        </p:nvSpPr>
        <p:spPr>
          <a:xfrm>
            <a:off x="9452985" y="5071254"/>
            <a:ext cx="153811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SG" sz="2400" b="1" dirty="0">
                <a:solidFill>
                  <a:srgbClr val="0070C0"/>
                </a:solidFill>
              </a:rPr>
              <a:t>Box plot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C7A0A4-D00A-B50C-3656-C3CE32D3B5DE}"/>
              </a:ext>
            </a:extLst>
          </p:cNvPr>
          <p:cNvSpPr/>
          <p:nvPr/>
        </p:nvSpPr>
        <p:spPr>
          <a:xfrm>
            <a:off x="884996" y="313032"/>
            <a:ext cx="3062577" cy="92220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REVIEW</a:t>
            </a:r>
            <a:endParaRPr lang="en-SG" sz="2400" b="1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69514A0-53FB-2F03-2BEC-15653022D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811286" y="2076450"/>
            <a:ext cx="4519205" cy="2781299"/>
          </a:xfr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D86BDD-F8B0-8E84-B877-2DEF0A3C14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2114" y="209550"/>
            <a:ext cx="2486125" cy="47148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912070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12B64-FA1E-454B-A495-3CD573F20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705113"/>
            <a:ext cx="3761814" cy="5197498"/>
          </a:xfrm>
        </p:spPr>
        <p:txBody>
          <a:bodyPr>
            <a:normAutofit/>
          </a:bodyPr>
          <a:lstStyle/>
          <a:p>
            <a:r>
              <a:rPr lang="en-SG" sz="2800" dirty="0">
                <a:solidFill>
                  <a:srgbClr val="C00000"/>
                </a:solidFill>
              </a:rPr>
              <a:t>To Be Submitted by end of the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0F701-437E-41EA-85EF-D351ED152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6538" y="506866"/>
            <a:ext cx="7159082" cy="5197497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SG" sz="2800" dirty="0">
                <a:solidFill>
                  <a:srgbClr val="0070C0"/>
                </a:solidFill>
              </a:rPr>
              <a:t>Self Assessment #2</a:t>
            </a:r>
          </a:p>
          <a:p>
            <a:pPr marL="514350" indent="-514350">
              <a:buAutoNum type="arabicPeriod"/>
            </a:pPr>
            <a:r>
              <a:rPr lang="en-SG" sz="2800" dirty="0">
                <a:solidFill>
                  <a:srgbClr val="0070C0"/>
                </a:solidFill>
              </a:rPr>
              <a:t>Lab #2 Submit to LMS</a:t>
            </a:r>
          </a:p>
          <a:p>
            <a:pPr marL="457200" lvl="1" indent="-457200">
              <a:buFontTx/>
              <a:buChar char="-"/>
            </a:pPr>
            <a:r>
              <a:rPr lang="en-SG" sz="2400" b="1" dirty="0"/>
              <a:t>Ex 9 and 10</a:t>
            </a:r>
          </a:p>
          <a:p>
            <a:pPr marL="457200" lvl="1" indent="-457200">
              <a:buFontTx/>
              <a:buChar char="-"/>
            </a:pPr>
            <a:r>
              <a:rPr lang="en-SG" sz="2400" b="1" dirty="0"/>
              <a:t>Screen capture your charts for your submission</a:t>
            </a:r>
          </a:p>
          <a:p>
            <a:pPr lvl="1"/>
            <a:r>
              <a:rPr lang="en-SG" sz="2800" b="1" dirty="0">
                <a:solidFill>
                  <a:srgbClr val="C00000"/>
                </a:solidFill>
              </a:rPr>
              <a:t>3. Download and install                software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E77F4F-C2E2-9B69-16BB-3CE2C8075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859" y="4102073"/>
            <a:ext cx="1947470" cy="9410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62729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B69F8-09D2-3A00-F31C-82351D163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3C22E-6347-EA18-C3B8-B1BEBD6F0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942" y="1485121"/>
            <a:ext cx="6094140" cy="445161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SG" dirty="0">
                <a:hlinkClick r:id="rId2"/>
              </a:rPr>
              <a:t>Statistics Tutorial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Central Tendency | Understanding the Mean, Median &amp; Mode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Mean, Median, and Mode: Measures of Central Tendency - Statistics By Jim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5"/>
              </a:rPr>
              <a:t>Data Types in Statistics | </a:t>
            </a:r>
            <a:r>
              <a:rPr lang="en-US" dirty="0" err="1">
                <a:hlinkClick r:id="rId5"/>
              </a:rPr>
              <a:t>GeeksforGeeks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SG" dirty="0">
                <a:hlinkClick r:id="rId6"/>
              </a:rPr>
              <a:t>Anscombe's quartet – Wikipedia</a:t>
            </a:r>
            <a:endParaRPr lang="en-SG" dirty="0"/>
          </a:p>
          <a:p>
            <a:pPr marL="342900" indent="-342900">
              <a:buFont typeface="+mj-lt"/>
              <a:buAutoNum type="arabicPeriod"/>
            </a:pPr>
            <a:r>
              <a:rPr lang="en-SG" dirty="0">
                <a:hlinkClick r:id="rId7"/>
              </a:rPr>
              <a:t>Box Plots</a:t>
            </a:r>
            <a:endParaRPr lang="en-SG" dirty="0"/>
          </a:p>
          <a:p>
            <a:pPr marL="342900" indent="-342900">
              <a:buFont typeface="+mj-lt"/>
              <a:buAutoNum type="arabicPeriod"/>
            </a:pPr>
            <a:r>
              <a:rPr lang="en-SG" dirty="0">
                <a:hlinkClick r:id="rId8"/>
              </a:rPr>
              <a:t>https://researchmethod.net/histogram/</a:t>
            </a:r>
            <a:endParaRPr lang="en-SG" dirty="0"/>
          </a:p>
          <a:p>
            <a:pPr marL="342900" indent="-342900">
              <a:buFont typeface="+mj-lt"/>
              <a:buAutoNum type="arabicPeriod"/>
            </a:pPr>
            <a:r>
              <a:rPr lang="en-SG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9"/>
              </a:rPr>
              <a:t>https://www.transum.org/Maths/Exercise/Histogram/</a:t>
            </a:r>
            <a:r>
              <a:rPr lang="en-SG" sz="18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SG" dirty="0"/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AE665-768D-1DCF-9E20-5CF53F5FC55C}"/>
              </a:ext>
            </a:extLst>
          </p:cNvPr>
          <p:cNvSpPr txBox="1"/>
          <p:nvPr/>
        </p:nvSpPr>
        <p:spPr>
          <a:xfrm>
            <a:off x="5454942" y="284792"/>
            <a:ext cx="60941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Images used are sourced from the internet under Creative Commons licenses, unless stated otherwise. Proper attribution has been provided where required.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40322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hojiVTI">
  <a:themeElements>
    <a:clrScheme name="AnalogousFromLightSeedLeftStep">
      <a:dk1>
        <a:srgbClr val="000000"/>
      </a:dk1>
      <a:lt1>
        <a:srgbClr val="FFFFFF"/>
      </a:lt1>
      <a:dk2>
        <a:srgbClr val="413324"/>
      </a:dk2>
      <a:lt2>
        <a:srgbClr val="E7E2E8"/>
      </a:lt2>
      <a:accent1>
        <a:srgbClr val="7EAC70"/>
      </a:accent1>
      <a:accent2>
        <a:srgbClr val="8EA95E"/>
      </a:accent2>
      <a:accent3>
        <a:srgbClr val="A7A36D"/>
      </a:accent3>
      <a:accent4>
        <a:srgbClr val="C59766"/>
      </a:accent4>
      <a:accent5>
        <a:srgbClr val="D3918A"/>
      </a:accent5>
      <a:accent6>
        <a:srgbClr val="C9708C"/>
      </a:accent6>
      <a:hlink>
        <a:srgbClr val="A06DB0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F030E5E926B443B6BDC057D77EE4CC" ma:contentTypeVersion="3" ma:contentTypeDescription="Create a new document." ma:contentTypeScope="" ma:versionID="68d752b0ff3ae9f2aac2f981b8a4d58a">
  <xsd:schema xmlns:xsd="http://www.w3.org/2001/XMLSchema" xmlns:xs="http://www.w3.org/2001/XMLSchema" xmlns:p="http://schemas.microsoft.com/office/2006/metadata/properties" xmlns:ns2="1700fdf9-4351-4fd4-9f40-8f7ec6b3dbae" targetNamespace="http://schemas.microsoft.com/office/2006/metadata/properties" ma:root="true" ma:fieldsID="a3f7baf3bc5b3664876eb3657da03bd3" ns2:_="">
    <xsd:import namespace="1700fdf9-4351-4fd4-9f40-8f7ec6b3db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00fdf9-4351-4fd4-9f40-8f7ec6b3db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F1E5A5-2A71-48F9-8376-CE78EDC96BD1}"/>
</file>

<file path=customXml/itemProps2.xml><?xml version="1.0" encoding="utf-8"?>
<ds:datastoreItem xmlns:ds="http://schemas.openxmlformats.org/officeDocument/2006/customXml" ds:itemID="{E12F28C1-1291-4573-9374-97C9041FFAF9}">
  <ds:schemaRefs>
    <ds:schemaRef ds:uri="http://schemas.microsoft.com/office/2006/documentManagement/types"/>
    <ds:schemaRef ds:uri="http://purl.org/dc/dcmitype/"/>
    <ds:schemaRef ds:uri="http://www.w3.org/XML/1998/namespace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0a45c1c1-0ade-4a8f-aa31-9ce8ed674d34"/>
    <ds:schemaRef ds:uri="37910cae-3f21-48ab-821f-d87b6c39c310"/>
    <ds:schemaRef ds:uri="dba803fa-3d21-4169-8be9-be50439709b9"/>
    <ds:schemaRef ds:uri="3cf44aef-ee4e-4f87-a05a-c46fe2396677"/>
    <ds:schemaRef ds:uri="814eeb46-0db9-4c59-8c6f-d3b5b6c80535"/>
    <ds:schemaRef ds:uri="7e807748-7edd-4b51-9a7d-66d1a0183dd0"/>
    <ds:schemaRef ds:uri="53321789-c710-45e0-bbf4-5fc8f25393e4"/>
  </ds:schemaRefs>
</ds:datastoreItem>
</file>

<file path=customXml/itemProps3.xml><?xml version="1.0" encoding="utf-8"?>
<ds:datastoreItem xmlns:ds="http://schemas.openxmlformats.org/officeDocument/2006/customXml" ds:itemID="{51E2B9C8-567B-4410-B12A-4172D245B6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7834</TotalTime>
  <Words>4158</Words>
  <Application>Microsoft Office PowerPoint</Application>
  <PresentationFormat>Widescreen</PresentationFormat>
  <Paragraphs>697</Paragraphs>
  <Slides>56</Slides>
  <Notes>49</Notes>
  <HiddenSlides>14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Meiryo</vt:lpstr>
      <vt:lpstr>Abadi</vt:lpstr>
      <vt:lpstr>Aharoni</vt:lpstr>
      <vt:lpstr>Arial</vt:lpstr>
      <vt:lpstr>Calibri</vt:lpstr>
      <vt:lpstr>Corbel</vt:lpstr>
      <vt:lpstr>Segoe UI</vt:lpstr>
      <vt:lpstr>Wingdings</vt:lpstr>
      <vt:lpstr>ShojiVTI</vt:lpstr>
      <vt:lpstr>Statistical Graph</vt:lpstr>
      <vt:lpstr>Data Visualisation and Analytics (ESE1008) </vt:lpstr>
      <vt:lpstr>Review</vt:lpstr>
      <vt:lpstr>Data Types and Structure</vt:lpstr>
      <vt:lpstr>Activity 1</vt:lpstr>
      <vt:lpstr>Activity</vt:lpstr>
      <vt:lpstr>Activity</vt:lpstr>
      <vt:lpstr>Activity</vt:lpstr>
      <vt:lpstr>Activity 1 Wrong delimiter was defined</vt:lpstr>
      <vt:lpstr>Activity</vt:lpstr>
      <vt:lpstr>Activity</vt:lpstr>
      <vt:lpstr>Activity</vt:lpstr>
      <vt:lpstr>Activity</vt:lpstr>
      <vt:lpstr>Recap</vt:lpstr>
      <vt:lpstr>Data type</vt:lpstr>
      <vt:lpstr>What are the variables in this data table? Numerical or Categorical?</vt:lpstr>
      <vt:lpstr>Analysis method for different data types</vt:lpstr>
      <vt:lpstr>Why Visualisation?</vt:lpstr>
      <vt:lpstr>Median and Interquartile Range in Box Plot</vt:lpstr>
      <vt:lpstr>A box plot can be presented in 2 orientations</vt:lpstr>
      <vt:lpstr>Lab Exercises</vt:lpstr>
      <vt:lpstr>How to Construct the box plot (Lab Ex 1)</vt:lpstr>
      <vt:lpstr>What is Interquartile Range?</vt:lpstr>
      <vt:lpstr>PowerPoint Presentation</vt:lpstr>
      <vt:lpstr>PowerPoint Presentation</vt:lpstr>
      <vt:lpstr>Plotting and Interpreting the box plot (Exercise 2)</vt:lpstr>
      <vt:lpstr>Box Plot with extremely low and high value</vt:lpstr>
      <vt:lpstr>Box Plot with extremely low and high value (Exercise 3)</vt:lpstr>
      <vt:lpstr>PowerPoint Presentation</vt:lpstr>
      <vt:lpstr>PowerPoint Presentation</vt:lpstr>
      <vt:lpstr>PowerPoint Presentation</vt:lpstr>
      <vt:lpstr>PowerPoint Presentation</vt:lpstr>
      <vt:lpstr>Exercise 4B: On your own Show box plot for Temperature</vt:lpstr>
      <vt:lpstr>Histogram</vt:lpstr>
      <vt:lpstr>Histogram</vt:lpstr>
      <vt:lpstr>PowerPoint Presentation</vt:lpstr>
      <vt:lpstr>PowerPoint Presentation</vt:lpstr>
      <vt:lpstr>PowerPoint Presentation</vt:lpstr>
      <vt:lpstr>PowerPoint Presentation</vt:lpstr>
      <vt:lpstr>Shape of the histogram</vt:lpstr>
      <vt:lpstr>Return to Lab Ex</vt:lpstr>
      <vt:lpstr>Exercise 5</vt:lpstr>
      <vt:lpstr>Exercise 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Which graph shows a histogram?</vt:lpstr>
      <vt:lpstr>Summary Difference between Histogram</vt:lpstr>
      <vt:lpstr>Interpreting a histogram (Exercise 7)</vt:lpstr>
      <vt:lpstr>PowerPoint Presentation</vt:lpstr>
      <vt:lpstr>Exercise 8 Temperature histogram</vt:lpstr>
      <vt:lpstr>Univariate Analysis</vt:lpstr>
      <vt:lpstr>To Be Submitted by end of the week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Lye Sau Lin</dc:creator>
  <cp:lastModifiedBy>Chris CHUA (TP)</cp:lastModifiedBy>
  <cp:revision>144</cp:revision>
  <dcterms:created xsi:type="dcterms:W3CDTF">2020-09-29T02:26:15Z</dcterms:created>
  <dcterms:modified xsi:type="dcterms:W3CDTF">2025-05-08T07:55:40Z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4C2381BF-FFC3-4C0C-BB9C-5C6B07931B1F</vt:lpwstr>
  </property>
  <property fmtid="{D5CDD505-2E9C-101B-9397-08002B2CF9AE}" pid="3" name="ArticulatePath">
    <vt:lpwstr>Lab1-Intro</vt:lpwstr>
  </property>
  <property fmtid="{D5CDD505-2E9C-101B-9397-08002B2CF9AE}" pid="4" name="ContentTypeId">
    <vt:lpwstr>0x01010078F030E5E926B443B6BDC057D77EE4CC</vt:lpwstr>
  </property>
  <property fmtid="{D5CDD505-2E9C-101B-9397-08002B2CF9AE}" pid="5" name="MSIP_Label_d528611d-fe69-484f-b56b-0db8a0d79612_Enabled">
    <vt:lpwstr>true</vt:lpwstr>
  </property>
  <property fmtid="{D5CDD505-2E9C-101B-9397-08002B2CF9AE}" pid="6" name="MSIP_Label_d528611d-fe69-484f-b56b-0db8a0d79612_SetDate">
    <vt:lpwstr>2024-09-27T08:27:03Z</vt:lpwstr>
  </property>
  <property fmtid="{D5CDD505-2E9C-101B-9397-08002B2CF9AE}" pid="7" name="MSIP_Label_d528611d-fe69-484f-b56b-0db8a0d79612_Method">
    <vt:lpwstr>Privileged</vt:lpwstr>
  </property>
  <property fmtid="{D5CDD505-2E9C-101B-9397-08002B2CF9AE}" pid="8" name="MSIP_Label_d528611d-fe69-484f-b56b-0db8a0d79612_Name">
    <vt:lpwstr>Public</vt:lpwstr>
  </property>
  <property fmtid="{D5CDD505-2E9C-101B-9397-08002B2CF9AE}" pid="9" name="MSIP_Label_d528611d-fe69-484f-b56b-0db8a0d79612_SiteId">
    <vt:lpwstr>25a99bf0-8e72-472a-ae50-adfbdf0df6f1</vt:lpwstr>
  </property>
  <property fmtid="{D5CDD505-2E9C-101B-9397-08002B2CF9AE}" pid="10" name="MSIP_Label_d528611d-fe69-484f-b56b-0db8a0d79612_ActionId">
    <vt:lpwstr>ee781738-85de-43b0-b8c1-1ac76359e1a0</vt:lpwstr>
  </property>
  <property fmtid="{D5CDD505-2E9C-101B-9397-08002B2CF9AE}" pid="11" name="MSIP_Label_d528611d-fe69-484f-b56b-0db8a0d79612_ContentBits">
    <vt:lpwstr>0</vt:lpwstr>
  </property>
</Properties>
</file>