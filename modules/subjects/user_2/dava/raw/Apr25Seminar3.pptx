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0.xml" ContentType="application/vnd.openxmlformats-officedocument.presentationml.tags+xml"/>
  <Override PartName="/ppt/notesSlides/notesSlide2.xml" ContentType="application/vnd.openxmlformats-officedocument.presentationml.notesSlide+xml"/>
  <Override PartName="/ppt/tags/tag71.xml" ContentType="application/vnd.openxmlformats-officedocument.presentationml.tags+xml"/>
  <Override PartName="/ppt/notesSlides/notesSlide3.xml" ContentType="application/vnd.openxmlformats-officedocument.presentationml.notesSlide+xml"/>
  <Override PartName="/ppt/tags/tag72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73.xml" ContentType="application/vnd.openxmlformats-officedocument.presentationml.tags+xml"/>
  <Override PartName="/ppt/notesSlides/notesSlide5.xml" ContentType="application/vnd.openxmlformats-officedocument.presentationml.notesSlide+xml"/>
  <Override PartName="/ppt/tags/tag74.xml" ContentType="application/vnd.openxmlformats-officedocument.presentationml.tags+xml"/>
  <Override PartName="/ppt/notesSlides/notesSlide6.xml" ContentType="application/vnd.openxmlformats-officedocument.presentationml.notesSlide+xml"/>
  <Override PartName="/ppt/tags/tag75.xml" ContentType="application/vnd.openxmlformats-officedocument.presentationml.tags+xml"/>
  <Override PartName="/ppt/notesSlides/notesSlide7.xml" ContentType="application/vnd.openxmlformats-officedocument.presentationml.notesSlide+xml"/>
  <Override PartName="/ppt/tags/tag76.xml" ContentType="application/vnd.openxmlformats-officedocument.presentationml.tags+xml"/>
  <Override PartName="/ppt/notesSlides/notesSlide8.xml" ContentType="application/vnd.openxmlformats-officedocument.presentationml.notesSlide+xml"/>
  <Override PartName="/ppt/tags/tag77.xml" ContentType="application/vnd.openxmlformats-officedocument.presentationml.tags+xml"/>
  <Override PartName="/ppt/notesSlides/notesSlide9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0.xml" ContentType="application/vnd.openxmlformats-officedocument.presentationml.notesSlide+xml"/>
  <Override PartName="/ppt/tags/tag80.xml" ContentType="application/vnd.openxmlformats-officedocument.presentationml.tags+xml"/>
  <Override PartName="/ppt/notesSlides/notesSlide11.xml" ContentType="application/vnd.openxmlformats-officedocument.presentationml.notesSlide+xml"/>
  <Override PartName="/ppt/tags/tag81.xml" ContentType="application/vnd.openxmlformats-officedocument.presentationml.tags+xml"/>
  <Override PartName="/ppt/notesSlides/notesSlide12.xml" ContentType="application/vnd.openxmlformats-officedocument.presentationml.notesSlide+xml"/>
  <Override PartName="/ppt/tags/tag82.xml" ContentType="application/vnd.openxmlformats-officedocument.presentationml.tags+xml"/>
  <Override PartName="/ppt/notesSlides/notesSlide13.xml" ContentType="application/vnd.openxmlformats-officedocument.presentationml.notesSlide+xml"/>
  <Override PartName="/ppt/tags/tag83.xml" ContentType="application/vnd.openxmlformats-officedocument.presentationml.tags+xml"/>
  <Override PartName="/ppt/notesSlides/notesSlide14.xml" ContentType="application/vnd.openxmlformats-officedocument.presentationml.notesSlide+xml"/>
  <Override PartName="/ppt/tags/tag84.xml" ContentType="application/vnd.openxmlformats-officedocument.presentationml.tags+xml"/>
  <Override PartName="/ppt/notesSlides/notesSlide15.xml" ContentType="application/vnd.openxmlformats-officedocument.presentationml.notesSlide+xml"/>
  <Override PartName="/ppt/tags/tag85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86.xml" ContentType="application/vnd.openxmlformats-officedocument.presentationml.tags+xml"/>
  <Override PartName="/ppt/notesSlides/notesSlide33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4"/>
    <p:sldMasterId id="2147483898" r:id="rId5"/>
  </p:sldMasterIdLst>
  <p:notesMasterIdLst>
    <p:notesMasterId r:id="rId48"/>
  </p:notesMasterIdLst>
  <p:handoutMasterIdLst>
    <p:handoutMasterId r:id="rId49"/>
  </p:handoutMasterIdLst>
  <p:sldIdLst>
    <p:sldId id="533" r:id="rId6"/>
    <p:sldId id="417" r:id="rId7"/>
    <p:sldId id="868" r:id="rId8"/>
    <p:sldId id="853" r:id="rId9"/>
    <p:sldId id="854" r:id="rId10"/>
    <p:sldId id="855" r:id="rId11"/>
    <p:sldId id="570" r:id="rId12"/>
    <p:sldId id="568" r:id="rId13"/>
    <p:sldId id="574" r:id="rId14"/>
    <p:sldId id="856" r:id="rId15"/>
    <p:sldId id="871" r:id="rId16"/>
    <p:sldId id="576" r:id="rId17"/>
    <p:sldId id="578" r:id="rId18"/>
    <p:sldId id="577" r:id="rId19"/>
    <p:sldId id="873" r:id="rId20"/>
    <p:sldId id="860" r:id="rId21"/>
    <p:sldId id="872" r:id="rId22"/>
    <p:sldId id="809" r:id="rId23"/>
    <p:sldId id="869" r:id="rId24"/>
    <p:sldId id="886" r:id="rId25"/>
    <p:sldId id="888" r:id="rId26"/>
    <p:sldId id="889" r:id="rId27"/>
    <p:sldId id="890" r:id="rId28"/>
    <p:sldId id="891" r:id="rId29"/>
    <p:sldId id="883" r:id="rId30"/>
    <p:sldId id="884" r:id="rId31"/>
    <p:sldId id="885" r:id="rId32"/>
    <p:sldId id="892" r:id="rId33"/>
    <p:sldId id="874" r:id="rId34"/>
    <p:sldId id="875" r:id="rId35"/>
    <p:sldId id="876" r:id="rId36"/>
    <p:sldId id="877" r:id="rId37"/>
    <p:sldId id="879" r:id="rId38"/>
    <p:sldId id="880" r:id="rId39"/>
    <p:sldId id="878" r:id="rId40"/>
    <p:sldId id="881" r:id="rId41"/>
    <p:sldId id="882" r:id="rId42"/>
    <p:sldId id="862" r:id="rId43"/>
    <p:sldId id="893" r:id="rId44"/>
    <p:sldId id="867" r:id="rId45"/>
    <p:sldId id="865" r:id="rId46"/>
    <p:sldId id="866" r:id="rId47"/>
  </p:sldIdLst>
  <p:sldSz cx="12192000" cy="6858000"/>
  <p:notesSz cx="6858000" cy="9144000"/>
  <p:custDataLst>
    <p:tags r:id="rId5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o Kok Keong" initials="TKK" lastIdx="2" clrIdx="0">
    <p:extLst>
      <p:ext uri="{19B8F6BF-5375-455C-9EA6-DF929625EA0E}">
        <p15:presenceInfo xmlns:p15="http://schemas.microsoft.com/office/powerpoint/2012/main" userId="S-1-5-21-69290438-237730288-637696952-21509" providerId="AD"/>
      </p:ext>
    </p:extLst>
  </p:cmAuthor>
  <p:cmAuthor id="2" name="Lye Sau Lin" initials="LSL" lastIdx="2" clrIdx="1">
    <p:extLst>
      <p:ext uri="{19B8F6BF-5375-455C-9EA6-DF929625EA0E}">
        <p15:presenceInfo xmlns:p15="http://schemas.microsoft.com/office/powerpoint/2012/main" userId="d03e3b0040bf704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33"/>
    <a:srgbClr val="CCFF66"/>
    <a:srgbClr val="990099"/>
    <a:srgbClr val="E03804"/>
    <a:srgbClr val="FFFF99"/>
    <a:srgbClr val="339933"/>
    <a:srgbClr val="DDDDDD"/>
    <a:srgbClr val="515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538E99-72E2-4EF4-A0DF-726AE46D6955}" v="452" dt="2025-05-21T01:55:56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5" autoAdjust="0"/>
    <p:restoredTop sz="93447" autoAdjust="0"/>
  </p:normalViewPr>
  <p:slideViewPr>
    <p:cSldViewPr snapToGrid="0">
      <p:cViewPr varScale="1">
        <p:scale>
          <a:sx n="60" d="100"/>
          <a:sy n="60" d="100"/>
        </p:scale>
        <p:origin x="88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24"/>
      </p:cViewPr>
      <p:guideLst>
        <p:guide orient="horz" pos="3023"/>
        <p:guide pos="230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tags" Target="tags/tag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56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handoutMaster" Target="handoutMasters/handoutMaster1.xml"/><Relationship Id="rId57" Type="http://schemas.microsoft.com/office/2015/10/relationships/revisionInfo" Target="revisionInfo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 Lin LYE (TP)" userId="0501d767-1364-4844-adef-7fb51b08b3a9" providerId="ADAL" clId="{27E5807E-4B40-4BD2-9705-56958C01C738}"/>
    <pc:docChg chg="undo custSel addSld delSld modSld sldOrd">
      <pc:chgData name="Sau Lin LYE (TP)" userId="0501d767-1364-4844-adef-7fb51b08b3a9" providerId="ADAL" clId="{27E5807E-4B40-4BD2-9705-56958C01C738}" dt="2025-03-29T02:41:48.121" v="11198" actId="1076"/>
      <pc:docMkLst>
        <pc:docMk/>
      </pc:docMkLst>
      <pc:sldChg chg="modNotesTx">
        <pc:chgData name="Sau Lin LYE (TP)" userId="0501d767-1364-4844-adef-7fb51b08b3a9" providerId="ADAL" clId="{27E5807E-4B40-4BD2-9705-56958C01C738}" dt="2025-03-29T00:45:34.046" v="7799" actId="20577"/>
        <pc:sldMkLst>
          <pc:docMk/>
          <pc:sldMk cId="4241034506" sldId="417"/>
        </pc:sldMkLst>
      </pc:sldChg>
      <pc:sldChg chg="modNotesTx">
        <pc:chgData name="Sau Lin LYE (TP)" userId="0501d767-1364-4844-adef-7fb51b08b3a9" providerId="ADAL" clId="{27E5807E-4B40-4BD2-9705-56958C01C738}" dt="2025-03-27T01:56:18.238" v="1937" actId="20577"/>
        <pc:sldMkLst>
          <pc:docMk/>
          <pc:sldMk cId="1807750322" sldId="568"/>
        </pc:sldMkLst>
      </pc:sldChg>
      <pc:sldChg chg="modNotesTx">
        <pc:chgData name="Sau Lin LYE (TP)" userId="0501d767-1364-4844-adef-7fb51b08b3a9" providerId="ADAL" clId="{27E5807E-4B40-4BD2-9705-56958C01C738}" dt="2025-03-27T01:55:20.993" v="1841" actId="20577"/>
        <pc:sldMkLst>
          <pc:docMk/>
          <pc:sldMk cId="3617379722" sldId="570"/>
        </pc:sldMkLst>
      </pc:sldChg>
      <pc:sldChg chg="modNotesTx">
        <pc:chgData name="Sau Lin LYE (TP)" userId="0501d767-1364-4844-adef-7fb51b08b3a9" providerId="ADAL" clId="{27E5807E-4B40-4BD2-9705-56958C01C738}" dt="2025-03-27T02:46:49.502" v="2411" actId="5793"/>
        <pc:sldMkLst>
          <pc:docMk/>
          <pc:sldMk cId="3217101453" sldId="574"/>
        </pc:sldMkLst>
      </pc:sldChg>
      <pc:sldChg chg="del">
        <pc:chgData name="Sau Lin LYE (TP)" userId="0501d767-1364-4844-adef-7fb51b08b3a9" providerId="ADAL" clId="{27E5807E-4B40-4BD2-9705-56958C01C738}" dt="2025-03-27T02:51:39.759" v="2789" actId="47"/>
        <pc:sldMkLst>
          <pc:docMk/>
          <pc:sldMk cId="2280327" sldId="575"/>
        </pc:sldMkLst>
      </pc:sldChg>
      <pc:sldChg chg="ord modNotesTx">
        <pc:chgData name="Sau Lin LYE (TP)" userId="0501d767-1364-4844-adef-7fb51b08b3a9" providerId="ADAL" clId="{27E5807E-4B40-4BD2-9705-56958C01C738}" dt="2025-03-27T02:49:44.470" v="2744" actId="20577"/>
        <pc:sldMkLst>
          <pc:docMk/>
          <pc:sldMk cId="3078454922" sldId="576"/>
        </pc:sldMkLst>
      </pc:sldChg>
      <pc:sldChg chg="modSp mod ord modNotesTx">
        <pc:chgData name="Sau Lin LYE (TP)" userId="0501d767-1364-4844-adef-7fb51b08b3a9" providerId="ADAL" clId="{27E5807E-4B40-4BD2-9705-56958C01C738}" dt="2025-03-27T02:51:03.892" v="2788" actId="20577"/>
        <pc:sldMkLst>
          <pc:docMk/>
          <pc:sldMk cId="1108930465" sldId="577"/>
        </pc:sldMkLst>
        <pc:spChg chg="mod">
          <ac:chgData name="Sau Lin LYE (TP)" userId="0501d767-1364-4844-adef-7fb51b08b3a9" providerId="ADAL" clId="{27E5807E-4B40-4BD2-9705-56958C01C738}" dt="2025-03-27T02:50:47.970" v="2764" actId="20577"/>
          <ac:spMkLst>
            <pc:docMk/>
            <pc:sldMk cId="1108930465" sldId="577"/>
            <ac:spMk id="2" creationId="{A05984FC-6D60-4C6F-B5DA-9E7D2B50A20D}"/>
          </ac:spMkLst>
        </pc:spChg>
      </pc:sldChg>
      <pc:sldChg chg="ord">
        <pc:chgData name="Sau Lin LYE (TP)" userId="0501d767-1364-4844-adef-7fb51b08b3a9" providerId="ADAL" clId="{27E5807E-4B40-4BD2-9705-56958C01C738}" dt="2025-03-27T02:51:48.786" v="2791"/>
        <pc:sldMkLst>
          <pc:docMk/>
          <pc:sldMk cId="3479836235" sldId="578"/>
        </pc:sldMkLst>
      </pc:sldChg>
      <pc:sldChg chg="modSp mod">
        <pc:chgData name="Sau Lin LYE (TP)" userId="0501d767-1364-4844-adef-7fb51b08b3a9" providerId="ADAL" clId="{27E5807E-4B40-4BD2-9705-56958C01C738}" dt="2025-03-27T22:55:53.061" v="3218" actId="20577"/>
        <pc:sldMkLst>
          <pc:docMk/>
          <pc:sldMk cId="2844694901" sldId="809"/>
        </pc:sldMkLst>
        <pc:spChg chg="mod">
          <ac:chgData name="Sau Lin LYE (TP)" userId="0501d767-1364-4844-adef-7fb51b08b3a9" providerId="ADAL" clId="{27E5807E-4B40-4BD2-9705-56958C01C738}" dt="2025-03-27T22:55:53.061" v="3218" actId="20577"/>
          <ac:spMkLst>
            <pc:docMk/>
            <pc:sldMk cId="2844694901" sldId="809"/>
            <ac:spMk id="4" creationId="{42E8D5C1-F68A-3642-2AFF-2B4F82EBC190}"/>
          </ac:spMkLst>
        </pc:spChg>
      </pc:sldChg>
      <pc:sldChg chg="modNotesTx">
        <pc:chgData name="Sau Lin LYE (TP)" userId="0501d767-1364-4844-adef-7fb51b08b3a9" providerId="ADAL" clId="{27E5807E-4B40-4BD2-9705-56958C01C738}" dt="2025-03-27T01:20:13.397" v="942" actId="20577"/>
        <pc:sldMkLst>
          <pc:docMk/>
          <pc:sldMk cId="2839575380" sldId="853"/>
        </pc:sldMkLst>
      </pc:sldChg>
      <pc:sldChg chg="modNotesTx">
        <pc:chgData name="Sau Lin LYE (TP)" userId="0501d767-1364-4844-adef-7fb51b08b3a9" providerId="ADAL" clId="{27E5807E-4B40-4BD2-9705-56958C01C738}" dt="2025-03-27T01:52:37.471" v="1253" actId="20577"/>
        <pc:sldMkLst>
          <pc:docMk/>
          <pc:sldMk cId="42752398" sldId="854"/>
        </pc:sldMkLst>
      </pc:sldChg>
      <pc:sldChg chg="modNotesTx">
        <pc:chgData name="Sau Lin LYE (TP)" userId="0501d767-1364-4844-adef-7fb51b08b3a9" providerId="ADAL" clId="{27E5807E-4B40-4BD2-9705-56958C01C738}" dt="2025-03-27T01:54:39.495" v="1766" actId="20577"/>
        <pc:sldMkLst>
          <pc:docMk/>
          <pc:sldMk cId="4014877136" sldId="855"/>
        </pc:sldMkLst>
      </pc:sldChg>
      <pc:sldChg chg="ord">
        <pc:chgData name="Sau Lin LYE (TP)" userId="0501d767-1364-4844-adef-7fb51b08b3a9" providerId="ADAL" clId="{27E5807E-4B40-4BD2-9705-56958C01C738}" dt="2025-03-27T02:50:16.190" v="2746"/>
        <pc:sldMkLst>
          <pc:docMk/>
          <pc:sldMk cId="4103121205" sldId="856"/>
        </pc:sldMkLst>
      </pc:sldChg>
      <pc:sldChg chg="addSp modSp mod">
        <pc:chgData name="Sau Lin LYE (TP)" userId="0501d767-1364-4844-adef-7fb51b08b3a9" providerId="ADAL" clId="{27E5807E-4B40-4BD2-9705-56958C01C738}" dt="2025-03-27T02:52:51.927" v="2819" actId="207"/>
        <pc:sldMkLst>
          <pc:docMk/>
          <pc:sldMk cId="4291092247" sldId="860"/>
        </pc:sldMkLst>
        <pc:spChg chg="add mod">
          <ac:chgData name="Sau Lin LYE (TP)" userId="0501d767-1364-4844-adef-7fb51b08b3a9" providerId="ADAL" clId="{27E5807E-4B40-4BD2-9705-56958C01C738}" dt="2025-03-27T02:52:51.927" v="2819" actId="207"/>
          <ac:spMkLst>
            <pc:docMk/>
            <pc:sldMk cId="4291092247" sldId="860"/>
            <ac:spMk id="4" creationId="{D41BF8D1-36BA-76AE-BFA6-38A5947A4C3C}"/>
          </ac:spMkLst>
        </pc:spChg>
      </pc:sldChg>
      <pc:sldChg chg="modSp mod">
        <pc:chgData name="Sau Lin LYE (TP)" userId="0501d767-1364-4844-adef-7fb51b08b3a9" providerId="ADAL" clId="{27E5807E-4B40-4BD2-9705-56958C01C738}" dt="2025-03-29T01:57:41.174" v="9745" actId="20577"/>
        <pc:sldMkLst>
          <pc:docMk/>
          <pc:sldMk cId="263411057" sldId="862"/>
        </pc:sldMkLst>
        <pc:spChg chg="mod">
          <ac:chgData name="Sau Lin LYE (TP)" userId="0501d767-1364-4844-adef-7fb51b08b3a9" providerId="ADAL" clId="{27E5807E-4B40-4BD2-9705-56958C01C738}" dt="2025-03-29T01:57:41.174" v="9745" actId="20577"/>
          <ac:spMkLst>
            <pc:docMk/>
            <pc:sldMk cId="263411057" sldId="862"/>
            <ac:spMk id="2" creationId="{EA392EE7-B7DF-4E6D-BFBB-537EE4EB2346}"/>
          </ac:spMkLst>
        </pc:spChg>
        <pc:spChg chg="mod">
          <ac:chgData name="Sau Lin LYE (TP)" userId="0501d767-1364-4844-adef-7fb51b08b3a9" providerId="ADAL" clId="{27E5807E-4B40-4BD2-9705-56958C01C738}" dt="2025-03-29T01:57:35.263" v="9742" actId="5793"/>
          <ac:spMkLst>
            <pc:docMk/>
            <pc:sldMk cId="263411057" sldId="862"/>
            <ac:spMk id="3" creationId="{C86F123D-26C2-4D4B-92AD-F5FD302A9DA5}"/>
          </ac:spMkLst>
        </pc:spChg>
      </pc:sldChg>
      <pc:sldChg chg="del">
        <pc:chgData name="Sau Lin LYE (TP)" userId="0501d767-1364-4844-adef-7fb51b08b3a9" providerId="ADAL" clId="{27E5807E-4B40-4BD2-9705-56958C01C738}" dt="2025-03-29T01:40:25.372" v="9073" actId="47"/>
        <pc:sldMkLst>
          <pc:docMk/>
          <pc:sldMk cId="992092556" sldId="863"/>
        </pc:sldMkLst>
      </pc:sldChg>
      <pc:sldChg chg="mod modShow">
        <pc:chgData name="Sau Lin LYE (TP)" userId="0501d767-1364-4844-adef-7fb51b08b3a9" providerId="ADAL" clId="{27E5807E-4B40-4BD2-9705-56958C01C738}" dt="2025-03-29T00:45:57.828" v="7800" actId="729"/>
        <pc:sldMkLst>
          <pc:docMk/>
          <pc:sldMk cId="1682032201" sldId="865"/>
        </pc:sldMkLst>
      </pc:sldChg>
      <pc:sldChg chg="mod modShow">
        <pc:chgData name="Sau Lin LYE (TP)" userId="0501d767-1364-4844-adef-7fb51b08b3a9" providerId="ADAL" clId="{27E5807E-4B40-4BD2-9705-56958C01C738}" dt="2025-03-29T00:46:00.248" v="7801" actId="729"/>
        <pc:sldMkLst>
          <pc:docMk/>
          <pc:sldMk cId="1050280306" sldId="866"/>
        </pc:sldMkLst>
      </pc:sldChg>
      <pc:sldChg chg="addSp modSp mod modNotesTx">
        <pc:chgData name="Sau Lin LYE (TP)" userId="0501d767-1364-4844-adef-7fb51b08b3a9" providerId="ADAL" clId="{27E5807E-4B40-4BD2-9705-56958C01C738}" dt="2025-03-27T01:18:36.977" v="677" actId="20577"/>
        <pc:sldMkLst>
          <pc:docMk/>
          <pc:sldMk cId="2664672938" sldId="868"/>
        </pc:sldMkLst>
        <pc:spChg chg="add mod">
          <ac:chgData name="Sau Lin LYE (TP)" userId="0501d767-1364-4844-adef-7fb51b08b3a9" providerId="ADAL" clId="{27E5807E-4B40-4BD2-9705-56958C01C738}" dt="2025-03-27T01:16:27.859" v="401" actId="20577"/>
          <ac:spMkLst>
            <pc:docMk/>
            <pc:sldMk cId="2664672938" sldId="868"/>
            <ac:spMk id="4" creationId="{D2A4E8C7-1DF2-DB19-59C4-B89BF8C9A45A}"/>
          </ac:spMkLst>
        </pc:spChg>
      </pc:sldChg>
      <pc:sldChg chg="addSp modSp mod modNotesTx">
        <pc:chgData name="Sau Lin LYE (TP)" userId="0501d767-1364-4844-adef-7fb51b08b3a9" providerId="ADAL" clId="{27E5807E-4B40-4BD2-9705-56958C01C738}" dt="2025-03-29T00:56:20.265" v="7962" actId="20577"/>
        <pc:sldMkLst>
          <pc:docMk/>
          <pc:sldMk cId="1787259803" sldId="869"/>
        </pc:sldMkLst>
        <pc:spChg chg="mod">
          <ac:chgData name="Sau Lin LYE (TP)" userId="0501d767-1364-4844-adef-7fb51b08b3a9" providerId="ADAL" clId="{27E5807E-4B40-4BD2-9705-56958C01C738}" dt="2025-03-28T13:32:44.912" v="3344" actId="1076"/>
          <ac:spMkLst>
            <pc:docMk/>
            <pc:sldMk cId="1787259803" sldId="869"/>
            <ac:spMk id="2" creationId="{9F137996-8A32-4ED4-8F8B-C1310C7EC303}"/>
          </ac:spMkLst>
        </pc:spChg>
        <pc:spChg chg="add mod">
          <ac:chgData name="Sau Lin LYE (TP)" userId="0501d767-1364-4844-adef-7fb51b08b3a9" providerId="ADAL" clId="{27E5807E-4B40-4BD2-9705-56958C01C738}" dt="2025-03-29T00:56:20.265" v="7962" actId="20577"/>
          <ac:spMkLst>
            <pc:docMk/>
            <pc:sldMk cId="1787259803" sldId="869"/>
            <ac:spMk id="7" creationId="{38AF62EA-E808-0538-355E-9CFD478C25F2}"/>
          </ac:spMkLst>
        </pc:spChg>
        <pc:picChg chg="mod">
          <ac:chgData name="Sau Lin LYE (TP)" userId="0501d767-1364-4844-adef-7fb51b08b3a9" providerId="ADAL" clId="{27E5807E-4B40-4BD2-9705-56958C01C738}" dt="2025-03-28T13:32:40.017" v="3341" actId="1076"/>
          <ac:picMkLst>
            <pc:docMk/>
            <pc:sldMk cId="1787259803" sldId="869"/>
            <ac:picMk id="3" creationId="{8F332053-BA81-3DE3-5A81-8B42D2A3F4E5}"/>
          </ac:picMkLst>
        </pc:picChg>
        <pc:picChg chg="add mod">
          <ac:chgData name="Sau Lin LYE (TP)" userId="0501d767-1364-4844-adef-7fb51b08b3a9" providerId="ADAL" clId="{27E5807E-4B40-4BD2-9705-56958C01C738}" dt="2025-03-28T13:32:52.055" v="3347" actId="1076"/>
          <ac:picMkLst>
            <pc:docMk/>
            <pc:sldMk cId="1787259803" sldId="869"/>
            <ac:picMk id="6" creationId="{6C0D4CCC-74E3-6742-02CD-1054C7838631}"/>
          </ac:picMkLst>
        </pc:picChg>
      </pc:sldChg>
      <pc:sldChg chg="del">
        <pc:chgData name="Sau Lin LYE (TP)" userId="0501d767-1364-4844-adef-7fb51b08b3a9" providerId="ADAL" clId="{27E5807E-4B40-4BD2-9705-56958C01C738}" dt="2025-03-29T01:40:10.362" v="9072" actId="47"/>
        <pc:sldMkLst>
          <pc:docMk/>
          <pc:sldMk cId="551242179" sldId="870"/>
        </pc:sldMkLst>
      </pc:sldChg>
      <pc:sldChg chg="modSp add mod ord modNotesTx">
        <pc:chgData name="Sau Lin LYE (TP)" userId="0501d767-1364-4844-adef-7fb51b08b3a9" providerId="ADAL" clId="{27E5807E-4B40-4BD2-9705-56958C01C738}" dt="2025-03-27T02:48:05.655" v="2625" actId="20577"/>
        <pc:sldMkLst>
          <pc:docMk/>
          <pc:sldMk cId="672630985" sldId="871"/>
        </pc:sldMkLst>
        <pc:spChg chg="mod">
          <ac:chgData name="Sau Lin LYE (TP)" userId="0501d767-1364-4844-adef-7fb51b08b3a9" providerId="ADAL" clId="{27E5807E-4B40-4BD2-9705-56958C01C738}" dt="2025-03-27T02:16:54.107" v="2060" actId="20577"/>
          <ac:spMkLst>
            <pc:docMk/>
            <pc:sldMk cId="672630985" sldId="871"/>
            <ac:spMk id="4" creationId="{4AA46502-A920-9E32-4477-5EB6F6AE7060}"/>
          </ac:spMkLst>
        </pc:spChg>
      </pc:sldChg>
      <pc:sldChg chg="addSp delSp modSp new mod delAnim modAnim">
        <pc:chgData name="Sau Lin LYE (TP)" userId="0501d767-1364-4844-adef-7fb51b08b3a9" providerId="ADAL" clId="{27E5807E-4B40-4BD2-9705-56958C01C738}" dt="2025-03-29T02:41:48.121" v="11198" actId="1076"/>
        <pc:sldMkLst>
          <pc:docMk/>
          <pc:sldMk cId="543813013" sldId="872"/>
        </pc:sldMkLst>
        <pc:spChg chg="mod">
          <ac:chgData name="Sau Lin LYE (TP)" userId="0501d767-1364-4844-adef-7fb51b08b3a9" providerId="ADAL" clId="{27E5807E-4B40-4BD2-9705-56958C01C738}" dt="2025-03-27T02:53:48.893" v="2880" actId="20577"/>
          <ac:spMkLst>
            <pc:docMk/>
            <pc:sldMk cId="543813013" sldId="872"/>
            <ac:spMk id="2" creationId="{003D396B-5775-7B5A-72A2-B2F717B191BF}"/>
          </ac:spMkLst>
        </pc:spChg>
        <pc:spChg chg="add mod">
          <ac:chgData name="Sau Lin LYE (TP)" userId="0501d767-1364-4844-adef-7fb51b08b3a9" providerId="ADAL" clId="{27E5807E-4B40-4BD2-9705-56958C01C738}" dt="2025-03-29T02:41:48.121" v="11198" actId="1076"/>
          <ac:spMkLst>
            <pc:docMk/>
            <pc:sldMk cId="543813013" sldId="872"/>
            <ac:spMk id="6" creationId="{D0A74D85-5394-CD18-CE10-4C5285A8CB05}"/>
          </ac:spMkLst>
        </pc:spChg>
        <pc:picChg chg="add mod ord">
          <ac:chgData name="Sau Lin LYE (TP)" userId="0501d767-1364-4844-adef-7fb51b08b3a9" providerId="ADAL" clId="{27E5807E-4B40-4BD2-9705-56958C01C738}" dt="2025-03-27T22:49:10.365" v="3066" actId="1076"/>
          <ac:picMkLst>
            <pc:docMk/>
            <pc:sldMk cId="543813013" sldId="872"/>
            <ac:picMk id="10" creationId="{49BB027A-A526-7C9D-B1EC-7C4C1826858D}"/>
          </ac:picMkLst>
        </pc:picChg>
      </pc:sldChg>
      <pc:sldChg chg="addSp modSp new mod ord modClrScheme modAnim chgLayout">
        <pc:chgData name="Sau Lin LYE (TP)" userId="0501d767-1364-4844-adef-7fb51b08b3a9" providerId="ADAL" clId="{27E5807E-4B40-4BD2-9705-56958C01C738}" dt="2025-03-27T22:45:42.733" v="3063"/>
        <pc:sldMkLst>
          <pc:docMk/>
          <pc:sldMk cId="1902173818" sldId="873"/>
        </pc:sldMkLst>
        <pc:spChg chg="mod ord">
          <ac:chgData name="Sau Lin LYE (TP)" userId="0501d767-1364-4844-adef-7fb51b08b3a9" providerId="ADAL" clId="{27E5807E-4B40-4BD2-9705-56958C01C738}" dt="2025-03-27T22:43:24.259" v="3061" actId="20577"/>
          <ac:spMkLst>
            <pc:docMk/>
            <pc:sldMk cId="1902173818" sldId="873"/>
            <ac:spMk id="2" creationId="{0A546C64-41A6-F203-1776-455CBDB4459C}"/>
          </ac:spMkLst>
        </pc:spChg>
        <pc:spChg chg="mod ord">
          <ac:chgData name="Sau Lin LYE (TP)" userId="0501d767-1364-4844-adef-7fb51b08b3a9" providerId="ADAL" clId="{27E5807E-4B40-4BD2-9705-56958C01C738}" dt="2025-03-27T22:39:19.969" v="2955" actId="700"/>
          <ac:spMkLst>
            <pc:docMk/>
            <pc:sldMk cId="1902173818" sldId="873"/>
            <ac:spMk id="3" creationId="{E00ED621-6B1B-92B2-EFEA-6F6B9EB7347A}"/>
          </ac:spMkLst>
        </pc:spChg>
        <pc:spChg chg="add mod ord">
          <ac:chgData name="Sau Lin LYE (TP)" userId="0501d767-1364-4844-adef-7fb51b08b3a9" providerId="ADAL" clId="{27E5807E-4B40-4BD2-9705-56958C01C738}" dt="2025-03-27T22:42:49.595" v="3022" actId="20577"/>
          <ac:spMkLst>
            <pc:docMk/>
            <pc:sldMk cId="1902173818" sldId="873"/>
            <ac:spMk id="4" creationId="{E6DA659F-7B4B-AEDD-6A08-E3A62F9108E9}"/>
          </ac:spMkLst>
        </pc:spChg>
        <pc:spChg chg="add mod">
          <ac:chgData name="Sau Lin LYE (TP)" userId="0501d767-1364-4844-adef-7fb51b08b3a9" providerId="ADAL" clId="{27E5807E-4B40-4BD2-9705-56958C01C738}" dt="2025-03-27T22:41:57.712" v="2993" actId="208"/>
          <ac:spMkLst>
            <pc:docMk/>
            <pc:sldMk cId="1902173818" sldId="873"/>
            <ac:spMk id="5" creationId="{3CB4EA9F-860B-1202-AD3F-277ACD00F4E4}"/>
          </ac:spMkLst>
        </pc:spChg>
        <pc:spChg chg="add mod">
          <ac:chgData name="Sau Lin LYE (TP)" userId="0501d767-1364-4844-adef-7fb51b08b3a9" providerId="ADAL" clId="{27E5807E-4B40-4BD2-9705-56958C01C738}" dt="2025-03-27T22:42:32.194" v="3015" actId="20577"/>
          <ac:spMkLst>
            <pc:docMk/>
            <pc:sldMk cId="1902173818" sldId="873"/>
            <ac:spMk id="6" creationId="{82B8A6A2-9A65-0921-1553-715D2F88409A}"/>
          </ac:spMkLst>
        </pc:spChg>
        <pc:spChg chg="add mod">
          <ac:chgData name="Sau Lin LYE (TP)" userId="0501d767-1364-4844-adef-7fb51b08b3a9" providerId="ADAL" clId="{27E5807E-4B40-4BD2-9705-56958C01C738}" dt="2025-03-27T22:42:56.626" v="3023" actId="1076"/>
          <ac:spMkLst>
            <pc:docMk/>
            <pc:sldMk cId="1902173818" sldId="873"/>
            <ac:spMk id="7" creationId="{CFE8BD32-BD46-3A66-4E78-6238E3D340F1}"/>
          </ac:spMkLst>
        </pc:spChg>
        <pc:spChg chg="add mod">
          <ac:chgData name="Sau Lin LYE (TP)" userId="0501d767-1364-4844-adef-7fb51b08b3a9" providerId="ADAL" clId="{27E5807E-4B40-4BD2-9705-56958C01C738}" dt="2025-03-27T22:43:04.786" v="3027" actId="20577"/>
          <ac:spMkLst>
            <pc:docMk/>
            <pc:sldMk cId="1902173818" sldId="873"/>
            <ac:spMk id="8" creationId="{9CEEECF1-0883-8C8D-7C4B-4BBE04F61FE0}"/>
          </ac:spMkLst>
        </pc:spChg>
      </pc:sldChg>
      <pc:sldChg chg="modSp add del mod ord modTransition">
        <pc:chgData name="Sau Lin LYE (TP)" userId="0501d767-1364-4844-adef-7fb51b08b3a9" providerId="ADAL" clId="{27E5807E-4B40-4BD2-9705-56958C01C738}" dt="2025-03-27T22:43:16.974" v="3052" actId="2696"/>
        <pc:sldMkLst>
          <pc:docMk/>
          <pc:sldMk cId="2242338969" sldId="874"/>
        </pc:sldMkLst>
      </pc:sldChg>
      <pc:sldChg chg="addSp modSp new mod modAnim modNotesTx">
        <pc:chgData name="Sau Lin LYE (TP)" userId="0501d767-1364-4844-adef-7fb51b08b3a9" providerId="ADAL" clId="{27E5807E-4B40-4BD2-9705-56958C01C738}" dt="2025-03-29T02:09:48.741" v="9879" actId="20577"/>
        <pc:sldMkLst>
          <pc:docMk/>
          <pc:sldMk cId="4259981302" sldId="874"/>
        </pc:sldMkLst>
        <pc:spChg chg="mod">
          <ac:chgData name="Sau Lin LYE (TP)" userId="0501d767-1364-4844-adef-7fb51b08b3a9" providerId="ADAL" clId="{27E5807E-4B40-4BD2-9705-56958C01C738}" dt="2025-03-29T02:09:48.741" v="9879" actId="20577"/>
          <ac:spMkLst>
            <pc:docMk/>
            <pc:sldMk cId="4259981302" sldId="874"/>
            <ac:spMk id="2" creationId="{DD30B4BB-6EEA-6044-8D3D-E44156CFEBE6}"/>
          </ac:spMkLst>
        </pc:spChg>
        <pc:spChg chg="mod">
          <ac:chgData name="Sau Lin LYE (TP)" userId="0501d767-1364-4844-adef-7fb51b08b3a9" providerId="ADAL" clId="{27E5807E-4B40-4BD2-9705-56958C01C738}" dt="2025-03-28T23:21:22.082" v="4005" actId="20577"/>
          <ac:spMkLst>
            <pc:docMk/>
            <pc:sldMk cId="4259981302" sldId="874"/>
            <ac:spMk id="3" creationId="{A090E51C-AD4D-D15C-5185-1A19C4242DF2}"/>
          </ac:spMkLst>
        </pc:spChg>
        <pc:spChg chg="add mod">
          <ac:chgData name="Sau Lin LYE (TP)" userId="0501d767-1364-4844-adef-7fb51b08b3a9" providerId="ADAL" clId="{27E5807E-4B40-4BD2-9705-56958C01C738}" dt="2025-03-28T23:20:30.177" v="3943" actId="1076"/>
          <ac:spMkLst>
            <pc:docMk/>
            <pc:sldMk cId="4259981302" sldId="874"/>
            <ac:spMk id="7" creationId="{426640CA-1657-7C29-3AA5-0469D5A32E37}"/>
          </ac:spMkLst>
        </pc:spChg>
        <pc:spChg chg="add mod">
          <ac:chgData name="Sau Lin LYE (TP)" userId="0501d767-1364-4844-adef-7fb51b08b3a9" providerId="ADAL" clId="{27E5807E-4B40-4BD2-9705-56958C01C738}" dt="2025-03-28T23:20:30.177" v="3943" actId="1076"/>
          <ac:spMkLst>
            <pc:docMk/>
            <pc:sldMk cId="4259981302" sldId="874"/>
            <ac:spMk id="8" creationId="{DA3FDFA5-6A85-2814-E3B6-5D8651EFE64D}"/>
          </ac:spMkLst>
        </pc:spChg>
        <pc:spChg chg="add mod">
          <ac:chgData name="Sau Lin LYE (TP)" userId="0501d767-1364-4844-adef-7fb51b08b3a9" providerId="ADAL" clId="{27E5807E-4B40-4BD2-9705-56958C01C738}" dt="2025-03-28T23:20:30.177" v="3943" actId="1076"/>
          <ac:spMkLst>
            <pc:docMk/>
            <pc:sldMk cId="4259981302" sldId="874"/>
            <ac:spMk id="9" creationId="{51571422-C3FC-FB89-2C29-2DEC9224FD20}"/>
          </ac:spMkLst>
        </pc:spChg>
        <pc:spChg chg="add mod">
          <ac:chgData name="Sau Lin LYE (TP)" userId="0501d767-1364-4844-adef-7fb51b08b3a9" providerId="ADAL" clId="{27E5807E-4B40-4BD2-9705-56958C01C738}" dt="2025-03-28T23:20:30.177" v="3943" actId="1076"/>
          <ac:spMkLst>
            <pc:docMk/>
            <pc:sldMk cId="4259981302" sldId="874"/>
            <ac:spMk id="10" creationId="{EC25D732-F04E-EE14-EA99-429467F225BD}"/>
          </ac:spMkLst>
        </pc:spChg>
        <pc:spChg chg="add mod">
          <ac:chgData name="Sau Lin LYE (TP)" userId="0501d767-1364-4844-adef-7fb51b08b3a9" providerId="ADAL" clId="{27E5807E-4B40-4BD2-9705-56958C01C738}" dt="2025-03-28T23:20:30.177" v="3943" actId="1076"/>
          <ac:spMkLst>
            <pc:docMk/>
            <pc:sldMk cId="4259981302" sldId="874"/>
            <ac:spMk id="11" creationId="{2FD393E3-824B-360D-CE27-4217C1F82A68}"/>
          </ac:spMkLst>
        </pc:spChg>
        <pc:picChg chg="add mod">
          <ac:chgData name="Sau Lin LYE (TP)" userId="0501d767-1364-4844-adef-7fb51b08b3a9" providerId="ADAL" clId="{27E5807E-4B40-4BD2-9705-56958C01C738}" dt="2025-03-28T23:20:19.978" v="3942" actId="1076"/>
          <ac:picMkLst>
            <pc:docMk/>
            <pc:sldMk cId="4259981302" sldId="874"/>
            <ac:picMk id="6" creationId="{F660FD96-257F-869F-1E85-5B7012F0687C}"/>
          </ac:picMkLst>
        </pc:picChg>
      </pc:sldChg>
      <pc:sldChg chg="modSp add del mod ord modTransition">
        <pc:chgData name="Sau Lin LYE (TP)" userId="0501d767-1364-4844-adef-7fb51b08b3a9" providerId="ADAL" clId="{27E5807E-4B40-4BD2-9705-56958C01C738}" dt="2025-03-28T13:39:18.528" v="3708" actId="2696"/>
        <pc:sldMkLst>
          <pc:docMk/>
          <pc:sldMk cId="777811748" sldId="875"/>
        </pc:sldMkLst>
      </pc:sldChg>
      <pc:sldChg chg="addSp delSp modSp add mod delAnim modAnim modNotesTx">
        <pc:chgData name="Sau Lin LYE (TP)" userId="0501d767-1364-4844-adef-7fb51b08b3a9" providerId="ADAL" clId="{27E5807E-4B40-4BD2-9705-56958C01C738}" dt="2025-03-29T02:13:04.074" v="10100" actId="20577"/>
        <pc:sldMkLst>
          <pc:docMk/>
          <pc:sldMk cId="1380227377" sldId="875"/>
        </pc:sldMkLst>
        <pc:spChg chg="mod">
          <ac:chgData name="Sau Lin LYE (TP)" userId="0501d767-1364-4844-adef-7fb51b08b3a9" providerId="ADAL" clId="{27E5807E-4B40-4BD2-9705-56958C01C738}" dt="2025-03-29T02:13:04.074" v="10100" actId="20577"/>
          <ac:spMkLst>
            <pc:docMk/>
            <pc:sldMk cId="1380227377" sldId="875"/>
            <ac:spMk id="2" creationId="{5EEAB204-A0D0-8EB7-5896-4789EF773B63}"/>
          </ac:spMkLst>
        </pc:spChg>
        <pc:spChg chg="add mod">
          <ac:chgData name="Sau Lin LYE (TP)" userId="0501d767-1364-4844-adef-7fb51b08b3a9" providerId="ADAL" clId="{27E5807E-4B40-4BD2-9705-56958C01C738}" dt="2025-03-29T02:12:09.683" v="10053" actId="1076"/>
          <ac:spMkLst>
            <pc:docMk/>
            <pc:sldMk cId="1380227377" sldId="875"/>
            <ac:spMk id="20" creationId="{2F146103-2E98-6A80-89DE-4493F43FC0F8}"/>
          </ac:spMkLst>
        </pc:spChg>
        <pc:spChg chg="add mod">
          <ac:chgData name="Sau Lin LYE (TP)" userId="0501d767-1364-4844-adef-7fb51b08b3a9" providerId="ADAL" clId="{27E5807E-4B40-4BD2-9705-56958C01C738}" dt="2025-03-29T02:12:06.214" v="10052" actId="14100"/>
          <ac:spMkLst>
            <pc:docMk/>
            <pc:sldMk cId="1380227377" sldId="875"/>
            <ac:spMk id="21" creationId="{FD80C98C-73F0-8713-E80B-3B736F02A718}"/>
          </ac:spMkLst>
        </pc:spChg>
        <pc:picChg chg="add mod modCrop">
          <ac:chgData name="Sau Lin LYE (TP)" userId="0501d767-1364-4844-adef-7fb51b08b3a9" providerId="ADAL" clId="{27E5807E-4B40-4BD2-9705-56958C01C738}" dt="2025-03-28T23:28:44.070" v="4692" actId="732"/>
          <ac:picMkLst>
            <pc:docMk/>
            <pc:sldMk cId="1380227377" sldId="875"/>
            <ac:picMk id="12" creationId="{C246FFB6-754B-E19C-CDBA-20F7710D759A}"/>
          </ac:picMkLst>
        </pc:picChg>
        <pc:picChg chg="add mod">
          <ac:chgData name="Sau Lin LYE (TP)" userId="0501d767-1364-4844-adef-7fb51b08b3a9" providerId="ADAL" clId="{27E5807E-4B40-4BD2-9705-56958C01C738}" dt="2025-03-29T02:11:06.979" v="9925" actId="1076"/>
          <ac:picMkLst>
            <pc:docMk/>
            <pc:sldMk cId="1380227377" sldId="875"/>
            <ac:picMk id="14" creationId="{A432D835-AF0F-3AF9-447B-1FBD08B3EFB5}"/>
          </ac:picMkLst>
        </pc:picChg>
        <pc:picChg chg="add mod">
          <ac:chgData name="Sau Lin LYE (TP)" userId="0501d767-1364-4844-adef-7fb51b08b3a9" providerId="ADAL" clId="{27E5807E-4B40-4BD2-9705-56958C01C738}" dt="2025-03-29T02:11:08.114" v="9926" actId="1076"/>
          <ac:picMkLst>
            <pc:docMk/>
            <pc:sldMk cId="1380227377" sldId="875"/>
            <ac:picMk id="19" creationId="{59A97828-5859-F1CD-7AAD-AA78377D09AD}"/>
          </ac:picMkLst>
        </pc:picChg>
      </pc:sldChg>
      <pc:sldChg chg="add del ord modTransition">
        <pc:chgData name="Sau Lin LYE (TP)" userId="0501d767-1364-4844-adef-7fb51b08b3a9" providerId="ADAL" clId="{27E5807E-4B40-4BD2-9705-56958C01C738}" dt="2025-03-27T22:43:16.990" v="3053" actId="2696"/>
        <pc:sldMkLst>
          <pc:docMk/>
          <pc:sldMk cId="3162839308" sldId="875"/>
        </pc:sldMkLst>
      </pc:sldChg>
      <pc:sldChg chg="addSp modSp new mod modAnim modNotesTx">
        <pc:chgData name="Sau Lin LYE (TP)" userId="0501d767-1364-4844-adef-7fb51b08b3a9" providerId="ADAL" clId="{27E5807E-4B40-4BD2-9705-56958C01C738}" dt="2025-03-29T02:10:08.579" v="9911" actId="20577"/>
        <pc:sldMkLst>
          <pc:docMk/>
          <pc:sldMk cId="72045697" sldId="876"/>
        </pc:sldMkLst>
        <pc:spChg chg="mod">
          <ac:chgData name="Sau Lin LYE (TP)" userId="0501d767-1364-4844-adef-7fb51b08b3a9" providerId="ADAL" clId="{27E5807E-4B40-4BD2-9705-56958C01C738}" dt="2025-03-29T02:10:08.579" v="9911" actId="20577"/>
          <ac:spMkLst>
            <pc:docMk/>
            <pc:sldMk cId="72045697" sldId="876"/>
            <ac:spMk id="2" creationId="{ACD44646-7920-6FB9-0230-FFB3C229F3FB}"/>
          </ac:spMkLst>
        </pc:spChg>
        <pc:spChg chg="mod">
          <ac:chgData name="Sau Lin LYE (TP)" userId="0501d767-1364-4844-adef-7fb51b08b3a9" providerId="ADAL" clId="{27E5807E-4B40-4BD2-9705-56958C01C738}" dt="2025-03-28T23:45:09.157" v="5522" actId="14100"/>
          <ac:spMkLst>
            <pc:docMk/>
            <pc:sldMk cId="72045697" sldId="876"/>
            <ac:spMk id="3" creationId="{32D6FD6E-8F66-3598-BF67-F35632AD6364}"/>
          </ac:spMkLst>
        </pc:spChg>
        <pc:spChg chg="add mod">
          <ac:chgData name="Sau Lin LYE (TP)" userId="0501d767-1364-4844-adef-7fb51b08b3a9" providerId="ADAL" clId="{27E5807E-4B40-4BD2-9705-56958C01C738}" dt="2025-03-29T00:25:19.143" v="6707"/>
          <ac:spMkLst>
            <pc:docMk/>
            <pc:sldMk cId="72045697" sldId="876"/>
            <ac:spMk id="9" creationId="{FC15440A-A5CF-A388-20C1-E4AFABF782CC}"/>
          </ac:spMkLst>
        </pc:spChg>
        <pc:picChg chg="add mod">
          <ac:chgData name="Sau Lin LYE (TP)" userId="0501d767-1364-4844-adef-7fb51b08b3a9" providerId="ADAL" clId="{27E5807E-4B40-4BD2-9705-56958C01C738}" dt="2025-03-28T23:49:10.483" v="5888" actId="1076"/>
          <ac:picMkLst>
            <pc:docMk/>
            <pc:sldMk cId="72045697" sldId="876"/>
            <ac:picMk id="6" creationId="{2A63155C-6925-7720-4FA0-5B557E8511BE}"/>
          </ac:picMkLst>
        </pc:picChg>
        <pc:picChg chg="add mod">
          <ac:chgData name="Sau Lin LYE (TP)" userId="0501d767-1364-4844-adef-7fb51b08b3a9" providerId="ADAL" clId="{27E5807E-4B40-4BD2-9705-56958C01C738}" dt="2025-03-28T23:56:55.593" v="5901" actId="1440"/>
          <ac:picMkLst>
            <pc:docMk/>
            <pc:sldMk cId="72045697" sldId="876"/>
            <ac:picMk id="8" creationId="{C7623622-9E23-1436-95CE-DAF57A1828EF}"/>
          </ac:picMkLst>
        </pc:picChg>
      </pc:sldChg>
      <pc:sldChg chg="add del ord modTransition">
        <pc:chgData name="Sau Lin LYE (TP)" userId="0501d767-1364-4844-adef-7fb51b08b3a9" providerId="ADAL" clId="{27E5807E-4B40-4BD2-9705-56958C01C738}" dt="2025-03-28T13:39:18.549" v="3709" actId="2696"/>
        <pc:sldMkLst>
          <pc:docMk/>
          <pc:sldMk cId="399906534" sldId="876"/>
        </pc:sldMkLst>
      </pc:sldChg>
      <pc:sldChg chg="delSp modSp add mod delAnim">
        <pc:chgData name="Sau Lin LYE (TP)" userId="0501d767-1364-4844-adef-7fb51b08b3a9" providerId="ADAL" clId="{27E5807E-4B40-4BD2-9705-56958C01C738}" dt="2025-03-29T02:10:15.582" v="9913" actId="20577"/>
        <pc:sldMkLst>
          <pc:docMk/>
          <pc:sldMk cId="3716621172" sldId="877"/>
        </pc:sldMkLst>
        <pc:spChg chg="mod">
          <ac:chgData name="Sau Lin LYE (TP)" userId="0501d767-1364-4844-adef-7fb51b08b3a9" providerId="ADAL" clId="{27E5807E-4B40-4BD2-9705-56958C01C738}" dt="2025-03-29T02:10:15.582" v="9913" actId="20577"/>
          <ac:spMkLst>
            <pc:docMk/>
            <pc:sldMk cId="3716621172" sldId="877"/>
            <ac:spMk id="2" creationId="{E66ADBBA-4414-4E41-B304-1CDEF09AC726}"/>
          </ac:spMkLst>
        </pc:spChg>
        <pc:spChg chg="mod">
          <ac:chgData name="Sau Lin LYE (TP)" userId="0501d767-1364-4844-adef-7fb51b08b3a9" providerId="ADAL" clId="{27E5807E-4B40-4BD2-9705-56958C01C738}" dt="2025-03-28T23:57:20.357" v="5941" actId="20577"/>
          <ac:spMkLst>
            <pc:docMk/>
            <pc:sldMk cId="3716621172" sldId="877"/>
            <ac:spMk id="3" creationId="{24A77D63-475D-71FA-F946-10611CB37E03}"/>
          </ac:spMkLst>
        </pc:spChg>
        <pc:picChg chg="mod">
          <ac:chgData name="Sau Lin LYE (TP)" userId="0501d767-1364-4844-adef-7fb51b08b3a9" providerId="ADAL" clId="{27E5807E-4B40-4BD2-9705-56958C01C738}" dt="2025-03-28T23:57:09.997" v="5904" actId="1076"/>
          <ac:picMkLst>
            <pc:docMk/>
            <pc:sldMk cId="3716621172" sldId="877"/>
            <ac:picMk id="8" creationId="{FF7597FE-8734-155D-8A51-4D6DD6EC6835}"/>
          </ac:picMkLst>
        </pc:picChg>
      </pc:sldChg>
      <pc:sldChg chg="addSp modSp new mod">
        <pc:chgData name="Sau Lin LYE (TP)" userId="0501d767-1364-4844-adef-7fb51b08b3a9" providerId="ADAL" clId="{27E5807E-4B40-4BD2-9705-56958C01C738}" dt="2025-03-29T00:39:54.452" v="7299" actId="20577"/>
        <pc:sldMkLst>
          <pc:docMk/>
          <pc:sldMk cId="1029650676" sldId="878"/>
        </pc:sldMkLst>
        <pc:spChg chg="mod">
          <ac:chgData name="Sau Lin LYE (TP)" userId="0501d767-1364-4844-adef-7fb51b08b3a9" providerId="ADAL" clId="{27E5807E-4B40-4BD2-9705-56958C01C738}" dt="2025-03-29T00:14:09.201" v="5957" actId="20577"/>
          <ac:spMkLst>
            <pc:docMk/>
            <pc:sldMk cId="1029650676" sldId="878"/>
            <ac:spMk id="2" creationId="{62C05046-3967-6674-4B85-D3FF6048789B}"/>
          </ac:spMkLst>
        </pc:spChg>
        <pc:spChg chg="mod">
          <ac:chgData name="Sau Lin LYE (TP)" userId="0501d767-1364-4844-adef-7fb51b08b3a9" providerId="ADAL" clId="{27E5807E-4B40-4BD2-9705-56958C01C738}" dt="2025-03-29T00:39:54.452" v="7299" actId="20577"/>
          <ac:spMkLst>
            <pc:docMk/>
            <pc:sldMk cId="1029650676" sldId="878"/>
            <ac:spMk id="3" creationId="{5C8A0453-2D72-AB1B-881B-9891000C16F9}"/>
          </ac:spMkLst>
        </pc:spChg>
        <pc:spChg chg="add mod">
          <ac:chgData name="Sau Lin LYE (TP)" userId="0501d767-1364-4844-adef-7fb51b08b3a9" providerId="ADAL" clId="{27E5807E-4B40-4BD2-9705-56958C01C738}" dt="2025-03-29T00:37:21.979" v="7116" actId="1076"/>
          <ac:spMkLst>
            <pc:docMk/>
            <pc:sldMk cId="1029650676" sldId="878"/>
            <ac:spMk id="5" creationId="{B96D6B67-CA02-7B23-EBCE-6E81C628494D}"/>
          </ac:spMkLst>
        </pc:spChg>
      </pc:sldChg>
      <pc:sldChg chg="addSp delSp modSp add mod modAnim modNotesTx">
        <pc:chgData name="Sau Lin LYE (TP)" userId="0501d767-1364-4844-adef-7fb51b08b3a9" providerId="ADAL" clId="{27E5807E-4B40-4BD2-9705-56958C01C738}" dt="2025-03-29T02:10:20.054" v="9915" actId="20577"/>
        <pc:sldMkLst>
          <pc:docMk/>
          <pc:sldMk cId="2955553386" sldId="879"/>
        </pc:sldMkLst>
        <pc:spChg chg="mod">
          <ac:chgData name="Sau Lin LYE (TP)" userId="0501d767-1364-4844-adef-7fb51b08b3a9" providerId="ADAL" clId="{27E5807E-4B40-4BD2-9705-56958C01C738}" dt="2025-03-29T02:10:20.054" v="9915" actId="20577"/>
          <ac:spMkLst>
            <pc:docMk/>
            <pc:sldMk cId="2955553386" sldId="879"/>
            <ac:spMk id="2" creationId="{0689BDA2-18AE-F52B-7DA7-C2A337B8AA77}"/>
          </ac:spMkLst>
        </pc:spChg>
        <pc:spChg chg="mod">
          <ac:chgData name="Sau Lin LYE (TP)" userId="0501d767-1364-4844-adef-7fb51b08b3a9" providerId="ADAL" clId="{27E5807E-4B40-4BD2-9705-56958C01C738}" dt="2025-03-29T00:14:22.823" v="5993" actId="20577"/>
          <ac:spMkLst>
            <pc:docMk/>
            <pc:sldMk cId="2955553386" sldId="879"/>
            <ac:spMk id="3" creationId="{A00BB87A-DA74-1FA2-D6FD-CA7610D40449}"/>
          </ac:spMkLst>
        </pc:spChg>
        <pc:spChg chg="add mod">
          <ac:chgData name="Sau Lin LYE (TP)" userId="0501d767-1364-4844-adef-7fb51b08b3a9" providerId="ADAL" clId="{27E5807E-4B40-4BD2-9705-56958C01C738}" dt="2025-03-29T00:20:29.473" v="6504" actId="1076"/>
          <ac:spMkLst>
            <pc:docMk/>
            <pc:sldMk cId="2955553386" sldId="879"/>
            <ac:spMk id="7" creationId="{772B59F3-EC5D-003B-08F3-F1AC69E648CB}"/>
          </ac:spMkLst>
        </pc:spChg>
        <pc:spChg chg="add mod">
          <ac:chgData name="Sau Lin LYE (TP)" userId="0501d767-1364-4844-adef-7fb51b08b3a9" providerId="ADAL" clId="{27E5807E-4B40-4BD2-9705-56958C01C738}" dt="2025-03-29T00:20:23.828" v="6503" actId="1076"/>
          <ac:spMkLst>
            <pc:docMk/>
            <pc:sldMk cId="2955553386" sldId="879"/>
            <ac:spMk id="9" creationId="{F9EB28FD-A8F4-76F6-3166-507E359D6DFB}"/>
          </ac:spMkLst>
        </pc:spChg>
        <pc:spChg chg="add mod">
          <ac:chgData name="Sau Lin LYE (TP)" userId="0501d767-1364-4844-adef-7fb51b08b3a9" providerId="ADAL" clId="{27E5807E-4B40-4BD2-9705-56958C01C738}" dt="2025-03-29T00:18:46.792" v="6378" actId="1076"/>
          <ac:spMkLst>
            <pc:docMk/>
            <pc:sldMk cId="2955553386" sldId="879"/>
            <ac:spMk id="10" creationId="{DB0EC491-F197-D6E9-05C5-559A1EDE1D7D}"/>
          </ac:spMkLst>
        </pc:spChg>
        <pc:spChg chg="add mod">
          <ac:chgData name="Sau Lin LYE (TP)" userId="0501d767-1364-4844-adef-7fb51b08b3a9" providerId="ADAL" clId="{27E5807E-4B40-4BD2-9705-56958C01C738}" dt="2025-03-29T00:21:28.249" v="6576" actId="20577"/>
          <ac:spMkLst>
            <pc:docMk/>
            <pc:sldMk cId="2955553386" sldId="879"/>
            <ac:spMk id="11" creationId="{56AA6E88-BACC-71B6-63F0-17E94FA73F87}"/>
          </ac:spMkLst>
        </pc:spChg>
        <pc:picChg chg="add mod">
          <ac:chgData name="Sau Lin LYE (TP)" userId="0501d767-1364-4844-adef-7fb51b08b3a9" providerId="ADAL" clId="{27E5807E-4B40-4BD2-9705-56958C01C738}" dt="2025-03-29T00:20:16.516" v="6501" actId="1076"/>
          <ac:picMkLst>
            <pc:docMk/>
            <pc:sldMk cId="2955553386" sldId="879"/>
            <ac:picMk id="6" creationId="{63C697FE-8A9C-3D44-D75E-595406C94458}"/>
          </ac:picMkLst>
        </pc:picChg>
      </pc:sldChg>
      <pc:sldChg chg="modSp add del mod ord modTransition">
        <pc:chgData name="Sau Lin LYE (TP)" userId="0501d767-1364-4844-adef-7fb51b08b3a9" providerId="ADAL" clId="{27E5807E-4B40-4BD2-9705-56958C01C738}" dt="2025-03-29T00:21:01.061" v="6537" actId="2696"/>
        <pc:sldMkLst>
          <pc:docMk/>
          <pc:sldMk cId="865806608" sldId="880"/>
        </pc:sldMkLst>
      </pc:sldChg>
      <pc:sldChg chg="modSp add del mod ord modTransition">
        <pc:chgData name="Sau Lin LYE (TP)" userId="0501d767-1364-4844-adef-7fb51b08b3a9" providerId="ADAL" clId="{27E5807E-4B40-4BD2-9705-56958C01C738}" dt="2025-03-29T00:25:39.974" v="6720" actId="2696"/>
        <pc:sldMkLst>
          <pc:docMk/>
          <pc:sldMk cId="4018504159" sldId="880"/>
        </pc:sldMkLst>
      </pc:sldChg>
      <pc:sldChg chg="addSp delSp modSp add mod delAnim modNotesTx">
        <pc:chgData name="Sau Lin LYE (TP)" userId="0501d767-1364-4844-adef-7fb51b08b3a9" providerId="ADAL" clId="{27E5807E-4B40-4BD2-9705-56958C01C738}" dt="2025-03-29T02:10:26.098" v="9917" actId="20577"/>
        <pc:sldMkLst>
          <pc:docMk/>
          <pc:sldMk cId="4024907227" sldId="880"/>
        </pc:sldMkLst>
        <pc:spChg chg="mod">
          <ac:chgData name="Sau Lin LYE (TP)" userId="0501d767-1364-4844-adef-7fb51b08b3a9" providerId="ADAL" clId="{27E5807E-4B40-4BD2-9705-56958C01C738}" dt="2025-03-29T02:10:26.098" v="9917" actId="20577"/>
          <ac:spMkLst>
            <pc:docMk/>
            <pc:sldMk cId="4024907227" sldId="880"/>
            <ac:spMk id="2" creationId="{4A00B0C1-1F00-5284-390D-7B6D20F1BC04}"/>
          </ac:spMkLst>
        </pc:spChg>
        <pc:spChg chg="mod">
          <ac:chgData name="Sau Lin LYE (TP)" userId="0501d767-1364-4844-adef-7fb51b08b3a9" providerId="ADAL" clId="{27E5807E-4B40-4BD2-9705-56958C01C738}" dt="2025-03-29T00:32:10.515" v="6785" actId="20577"/>
          <ac:spMkLst>
            <pc:docMk/>
            <pc:sldMk cId="4024907227" sldId="880"/>
            <ac:spMk id="3" creationId="{4FFB4DF5-C8D3-64AA-DC9D-97126B1C3D10}"/>
          </ac:spMkLst>
        </pc:spChg>
        <pc:spChg chg="add mod">
          <ac:chgData name="Sau Lin LYE (TP)" userId="0501d767-1364-4844-adef-7fb51b08b3a9" providerId="ADAL" clId="{27E5807E-4B40-4BD2-9705-56958C01C738}" dt="2025-03-29T00:34:43.128" v="6988" actId="1076"/>
          <ac:spMkLst>
            <pc:docMk/>
            <pc:sldMk cId="4024907227" sldId="880"/>
            <ac:spMk id="12" creationId="{E59A02F5-DE21-23F2-0C23-BFB3BC49836F}"/>
          </ac:spMkLst>
        </pc:spChg>
        <pc:spChg chg="add mod">
          <ac:chgData name="Sau Lin LYE (TP)" userId="0501d767-1364-4844-adef-7fb51b08b3a9" providerId="ADAL" clId="{27E5807E-4B40-4BD2-9705-56958C01C738}" dt="2025-03-29T00:36:25.172" v="7113" actId="14100"/>
          <ac:spMkLst>
            <pc:docMk/>
            <pc:sldMk cId="4024907227" sldId="880"/>
            <ac:spMk id="15" creationId="{83502F98-8C81-C647-6474-F86A717A3E0C}"/>
          </ac:spMkLst>
        </pc:spChg>
        <pc:picChg chg="add mod">
          <ac:chgData name="Sau Lin LYE (TP)" userId="0501d767-1364-4844-adef-7fb51b08b3a9" providerId="ADAL" clId="{27E5807E-4B40-4BD2-9705-56958C01C738}" dt="2025-03-29T00:34:43.128" v="6988" actId="1076"/>
          <ac:picMkLst>
            <pc:docMk/>
            <pc:sldMk cId="4024907227" sldId="880"/>
            <ac:picMk id="8" creationId="{20BB1004-000F-DFAD-7431-E6E84093F270}"/>
          </ac:picMkLst>
        </pc:picChg>
        <pc:picChg chg="add mod">
          <ac:chgData name="Sau Lin LYE (TP)" userId="0501d767-1364-4844-adef-7fb51b08b3a9" providerId="ADAL" clId="{27E5807E-4B40-4BD2-9705-56958C01C738}" dt="2025-03-29T00:35:42.113" v="7061" actId="1076"/>
          <ac:picMkLst>
            <pc:docMk/>
            <pc:sldMk cId="4024907227" sldId="880"/>
            <ac:picMk id="14" creationId="{094F7544-D930-E411-750F-2FCA4B628540}"/>
          </ac:picMkLst>
        </pc:picChg>
      </pc:sldChg>
      <pc:sldChg chg="add del ord modTransition">
        <pc:chgData name="Sau Lin LYE (TP)" userId="0501d767-1364-4844-adef-7fb51b08b3a9" providerId="ADAL" clId="{27E5807E-4B40-4BD2-9705-56958C01C738}" dt="2025-03-29T00:25:39.984" v="6721" actId="2696"/>
        <pc:sldMkLst>
          <pc:docMk/>
          <pc:sldMk cId="491400251" sldId="881"/>
        </pc:sldMkLst>
      </pc:sldChg>
      <pc:sldChg chg="add del ord modTransition">
        <pc:chgData name="Sau Lin LYE (TP)" userId="0501d767-1364-4844-adef-7fb51b08b3a9" providerId="ADAL" clId="{27E5807E-4B40-4BD2-9705-56958C01C738}" dt="2025-03-29T00:21:01.072" v="6538" actId="2696"/>
        <pc:sldMkLst>
          <pc:docMk/>
          <pc:sldMk cId="1091970620" sldId="881"/>
        </pc:sldMkLst>
      </pc:sldChg>
      <pc:sldChg chg="addSp modSp add mod modNotesTx">
        <pc:chgData name="Sau Lin LYE (TP)" userId="0501d767-1364-4844-adef-7fb51b08b3a9" providerId="ADAL" clId="{27E5807E-4B40-4BD2-9705-56958C01C738}" dt="2025-03-29T01:59:24.911" v="9823" actId="20577"/>
        <pc:sldMkLst>
          <pc:docMk/>
          <pc:sldMk cId="3403989031" sldId="881"/>
        </pc:sldMkLst>
        <pc:spChg chg="mod">
          <ac:chgData name="Sau Lin LYE (TP)" userId="0501d767-1364-4844-adef-7fb51b08b3a9" providerId="ADAL" clId="{27E5807E-4B40-4BD2-9705-56958C01C738}" dt="2025-03-29T00:40:51.753" v="7372" actId="14100"/>
          <ac:spMkLst>
            <pc:docMk/>
            <pc:sldMk cId="3403989031" sldId="881"/>
            <ac:spMk id="3" creationId="{C9923138-898A-3563-A638-D2E3C6E39178}"/>
          </ac:spMkLst>
        </pc:spChg>
        <pc:spChg chg="add mod">
          <ac:chgData name="Sau Lin LYE (TP)" userId="0501d767-1364-4844-adef-7fb51b08b3a9" providerId="ADAL" clId="{27E5807E-4B40-4BD2-9705-56958C01C738}" dt="2025-03-29T01:59:24.911" v="9823" actId="20577"/>
          <ac:spMkLst>
            <pc:docMk/>
            <pc:sldMk cId="3403989031" sldId="881"/>
            <ac:spMk id="5" creationId="{851CB5F6-4AC0-C068-655A-7045910866BE}"/>
          </ac:spMkLst>
        </pc:spChg>
        <pc:spChg chg="add mod">
          <ac:chgData name="Sau Lin LYE (TP)" userId="0501d767-1364-4844-adef-7fb51b08b3a9" providerId="ADAL" clId="{27E5807E-4B40-4BD2-9705-56958C01C738}" dt="2025-03-29T00:43:33.075" v="7679" actId="1076"/>
          <ac:spMkLst>
            <pc:docMk/>
            <pc:sldMk cId="3403989031" sldId="881"/>
            <ac:spMk id="6" creationId="{8B8B2E48-1A3F-9F72-D6DC-CB12DCACAA52}"/>
          </ac:spMkLst>
        </pc:spChg>
      </pc:sldChg>
      <pc:sldChg chg="addSp delSp modSp new mod">
        <pc:chgData name="Sau Lin LYE (TP)" userId="0501d767-1364-4844-adef-7fb51b08b3a9" providerId="ADAL" clId="{27E5807E-4B40-4BD2-9705-56958C01C738}" dt="2025-03-29T00:44:30.695" v="7681" actId="1076"/>
        <pc:sldMkLst>
          <pc:docMk/>
          <pc:sldMk cId="2394180737" sldId="882"/>
        </pc:sldMkLst>
        <pc:spChg chg="mod">
          <ac:chgData name="Sau Lin LYE (TP)" userId="0501d767-1364-4844-adef-7fb51b08b3a9" providerId="ADAL" clId="{27E5807E-4B40-4BD2-9705-56958C01C738}" dt="2025-03-29T00:42:23.781" v="7596" actId="20577"/>
          <ac:spMkLst>
            <pc:docMk/>
            <pc:sldMk cId="2394180737" sldId="882"/>
            <ac:spMk id="2" creationId="{D4E05FC4-2134-D9D3-8678-2FF6EFE8A401}"/>
          </ac:spMkLst>
        </pc:spChg>
        <pc:picChg chg="add mod ord">
          <ac:chgData name="Sau Lin LYE (TP)" userId="0501d767-1364-4844-adef-7fb51b08b3a9" providerId="ADAL" clId="{27E5807E-4B40-4BD2-9705-56958C01C738}" dt="2025-03-29T00:44:30.695" v="7681" actId="1076"/>
          <ac:picMkLst>
            <pc:docMk/>
            <pc:sldMk cId="2394180737" sldId="882"/>
            <ac:picMk id="6" creationId="{27CB720D-471E-E8FE-0F1C-B5426EC0F3E5}"/>
          </ac:picMkLst>
        </pc:picChg>
      </pc:sldChg>
      <pc:sldChg chg="addSp modSp new mod ord modClrScheme chgLayout modNotesTx">
        <pc:chgData name="Sau Lin LYE (TP)" userId="0501d767-1364-4844-adef-7fb51b08b3a9" providerId="ADAL" clId="{27E5807E-4B40-4BD2-9705-56958C01C738}" dt="2025-03-29T01:52:29.436" v="9381" actId="20577"/>
        <pc:sldMkLst>
          <pc:docMk/>
          <pc:sldMk cId="1866230637" sldId="883"/>
        </pc:sldMkLst>
        <pc:spChg chg="mod ord">
          <ac:chgData name="Sau Lin LYE (TP)" userId="0501d767-1364-4844-adef-7fb51b08b3a9" providerId="ADAL" clId="{27E5807E-4B40-4BD2-9705-56958C01C738}" dt="2025-03-29T01:50:18.504" v="9114" actId="13822"/>
          <ac:spMkLst>
            <pc:docMk/>
            <pc:sldMk cId="1866230637" sldId="883"/>
            <ac:spMk id="2" creationId="{1559045A-F7A8-BE89-E177-E82E1CA6FFFE}"/>
          </ac:spMkLst>
        </pc:spChg>
        <pc:spChg chg="mod ord">
          <ac:chgData name="Sau Lin LYE (TP)" userId="0501d767-1364-4844-adef-7fb51b08b3a9" providerId="ADAL" clId="{27E5807E-4B40-4BD2-9705-56958C01C738}" dt="2025-03-29T00:53:11.424" v="7830" actId="700"/>
          <ac:spMkLst>
            <pc:docMk/>
            <pc:sldMk cId="1866230637" sldId="883"/>
            <ac:spMk id="3" creationId="{2128AC13-9DB5-0228-677D-C49CC12B4FCB}"/>
          </ac:spMkLst>
        </pc:spChg>
        <pc:spChg chg="add mod ord">
          <ac:chgData name="Sau Lin LYE (TP)" userId="0501d767-1364-4844-adef-7fb51b08b3a9" providerId="ADAL" clId="{27E5807E-4B40-4BD2-9705-56958C01C738}" dt="2025-03-29T00:54:53.600" v="7910" actId="14100"/>
          <ac:spMkLst>
            <pc:docMk/>
            <pc:sldMk cId="1866230637" sldId="883"/>
            <ac:spMk id="4" creationId="{D0990402-77D2-71CB-EB62-9A8927E02A7F}"/>
          </ac:spMkLst>
        </pc:spChg>
        <pc:spChg chg="add mod">
          <ac:chgData name="Sau Lin LYE (TP)" userId="0501d767-1364-4844-adef-7fb51b08b3a9" providerId="ADAL" clId="{27E5807E-4B40-4BD2-9705-56958C01C738}" dt="2025-03-29T00:55:24.863" v="7948" actId="14100"/>
          <ac:spMkLst>
            <pc:docMk/>
            <pc:sldMk cId="1866230637" sldId="883"/>
            <ac:spMk id="5" creationId="{24954038-C6A1-1E72-536B-17C8639326F0}"/>
          </ac:spMkLst>
        </pc:spChg>
      </pc:sldChg>
      <pc:sldChg chg="addSp delSp modSp new mod modNotesTx">
        <pc:chgData name="Sau Lin LYE (TP)" userId="0501d767-1364-4844-adef-7fb51b08b3a9" providerId="ADAL" clId="{27E5807E-4B40-4BD2-9705-56958C01C738}" dt="2025-03-29T00:57:54.749" v="8114" actId="20577"/>
        <pc:sldMkLst>
          <pc:docMk/>
          <pc:sldMk cId="3884080416" sldId="884"/>
        </pc:sldMkLst>
        <pc:spChg chg="mod">
          <ac:chgData name="Sau Lin LYE (TP)" userId="0501d767-1364-4844-adef-7fb51b08b3a9" providerId="ADAL" clId="{27E5807E-4B40-4BD2-9705-56958C01C738}" dt="2025-03-29T00:56:36.412" v="7987" actId="20577"/>
          <ac:spMkLst>
            <pc:docMk/>
            <pc:sldMk cId="3884080416" sldId="884"/>
            <ac:spMk id="2" creationId="{4863DF28-58BD-3A41-FA53-7208022CE6A3}"/>
          </ac:spMkLst>
        </pc:spChg>
        <pc:picChg chg="add mod">
          <ac:chgData name="Sau Lin LYE (TP)" userId="0501d767-1364-4844-adef-7fb51b08b3a9" providerId="ADAL" clId="{27E5807E-4B40-4BD2-9705-56958C01C738}" dt="2025-03-29T00:57:35.053" v="8056"/>
          <ac:picMkLst>
            <pc:docMk/>
            <pc:sldMk cId="3884080416" sldId="884"/>
            <ac:picMk id="10" creationId="{06FC3B9D-D124-E884-3BCE-B8C2DC3C1525}"/>
          </ac:picMkLst>
        </pc:picChg>
      </pc:sldChg>
      <pc:sldChg chg="addSp delSp modSp new mod modAnim">
        <pc:chgData name="Sau Lin LYE (TP)" userId="0501d767-1364-4844-adef-7fb51b08b3a9" providerId="ADAL" clId="{27E5807E-4B40-4BD2-9705-56958C01C738}" dt="2025-03-29T01:03:15.995" v="8443"/>
        <pc:sldMkLst>
          <pc:docMk/>
          <pc:sldMk cId="2341244707" sldId="885"/>
        </pc:sldMkLst>
        <pc:spChg chg="mod">
          <ac:chgData name="Sau Lin LYE (TP)" userId="0501d767-1364-4844-adef-7fb51b08b3a9" providerId="ADAL" clId="{27E5807E-4B40-4BD2-9705-56958C01C738}" dt="2025-03-29T00:59:12.016" v="8225" actId="1076"/>
          <ac:spMkLst>
            <pc:docMk/>
            <pc:sldMk cId="2341244707" sldId="885"/>
            <ac:spMk id="2" creationId="{92BDEA16-FD88-3070-8727-4BF9F0BD7502}"/>
          </ac:spMkLst>
        </pc:spChg>
        <pc:spChg chg="mod">
          <ac:chgData name="Sau Lin LYE (TP)" userId="0501d767-1364-4844-adef-7fb51b08b3a9" providerId="ADAL" clId="{27E5807E-4B40-4BD2-9705-56958C01C738}" dt="2025-03-29T01:02:08.307" v="8364" actId="20577"/>
          <ac:spMkLst>
            <pc:docMk/>
            <pc:sldMk cId="2341244707" sldId="885"/>
            <ac:spMk id="3" creationId="{CF34E8CC-1B23-1651-A9E8-79D20241730B}"/>
          </ac:spMkLst>
        </pc:spChg>
        <pc:spChg chg="add mod">
          <ac:chgData name="Sau Lin LYE (TP)" userId="0501d767-1364-4844-adef-7fb51b08b3a9" providerId="ADAL" clId="{27E5807E-4B40-4BD2-9705-56958C01C738}" dt="2025-03-29T01:02:40.909" v="8405" actId="1076"/>
          <ac:spMkLst>
            <pc:docMk/>
            <pc:sldMk cId="2341244707" sldId="885"/>
            <ac:spMk id="5" creationId="{C82AC68B-4A79-D1CC-0791-F968A60F6DB9}"/>
          </ac:spMkLst>
        </pc:spChg>
        <pc:spChg chg="add mod">
          <ac:chgData name="Sau Lin LYE (TP)" userId="0501d767-1364-4844-adef-7fb51b08b3a9" providerId="ADAL" clId="{27E5807E-4B40-4BD2-9705-56958C01C738}" dt="2025-03-29T01:02:37.741" v="8404" actId="1076"/>
          <ac:spMkLst>
            <pc:docMk/>
            <pc:sldMk cId="2341244707" sldId="885"/>
            <ac:spMk id="8" creationId="{37392604-74AB-7883-322F-108900F908CC}"/>
          </ac:spMkLst>
        </pc:spChg>
        <pc:spChg chg="add mod">
          <ac:chgData name="Sau Lin LYE (TP)" userId="0501d767-1364-4844-adef-7fb51b08b3a9" providerId="ADAL" clId="{27E5807E-4B40-4BD2-9705-56958C01C738}" dt="2025-03-29T01:02:45.803" v="8406" actId="1076"/>
          <ac:spMkLst>
            <pc:docMk/>
            <pc:sldMk cId="2341244707" sldId="885"/>
            <ac:spMk id="9" creationId="{CCCEFBC2-5044-F161-B332-CA7611ABE6FA}"/>
          </ac:spMkLst>
        </pc:spChg>
        <pc:spChg chg="add mod">
          <ac:chgData name="Sau Lin LYE (TP)" userId="0501d767-1364-4844-adef-7fb51b08b3a9" providerId="ADAL" clId="{27E5807E-4B40-4BD2-9705-56958C01C738}" dt="2025-03-29T01:02:12.839" v="8368" actId="20577"/>
          <ac:spMkLst>
            <pc:docMk/>
            <pc:sldMk cId="2341244707" sldId="885"/>
            <ac:spMk id="10" creationId="{F9DBFD8B-7968-0673-1678-CCA45325A246}"/>
          </ac:spMkLst>
        </pc:spChg>
        <pc:spChg chg="add mod">
          <ac:chgData name="Sau Lin LYE (TP)" userId="0501d767-1364-4844-adef-7fb51b08b3a9" providerId="ADAL" clId="{27E5807E-4B40-4BD2-9705-56958C01C738}" dt="2025-03-29T01:01:46.520" v="8346" actId="20577"/>
          <ac:spMkLst>
            <pc:docMk/>
            <pc:sldMk cId="2341244707" sldId="885"/>
            <ac:spMk id="11" creationId="{24CAF05F-09DA-011B-E5A0-8186C84BF19D}"/>
          </ac:spMkLst>
        </pc:spChg>
        <pc:spChg chg="add mod">
          <ac:chgData name="Sau Lin LYE (TP)" userId="0501d767-1364-4844-adef-7fb51b08b3a9" providerId="ADAL" clId="{27E5807E-4B40-4BD2-9705-56958C01C738}" dt="2025-03-29T01:02:18.156" v="8369" actId="1076"/>
          <ac:spMkLst>
            <pc:docMk/>
            <pc:sldMk cId="2341244707" sldId="885"/>
            <ac:spMk id="12" creationId="{B5844A59-C9D0-086A-B948-10996BDC4F24}"/>
          </ac:spMkLst>
        </pc:spChg>
      </pc:sldChg>
      <pc:sldChg chg="modSp add del mod ord modTransition">
        <pc:chgData name="Sau Lin LYE (TP)" userId="0501d767-1364-4844-adef-7fb51b08b3a9" providerId="ADAL" clId="{27E5807E-4B40-4BD2-9705-56958C01C738}" dt="2025-03-29T01:03:10.963" v="8441" actId="2696"/>
        <pc:sldMkLst>
          <pc:docMk/>
          <pc:sldMk cId="523004200" sldId="886"/>
        </pc:sldMkLst>
      </pc:sldChg>
      <pc:sldChg chg="modSp new mod">
        <pc:chgData name="Sau Lin LYE (TP)" userId="0501d767-1364-4844-adef-7fb51b08b3a9" providerId="ADAL" clId="{27E5807E-4B40-4BD2-9705-56958C01C738}" dt="2025-03-29T01:07:15.746" v="8547" actId="20577"/>
        <pc:sldMkLst>
          <pc:docMk/>
          <pc:sldMk cId="1761741275" sldId="886"/>
        </pc:sldMkLst>
        <pc:spChg chg="mod">
          <ac:chgData name="Sau Lin LYE (TP)" userId="0501d767-1364-4844-adef-7fb51b08b3a9" providerId="ADAL" clId="{27E5807E-4B40-4BD2-9705-56958C01C738}" dt="2025-03-29T01:06:47.213" v="8487" actId="20577"/>
          <ac:spMkLst>
            <pc:docMk/>
            <pc:sldMk cId="1761741275" sldId="886"/>
            <ac:spMk id="2" creationId="{3BB4A2CF-6B3B-EE5F-D97E-B70226614B90}"/>
          </ac:spMkLst>
        </pc:spChg>
        <pc:spChg chg="mod">
          <ac:chgData name="Sau Lin LYE (TP)" userId="0501d767-1364-4844-adef-7fb51b08b3a9" providerId="ADAL" clId="{27E5807E-4B40-4BD2-9705-56958C01C738}" dt="2025-03-29T01:07:15.746" v="8547" actId="20577"/>
          <ac:spMkLst>
            <pc:docMk/>
            <pc:sldMk cId="1761741275" sldId="886"/>
            <ac:spMk id="3" creationId="{7A156E1E-02EF-88B0-9B6F-7D4306C190F0}"/>
          </ac:spMkLst>
        </pc:spChg>
      </pc:sldChg>
      <pc:sldChg chg="modSp add del mod ord modTransition">
        <pc:chgData name="Sau Lin LYE (TP)" userId="0501d767-1364-4844-adef-7fb51b08b3a9" providerId="ADAL" clId="{27E5807E-4B40-4BD2-9705-56958C01C738}" dt="2025-03-29T01:02:31.335" v="8402" actId="2696"/>
        <pc:sldMkLst>
          <pc:docMk/>
          <pc:sldMk cId="2191118147" sldId="886"/>
        </pc:sldMkLst>
      </pc:sldChg>
      <pc:sldChg chg="add del ord modTransition">
        <pc:chgData name="Sau Lin LYE (TP)" userId="0501d767-1364-4844-adef-7fb51b08b3a9" providerId="ADAL" clId="{27E5807E-4B40-4BD2-9705-56958C01C738}" dt="2025-03-29T01:02:31.349" v="8403" actId="2696"/>
        <pc:sldMkLst>
          <pc:docMk/>
          <pc:sldMk cId="1360099401" sldId="887"/>
        </pc:sldMkLst>
      </pc:sldChg>
      <pc:sldChg chg="addSp delSp modSp add del mod delAnim">
        <pc:chgData name="Sau Lin LYE (TP)" userId="0501d767-1364-4844-adef-7fb51b08b3a9" providerId="ADAL" clId="{27E5807E-4B40-4BD2-9705-56958C01C738}" dt="2025-03-29T01:49:55.563" v="9113" actId="47"/>
        <pc:sldMkLst>
          <pc:docMk/>
          <pc:sldMk cId="1613548381" sldId="887"/>
        </pc:sldMkLst>
      </pc:sldChg>
      <pc:sldChg chg="add del ord modTransition">
        <pc:chgData name="Sau Lin LYE (TP)" userId="0501d767-1364-4844-adef-7fb51b08b3a9" providerId="ADAL" clId="{27E5807E-4B40-4BD2-9705-56958C01C738}" dt="2025-03-29T01:03:10.979" v="8442" actId="2696"/>
        <pc:sldMkLst>
          <pc:docMk/>
          <pc:sldMk cId="2455661696" sldId="887"/>
        </pc:sldMkLst>
      </pc:sldChg>
      <pc:sldChg chg="addSp delSp modSp add mod delAnim">
        <pc:chgData name="Sau Lin LYE (TP)" userId="0501d767-1364-4844-adef-7fb51b08b3a9" providerId="ADAL" clId="{27E5807E-4B40-4BD2-9705-56958C01C738}" dt="2025-03-29T01:49:48.771" v="9112" actId="20577"/>
        <pc:sldMkLst>
          <pc:docMk/>
          <pc:sldMk cId="2161161184" sldId="888"/>
        </pc:sldMkLst>
        <pc:spChg chg="mod">
          <ac:chgData name="Sau Lin LYE (TP)" userId="0501d767-1364-4844-adef-7fb51b08b3a9" providerId="ADAL" clId="{27E5807E-4B40-4BD2-9705-56958C01C738}" dt="2025-03-29T01:49:48.771" v="9112" actId="20577"/>
          <ac:spMkLst>
            <pc:docMk/>
            <pc:sldMk cId="2161161184" sldId="888"/>
            <ac:spMk id="2" creationId="{CE66193D-BCDC-40A6-7DE3-92B4CB8AF183}"/>
          </ac:spMkLst>
        </pc:spChg>
        <pc:spChg chg="add mod">
          <ac:chgData name="Sau Lin LYE (TP)" userId="0501d767-1364-4844-adef-7fb51b08b3a9" providerId="ADAL" clId="{27E5807E-4B40-4BD2-9705-56958C01C738}" dt="2025-03-29T01:27:52.453" v="8726" actId="255"/>
          <ac:spMkLst>
            <pc:docMk/>
            <pc:sldMk cId="2161161184" sldId="888"/>
            <ac:spMk id="13" creationId="{38ECBDBD-D036-75BC-70E1-0D469820B34B}"/>
          </ac:spMkLst>
        </pc:spChg>
        <pc:picChg chg="add mod">
          <ac:chgData name="Sau Lin LYE (TP)" userId="0501d767-1364-4844-adef-7fb51b08b3a9" providerId="ADAL" clId="{27E5807E-4B40-4BD2-9705-56958C01C738}" dt="2025-03-29T01:27:17.299" v="8664" actId="1076"/>
          <ac:picMkLst>
            <pc:docMk/>
            <pc:sldMk cId="2161161184" sldId="888"/>
            <ac:picMk id="12" creationId="{25DD52F6-D44D-360F-07FD-345439F38888}"/>
          </ac:picMkLst>
        </pc:picChg>
      </pc:sldChg>
      <pc:sldChg chg="addSp delSp modSp add mod modAnim">
        <pc:chgData name="Sau Lin LYE (TP)" userId="0501d767-1364-4844-adef-7fb51b08b3a9" providerId="ADAL" clId="{27E5807E-4B40-4BD2-9705-56958C01C738}" dt="2025-03-29T01:32:49.349" v="8851" actId="1076"/>
        <pc:sldMkLst>
          <pc:docMk/>
          <pc:sldMk cId="2687462780" sldId="889"/>
        </pc:sldMkLst>
        <pc:spChg chg="mod">
          <ac:chgData name="Sau Lin LYE (TP)" userId="0501d767-1364-4844-adef-7fb51b08b3a9" providerId="ADAL" clId="{27E5807E-4B40-4BD2-9705-56958C01C738}" dt="2025-03-29T01:32:35.376" v="8838" actId="20577"/>
          <ac:spMkLst>
            <pc:docMk/>
            <pc:sldMk cId="2687462780" sldId="889"/>
            <ac:spMk id="2" creationId="{6EEE0919-FAA1-DA97-8621-F72EC589DAF7}"/>
          </ac:spMkLst>
        </pc:spChg>
        <pc:spChg chg="add mod">
          <ac:chgData name="Sau Lin LYE (TP)" userId="0501d767-1364-4844-adef-7fb51b08b3a9" providerId="ADAL" clId="{27E5807E-4B40-4BD2-9705-56958C01C738}" dt="2025-03-29T01:32:41.997" v="8849" actId="6549"/>
          <ac:spMkLst>
            <pc:docMk/>
            <pc:sldMk cId="2687462780" sldId="889"/>
            <ac:spMk id="5" creationId="{6118BFCF-4F01-8DC3-47CA-690E459AE3FA}"/>
          </ac:spMkLst>
        </pc:spChg>
        <pc:spChg chg="add mod">
          <ac:chgData name="Sau Lin LYE (TP)" userId="0501d767-1364-4844-adef-7fb51b08b3a9" providerId="ADAL" clId="{27E5807E-4B40-4BD2-9705-56958C01C738}" dt="2025-03-29T01:32:46.944" v="8850" actId="1076"/>
          <ac:spMkLst>
            <pc:docMk/>
            <pc:sldMk cId="2687462780" sldId="889"/>
            <ac:spMk id="6" creationId="{41E17612-8C97-9446-2D9D-ACB951A5D4CA}"/>
          </ac:spMkLst>
        </pc:spChg>
        <pc:spChg chg="add mod">
          <ac:chgData name="Sau Lin LYE (TP)" userId="0501d767-1364-4844-adef-7fb51b08b3a9" providerId="ADAL" clId="{27E5807E-4B40-4BD2-9705-56958C01C738}" dt="2025-03-29T01:32:49.349" v="8851" actId="1076"/>
          <ac:spMkLst>
            <pc:docMk/>
            <pc:sldMk cId="2687462780" sldId="889"/>
            <ac:spMk id="9" creationId="{EA6039D9-8D5E-7C57-A098-A75001D17D01}"/>
          </ac:spMkLst>
        </pc:spChg>
        <pc:picChg chg="mod">
          <ac:chgData name="Sau Lin LYE (TP)" userId="0501d767-1364-4844-adef-7fb51b08b3a9" providerId="ADAL" clId="{27E5807E-4B40-4BD2-9705-56958C01C738}" dt="2025-03-29T01:29:44.198" v="8738" actId="14100"/>
          <ac:picMkLst>
            <pc:docMk/>
            <pc:sldMk cId="2687462780" sldId="889"/>
            <ac:picMk id="12" creationId="{53DB92FE-BD10-1E5D-0F33-15A6AEF67DCC}"/>
          </ac:picMkLst>
        </pc:picChg>
      </pc:sldChg>
      <pc:sldChg chg="addSp delSp modSp add mod delAnim">
        <pc:chgData name="Sau Lin LYE (TP)" userId="0501d767-1364-4844-adef-7fb51b08b3a9" providerId="ADAL" clId="{27E5807E-4B40-4BD2-9705-56958C01C738}" dt="2025-03-29T01:38:34.127" v="8946" actId="1076"/>
        <pc:sldMkLst>
          <pc:docMk/>
          <pc:sldMk cId="2809510220" sldId="890"/>
        </pc:sldMkLst>
        <pc:spChg chg="add mod">
          <ac:chgData name="Sau Lin LYE (TP)" userId="0501d767-1364-4844-adef-7fb51b08b3a9" providerId="ADAL" clId="{27E5807E-4B40-4BD2-9705-56958C01C738}" dt="2025-03-29T01:38:21.453" v="8943" actId="14100"/>
          <ac:spMkLst>
            <pc:docMk/>
            <pc:sldMk cId="2809510220" sldId="890"/>
            <ac:spMk id="7" creationId="{645E7877-0740-C1A9-F9AA-44C5228A5B44}"/>
          </ac:spMkLst>
        </pc:spChg>
        <pc:picChg chg="add mod">
          <ac:chgData name="Sau Lin LYE (TP)" userId="0501d767-1364-4844-adef-7fb51b08b3a9" providerId="ADAL" clId="{27E5807E-4B40-4BD2-9705-56958C01C738}" dt="2025-03-29T01:38:34.127" v="8946" actId="1076"/>
          <ac:picMkLst>
            <pc:docMk/>
            <pc:sldMk cId="2809510220" sldId="890"/>
            <ac:picMk id="8" creationId="{23B46C4C-BCE1-4E50-AB76-2F0BAD92831C}"/>
          </ac:picMkLst>
        </pc:picChg>
      </pc:sldChg>
      <pc:sldChg chg="addSp delSp modSp add mod">
        <pc:chgData name="Sau Lin LYE (TP)" userId="0501d767-1364-4844-adef-7fb51b08b3a9" providerId="ADAL" clId="{27E5807E-4B40-4BD2-9705-56958C01C738}" dt="2025-03-29T01:39:11.573" v="9022" actId="14100"/>
        <pc:sldMkLst>
          <pc:docMk/>
          <pc:sldMk cId="3681926806" sldId="891"/>
        </pc:sldMkLst>
        <pc:spChg chg="mod">
          <ac:chgData name="Sau Lin LYE (TP)" userId="0501d767-1364-4844-adef-7fb51b08b3a9" providerId="ADAL" clId="{27E5807E-4B40-4BD2-9705-56958C01C738}" dt="2025-03-29T01:38:59.707" v="9018" actId="20577"/>
          <ac:spMkLst>
            <pc:docMk/>
            <pc:sldMk cId="3681926806" sldId="891"/>
            <ac:spMk id="7" creationId="{4E39B9B8-1BBC-852A-D925-CE9C12AE49E6}"/>
          </ac:spMkLst>
        </pc:spChg>
        <pc:picChg chg="add mod">
          <ac:chgData name="Sau Lin LYE (TP)" userId="0501d767-1364-4844-adef-7fb51b08b3a9" providerId="ADAL" clId="{27E5807E-4B40-4BD2-9705-56958C01C738}" dt="2025-03-29T01:39:11.573" v="9022" actId="14100"/>
          <ac:picMkLst>
            <pc:docMk/>
            <pc:sldMk cId="3681926806" sldId="891"/>
            <ac:picMk id="3" creationId="{91DE6C45-B9A3-2D35-D094-2B15EB3A4630}"/>
          </ac:picMkLst>
        </pc:picChg>
      </pc:sldChg>
      <pc:sldChg chg="modSp add del mod ord modTransition">
        <pc:chgData name="Sau Lin LYE (TP)" userId="0501d767-1364-4844-adef-7fb51b08b3a9" providerId="ADAL" clId="{27E5807E-4B40-4BD2-9705-56958C01C738}" dt="2025-03-29T01:55:30.828" v="9608" actId="2696"/>
        <pc:sldMkLst>
          <pc:docMk/>
          <pc:sldMk cId="1410640241" sldId="892"/>
        </pc:sldMkLst>
      </pc:sldChg>
      <pc:sldChg chg="addSp delSp modSp add mod ord delAnim modNotesTx">
        <pc:chgData name="Sau Lin LYE (TP)" userId="0501d767-1364-4844-adef-7fb51b08b3a9" providerId="ADAL" clId="{27E5807E-4B40-4BD2-9705-56958C01C738}" dt="2025-03-29T01:56:40.985" v="9667" actId="20577"/>
        <pc:sldMkLst>
          <pc:docMk/>
          <pc:sldMk cId="1414955415" sldId="892"/>
        </pc:sldMkLst>
        <pc:spChg chg="mod">
          <ac:chgData name="Sau Lin LYE (TP)" userId="0501d767-1364-4844-adef-7fb51b08b3a9" providerId="ADAL" clId="{27E5807E-4B40-4BD2-9705-56958C01C738}" dt="2025-03-29T01:56:05.265" v="9639" actId="20577"/>
          <ac:spMkLst>
            <pc:docMk/>
            <pc:sldMk cId="1414955415" sldId="892"/>
            <ac:spMk id="2" creationId="{A83CAA35-1905-499A-DF50-7DFA1156F25A}"/>
          </ac:spMkLst>
        </pc:spChg>
        <pc:spChg chg="add mod">
          <ac:chgData name="Sau Lin LYE (TP)" userId="0501d767-1364-4844-adef-7fb51b08b3a9" providerId="ADAL" clId="{27E5807E-4B40-4BD2-9705-56958C01C738}" dt="2025-03-29T01:55:39.138" v="9611" actId="478"/>
          <ac:spMkLst>
            <pc:docMk/>
            <pc:sldMk cId="1414955415" sldId="892"/>
            <ac:spMk id="12" creationId="{C7356C13-30F4-CCCE-5ADE-05412EA67DC9}"/>
          </ac:spMkLst>
        </pc:spChg>
      </pc:sldChg>
      <pc:sldChg chg="addSp modSp new mod modNotesTx">
        <pc:chgData name="Sau Lin LYE (TP)" userId="0501d767-1364-4844-adef-7fb51b08b3a9" providerId="ADAL" clId="{27E5807E-4B40-4BD2-9705-56958C01C738}" dt="2025-03-29T02:29:34.860" v="11196" actId="20577"/>
        <pc:sldMkLst>
          <pc:docMk/>
          <pc:sldMk cId="55069894" sldId="893"/>
        </pc:sldMkLst>
        <pc:spChg chg="mod">
          <ac:chgData name="Sau Lin LYE (TP)" userId="0501d767-1364-4844-adef-7fb51b08b3a9" providerId="ADAL" clId="{27E5807E-4B40-4BD2-9705-56958C01C738}" dt="2025-03-29T02:22:13.459" v="10192" actId="20577"/>
          <ac:spMkLst>
            <pc:docMk/>
            <pc:sldMk cId="55069894" sldId="893"/>
            <ac:spMk id="2" creationId="{87653B42-D66F-2A3B-12EF-642A1FCB0737}"/>
          </ac:spMkLst>
        </pc:spChg>
        <pc:spChg chg="mod">
          <ac:chgData name="Sau Lin LYE (TP)" userId="0501d767-1364-4844-adef-7fb51b08b3a9" providerId="ADAL" clId="{27E5807E-4B40-4BD2-9705-56958C01C738}" dt="2025-03-29T02:22:34.359" v="10195" actId="14100"/>
          <ac:spMkLst>
            <pc:docMk/>
            <pc:sldMk cId="55069894" sldId="893"/>
            <ac:spMk id="3" creationId="{D2CC353E-7931-E2F2-65BD-82DE45F112C7}"/>
          </ac:spMkLst>
        </pc:spChg>
        <pc:spChg chg="add mod">
          <ac:chgData name="Sau Lin LYE (TP)" userId="0501d767-1364-4844-adef-7fb51b08b3a9" providerId="ADAL" clId="{27E5807E-4B40-4BD2-9705-56958C01C738}" dt="2025-03-29T02:22:55.175" v="10202" actId="255"/>
          <ac:spMkLst>
            <pc:docMk/>
            <pc:sldMk cId="55069894" sldId="893"/>
            <ac:spMk id="6" creationId="{389DA7F3-829D-A3C0-E5A5-4FC025B61E68}"/>
          </ac:spMkLst>
        </pc:spChg>
      </pc:sldChg>
      <pc:sldChg chg="modSp add del mod ord modTransition">
        <pc:chgData name="Sau Lin LYE (TP)" userId="0501d767-1364-4844-adef-7fb51b08b3a9" providerId="ADAL" clId="{27E5807E-4B40-4BD2-9705-56958C01C738}" dt="2025-03-29T02:12:38.330" v="10085" actId="2696"/>
        <pc:sldMkLst>
          <pc:docMk/>
          <pc:sldMk cId="535036180" sldId="893"/>
        </pc:sldMkLst>
      </pc:sldChg>
      <pc:sldChg chg="modSp add del mod ord modTransition">
        <pc:chgData name="Sau Lin LYE (TP)" userId="0501d767-1364-4844-adef-7fb51b08b3a9" providerId="ADAL" clId="{27E5807E-4B40-4BD2-9705-56958C01C738}" dt="2025-03-29T02:13:19.824" v="10157" actId="2696"/>
        <pc:sldMkLst>
          <pc:docMk/>
          <pc:sldMk cId="612575827" sldId="893"/>
        </pc:sldMkLst>
      </pc:sldChg>
      <pc:sldChg chg="add del ord modTransition">
        <pc:chgData name="Sau Lin LYE (TP)" userId="0501d767-1364-4844-adef-7fb51b08b3a9" providerId="ADAL" clId="{27E5807E-4B40-4BD2-9705-56958C01C738}" dt="2025-03-29T01:55:30.855" v="9609" actId="2696"/>
        <pc:sldMkLst>
          <pc:docMk/>
          <pc:sldMk cId="1756797434" sldId="893"/>
        </pc:sldMkLst>
      </pc:sldChg>
      <pc:sldChg chg="modSp add del mod ord modTransition">
        <pc:chgData name="Sau Lin LYE (TP)" userId="0501d767-1364-4844-adef-7fb51b08b3a9" providerId="ADAL" clId="{27E5807E-4B40-4BD2-9705-56958C01C738}" dt="2025-03-29T02:09:44.681" v="9872" actId="2696"/>
        <pc:sldMkLst>
          <pc:docMk/>
          <pc:sldMk cId="2211476295" sldId="893"/>
        </pc:sldMkLst>
      </pc:sldChg>
      <pc:sldChg chg="modSp add del mod ord modTransition">
        <pc:chgData name="Sau Lin LYE (TP)" userId="0501d767-1364-4844-adef-7fb51b08b3a9" providerId="ADAL" clId="{27E5807E-4B40-4BD2-9705-56958C01C738}" dt="2025-03-29T01:57:03.321" v="9740" actId="2696"/>
        <pc:sldMkLst>
          <pc:docMk/>
          <pc:sldMk cId="2623617232" sldId="893"/>
        </pc:sldMkLst>
      </pc:sldChg>
      <pc:sldChg chg="modSp add del mod ord modTransition">
        <pc:chgData name="Sau Lin LYE (TP)" userId="0501d767-1364-4844-adef-7fb51b08b3a9" providerId="ADAL" clId="{27E5807E-4B40-4BD2-9705-56958C01C738}" dt="2025-03-29T01:57:00.172" v="9710" actId="2696"/>
        <pc:sldMkLst>
          <pc:docMk/>
          <pc:sldMk cId="2734227911" sldId="893"/>
        </pc:sldMkLst>
      </pc:sldChg>
      <pc:sldChg chg="modSp add del mod ord modTransition">
        <pc:chgData name="Sau Lin LYE (TP)" userId="0501d767-1364-4844-adef-7fb51b08b3a9" providerId="ADAL" clId="{27E5807E-4B40-4BD2-9705-56958C01C738}" dt="2025-03-29T02:13:01.937" v="10097" actId="2696"/>
        <pc:sldMkLst>
          <pc:docMk/>
          <pc:sldMk cId="2878265964" sldId="893"/>
        </pc:sldMkLst>
      </pc:sldChg>
      <pc:sldChg chg="modSp add del mod ord modTransition">
        <pc:chgData name="Sau Lin LYE (TP)" userId="0501d767-1364-4844-adef-7fb51b08b3a9" providerId="ADAL" clId="{27E5807E-4B40-4BD2-9705-56958C01C738}" dt="2025-03-29T02:13:15.614" v="10127" actId="2696"/>
        <pc:sldMkLst>
          <pc:docMk/>
          <pc:sldMk cId="3178564941" sldId="893"/>
        </pc:sldMkLst>
      </pc:sldChg>
      <pc:sldChg chg="modSp add del mod ord modTransition">
        <pc:chgData name="Sau Lin LYE (TP)" userId="0501d767-1364-4844-adef-7fb51b08b3a9" providerId="ADAL" clId="{27E5807E-4B40-4BD2-9705-56958C01C738}" dt="2025-03-29T02:13:08.411" v="10113" actId="2696"/>
        <pc:sldMkLst>
          <pc:docMk/>
          <pc:sldMk cId="3765074165" sldId="893"/>
        </pc:sldMkLst>
      </pc:sldChg>
      <pc:sldChg chg="modSp add del mod ord modTransition">
        <pc:chgData name="Sau Lin LYE (TP)" userId="0501d767-1364-4844-adef-7fb51b08b3a9" providerId="ADAL" clId="{27E5807E-4B40-4BD2-9705-56958C01C738}" dt="2025-03-29T01:56:55.542" v="9696" actId="2696"/>
        <pc:sldMkLst>
          <pc:docMk/>
          <pc:sldMk cId="3846236605" sldId="893"/>
        </pc:sldMkLst>
      </pc:sldChg>
      <pc:sldChg chg="add del ord modTransition">
        <pc:chgData name="Sau Lin LYE (TP)" userId="0501d767-1364-4844-adef-7fb51b08b3a9" providerId="ADAL" clId="{27E5807E-4B40-4BD2-9705-56958C01C738}" dt="2025-03-29T02:12:38.348" v="10086" actId="2696"/>
        <pc:sldMkLst>
          <pc:docMk/>
          <pc:sldMk cId="188473811" sldId="894"/>
        </pc:sldMkLst>
      </pc:sldChg>
      <pc:sldChg chg="add del ord modTransition">
        <pc:chgData name="Sau Lin LYE (TP)" userId="0501d767-1364-4844-adef-7fb51b08b3a9" providerId="ADAL" clId="{27E5807E-4B40-4BD2-9705-56958C01C738}" dt="2025-03-29T01:57:03.335" v="9741" actId="2696"/>
        <pc:sldMkLst>
          <pc:docMk/>
          <pc:sldMk cId="390429180" sldId="894"/>
        </pc:sldMkLst>
      </pc:sldChg>
      <pc:sldChg chg="add del ord modTransition">
        <pc:chgData name="Sau Lin LYE (TP)" userId="0501d767-1364-4844-adef-7fb51b08b3a9" providerId="ADAL" clId="{27E5807E-4B40-4BD2-9705-56958C01C738}" dt="2025-03-29T01:57:00.187" v="9711" actId="2696"/>
        <pc:sldMkLst>
          <pc:docMk/>
          <pc:sldMk cId="2239549954" sldId="894"/>
        </pc:sldMkLst>
      </pc:sldChg>
      <pc:sldChg chg="add del ord modTransition">
        <pc:chgData name="Sau Lin LYE (TP)" userId="0501d767-1364-4844-adef-7fb51b08b3a9" providerId="ADAL" clId="{27E5807E-4B40-4BD2-9705-56958C01C738}" dt="2025-03-29T01:56:55.564" v="9697" actId="2696"/>
        <pc:sldMkLst>
          <pc:docMk/>
          <pc:sldMk cId="2480822673" sldId="894"/>
        </pc:sldMkLst>
      </pc:sldChg>
      <pc:sldChg chg="add del ord modTransition">
        <pc:chgData name="Sau Lin LYE (TP)" userId="0501d767-1364-4844-adef-7fb51b08b3a9" providerId="ADAL" clId="{27E5807E-4B40-4BD2-9705-56958C01C738}" dt="2025-03-29T02:13:15.624" v="10128" actId="2696"/>
        <pc:sldMkLst>
          <pc:docMk/>
          <pc:sldMk cId="3059115484" sldId="894"/>
        </pc:sldMkLst>
      </pc:sldChg>
      <pc:sldChg chg="add del ord modTransition">
        <pc:chgData name="Sau Lin LYE (TP)" userId="0501d767-1364-4844-adef-7fb51b08b3a9" providerId="ADAL" clId="{27E5807E-4B40-4BD2-9705-56958C01C738}" dt="2025-03-29T02:09:44.723" v="9873" actId="2696"/>
        <pc:sldMkLst>
          <pc:docMk/>
          <pc:sldMk cId="3289730158" sldId="894"/>
        </pc:sldMkLst>
      </pc:sldChg>
      <pc:sldChg chg="add del ord modTransition">
        <pc:chgData name="Sau Lin LYE (TP)" userId="0501d767-1364-4844-adef-7fb51b08b3a9" providerId="ADAL" clId="{27E5807E-4B40-4BD2-9705-56958C01C738}" dt="2025-03-29T02:13:08.428" v="10114" actId="2696"/>
        <pc:sldMkLst>
          <pc:docMk/>
          <pc:sldMk cId="3376381424" sldId="894"/>
        </pc:sldMkLst>
      </pc:sldChg>
      <pc:sldChg chg="add del ord modTransition">
        <pc:chgData name="Sau Lin LYE (TP)" userId="0501d767-1364-4844-adef-7fb51b08b3a9" providerId="ADAL" clId="{27E5807E-4B40-4BD2-9705-56958C01C738}" dt="2025-03-29T02:13:19.835" v="10158" actId="2696"/>
        <pc:sldMkLst>
          <pc:docMk/>
          <pc:sldMk cId="3576504549" sldId="894"/>
        </pc:sldMkLst>
      </pc:sldChg>
      <pc:sldChg chg="add del ord modTransition">
        <pc:chgData name="Sau Lin LYE (TP)" userId="0501d767-1364-4844-adef-7fb51b08b3a9" providerId="ADAL" clId="{27E5807E-4B40-4BD2-9705-56958C01C738}" dt="2025-03-29T02:13:01.951" v="10098" actId="2696"/>
        <pc:sldMkLst>
          <pc:docMk/>
          <pc:sldMk cId="4189934356" sldId="894"/>
        </pc:sldMkLst>
      </pc:sldChg>
      <pc:sldChg chg="modSp add del mod ord modTransition">
        <pc:chgData name="Sau Lin LYE (TP)" userId="0501d767-1364-4844-adef-7fb51b08b3a9" providerId="ADAL" clId="{27E5807E-4B40-4BD2-9705-56958C01C738}" dt="2025-03-29T02:09:44.742" v="9874" actId="2696"/>
        <pc:sldMkLst>
          <pc:docMk/>
          <pc:sldMk cId="364645988" sldId="895"/>
        </pc:sldMkLst>
      </pc:sldChg>
      <pc:sldChg chg="add del ord modTransition">
        <pc:chgData name="Sau Lin LYE (TP)" userId="0501d767-1364-4844-adef-7fb51b08b3a9" providerId="ADAL" clId="{27E5807E-4B40-4BD2-9705-56958C01C738}" dt="2025-03-29T02:09:44.762" v="9875" actId="2696"/>
        <pc:sldMkLst>
          <pc:docMk/>
          <pc:sldMk cId="1835173147" sldId="896"/>
        </pc:sldMkLst>
      </pc:sldChg>
      <pc:sldChg chg="modSp add del mod ord modTransition">
        <pc:chgData name="Sau Lin LYE (TP)" userId="0501d767-1364-4844-adef-7fb51b08b3a9" providerId="ADAL" clId="{27E5807E-4B40-4BD2-9705-56958C01C738}" dt="2025-03-29T02:09:44.779" v="9876" actId="2696"/>
        <pc:sldMkLst>
          <pc:docMk/>
          <pc:sldMk cId="1559597072" sldId="897"/>
        </pc:sldMkLst>
      </pc:sldChg>
      <pc:sldChg chg="add del ord modTransition">
        <pc:chgData name="Sau Lin LYE (TP)" userId="0501d767-1364-4844-adef-7fb51b08b3a9" providerId="ADAL" clId="{27E5807E-4B40-4BD2-9705-56958C01C738}" dt="2025-03-29T02:09:44.808" v="9877" actId="2696"/>
        <pc:sldMkLst>
          <pc:docMk/>
          <pc:sldMk cId="485707169" sldId="898"/>
        </pc:sldMkLst>
      </pc:sldChg>
    </pc:docChg>
  </pc:docChgLst>
  <pc:docChgLst>
    <pc:chgData name="Chris CHUA (TP)" userId="S::chuachri@tp.edu.sg::abfb61ba-acb2-4558-9a6e-6d88359411df" providerId="AD" clId="Web-{B33E56A7-8736-1C20-643F-E75C43992A9C}"/>
    <pc:docChg chg="modSld">
      <pc:chgData name="Chris CHUA (TP)" userId="S::chuachri@tp.edu.sg::abfb61ba-acb2-4558-9a6e-6d88359411df" providerId="AD" clId="Web-{B33E56A7-8736-1C20-643F-E75C43992A9C}" dt="2025-04-30T09:13:10.080" v="1" actId="20577"/>
      <pc:docMkLst>
        <pc:docMk/>
      </pc:docMkLst>
      <pc:sldChg chg="modSp">
        <pc:chgData name="Chris CHUA (TP)" userId="S::chuachri@tp.edu.sg::abfb61ba-acb2-4558-9a6e-6d88359411df" providerId="AD" clId="Web-{B33E56A7-8736-1C20-643F-E75C43992A9C}" dt="2025-04-30T09:13:10.080" v="1" actId="20577"/>
        <pc:sldMkLst>
          <pc:docMk/>
          <pc:sldMk cId="1902173818" sldId="873"/>
        </pc:sldMkLst>
        <pc:spChg chg="mod">
          <ac:chgData name="Chris CHUA (TP)" userId="S::chuachri@tp.edu.sg::abfb61ba-acb2-4558-9a6e-6d88359411df" providerId="AD" clId="Web-{B33E56A7-8736-1C20-643F-E75C43992A9C}" dt="2025-04-30T09:13:10.080" v="1" actId="20577"/>
          <ac:spMkLst>
            <pc:docMk/>
            <pc:sldMk cId="1902173818" sldId="873"/>
            <ac:spMk id="7" creationId="{CFE8BD32-BD46-3A66-4E78-6238E3D340F1}"/>
          </ac:spMkLst>
        </pc:spChg>
      </pc:sldChg>
    </pc:docChg>
  </pc:docChgLst>
  <pc:docChgLst>
    <pc:chgData name="Chris CHUA (TP)" userId="S::chuachri@tp.edu.sg::abfb61ba-acb2-4558-9a6e-6d88359411df" providerId="AD" clId="Web-{49AE9CBD-F7A8-3ACB-B633-BC1DD42CC0EE}"/>
    <pc:docChg chg="modSld">
      <pc:chgData name="Chris CHUA (TP)" userId="S::chuachri@tp.edu.sg::abfb61ba-acb2-4558-9a6e-6d88359411df" providerId="AD" clId="Web-{49AE9CBD-F7A8-3ACB-B633-BC1DD42CC0EE}" dt="2025-04-30T13:16:32.093" v="0"/>
      <pc:docMkLst>
        <pc:docMk/>
      </pc:docMkLst>
      <pc:sldChg chg="mod modShow">
        <pc:chgData name="Chris CHUA (TP)" userId="S::chuachri@tp.edu.sg::abfb61ba-acb2-4558-9a6e-6d88359411df" providerId="AD" clId="Web-{49AE9CBD-F7A8-3ACB-B633-BC1DD42CC0EE}" dt="2025-04-30T13:16:32.093" v="0"/>
        <pc:sldMkLst>
          <pc:docMk/>
          <pc:sldMk cId="55069894" sldId="893"/>
        </pc:sldMkLst>
      </pc:sldChg>
    </pc:docChg>
  </pc:docChgLst>
  <pc:docChgLst>
    <pc:chgData name="Chris CHUA (TP)" userId="abfb61ba-acb2-4558-9a6e-6d88359411df" providerId="ADAL" clId="{50538E99-72E2-4EF4-A0DF-726AE46D6955}"/>
    <pc:docChg chg="custSel addSld delSld modSld sldOrd">
      <pc:chgData name="Chris CHUA (TP)" userId="abfb61ba-acb2-4558-9a6e-6d88359411df" providerId="ADAL" clId="{50538E99-72E2-4EF4-A0DF-726AE46D6955}" dt="2025-05-21T01:56:02.156" v="894" actId="478"/>
      <pc:docMkLst>
        <pc:docMk/>
      </pc:docMkLst>
      <pc:sldChg chg="addSp delSp modSp mod">
        <pc:chgData name="Chris CHUA (TP)" userId="abfb61ba-acb2-4558-9a6e-6d88359411df" providerId="ADAL" clId="{50538E99-72E2-4EF4-A0DF-726AE46D6955}" dt="2025-05-21T01:56:02.156" v="894" actId="478"/>
        <pc:sldMkLst>
          <pc:docMk/>
          <pc:sldMk cId="2955553386" sldId="879"/>
        </pc:sldMkLst>
        <pc:inkChg chg="add del mod">
          <ac:chgData name="Chris CHUA (TP)" userId="abfb61ba-acb2-4558-9a6e-6d88359411df" providerId="ADAL" clId="{50538E99-72E2-4EF4-A0DF-726AE46D6955}" dt="2025-05-21T01:56:02.156" v="894" actId="478"/>
          <ac:inkMkLst>
            <pc:docMk/>
            <pc:sldMk cId="2955553386" sldId="879"/>
            <ac:inkMk id="5" creationId="{ADB0DF59-E38E-3B47-0427-3CEA0943423B}"/>
          </ac:inkMkLst>
        </pc:inkChg>
        <pc:inkChg chg="add del mod">
          <ac:chgData name="Chris CHUA (TP)" userId="abfb61ba-acb2-4558-9a6e-6d88359411df" providerId="ADAL" clId="{50538E99-72E2-4EF4-A0DF-726AE46D6955}" dt="2025-05-21T01:55:59.901" v="892" actId="478"/>
          <ac:inkMkLst>
            <pc:docMk/>
            <pc:sldMk cId="2955553386" sldId="879"/>
            <ac:inkMk id="8" creationId="{8568B50C-8557-6C7E-762B-8B4BE51573FF}"/>
          </ac:inkMkLst>
        </pc:inkChg>
      </pc:sldChg>
      <pc:sldChg chg="modSp add del mod ord modTransition">
        <pc:chgData name="Chris CHUA (TP)" userId="abfb61ba-acb2-4558-9a6e-6d88359411df" providerId="ADAL" clId="{50538E99-72E2-4EF4-A0DF-726AE46D6955}" dt="2025-05-05T01:58:59.649" v="104" actId="2696"/>
        <pc:sldMkLst>
          <pc:docMk/>
          <pc:sldMk cId="9565548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3:21:55.627" v="412" actId="2696"/>
        <pc:sldMkLst>
          <pc:docMk/>
          <pc:sldMk cId="185414718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1:39:14.405" v="28" actId="2696"/>
        <pc:sldMkLst>
          <pc:docMk/>
          <pc:sldMk cId="329462976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34:30.617" v="456" actId="2696"/>
        <pc:sldMkLst>
          <pc:docMk/>
          <pc:sldMk cId="378451388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3:21:34.264" v="354" actId="2696"/>
        <pc:sldMkLst>
          <pc:docMk/>
          <pc:sldMk cId="428449308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52:40.666" v="574" actId="2696"/>
        <pc:sldMkLst>
          <pc:docMk/>
          <pc:sldMk cId="522699104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53:48.170" v="608" actId="2696"/>
        <pc:sldMkLst>
          <pc:docMk/>
          <pc:sldMk cId="610242069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40:50.878" v="470" actId="2696"/>
        <pc:sldMkLst>
          <pc:docMk/>
          <pc:sldMk cId="646960064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1:40:41.436" v="42" actId="2696"/>
        <pc:sldMkLst>
          <pc:docMk/>
          <pc:sldMk cId="647300038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7:15:54.908" v="700" actId="2696"/>
        <pc:sldMkLst>
          <pc:docMk/>
          <pc:sldMk cId="811308074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1:59:13.777" v="146" actId="2696"/>
        <pc:sldMkLst>
          <pc:docMk/>
          <pc:sldMk cId="1034080225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54:50.788" v="626" actId="2696"/>
        <pc:sldMkLst>
          <pc:docMk/>
          <pc:sldMk cId="1070074679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1:46:15.029" v="60" actId="2696"/>
        <pc:sldMkLst>
          <pc:docMk/>
          <pc:sldMk cId="1493846829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3:21:41.655" v="368" actId="2696"/>
        <pc:sldMkLst>
          <pc:docMk/>
          <pc:sldMk cId="1568674186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2:06:03.544" v="254" actId="2696"/>
        <pc:sldMkLst>
          <pc:docMk/>
          <pc:sldMk cId="1869099733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3:21:09.432" v="290" actId="2696"/>
        <pc:sldMkLst>
          <pc:docMk/>
          <pc:sldMk cId="2371727567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7:16:08.152" v="759" actId="2696"/>
        <pc:sldMkLst>
          <pc:docMk/>
          <pc:sldMk cId="2372409625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7:16:21.146" v="840" actId="2696"/>
        <pc:sldMkLst>
          <pc:docMk/>
          <pc:sldMk cId="2460118201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56:05.941" v="656" actId="2696"/>
        <pc:sldMkLst>
          <pc:docMk/>
          <pc:sldMk cId="2494841709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3:21:48.821" v="382" actId="2696"/>
        <pc:sldMkLst>
          <pc:docMk/>
          <pc:sldMk cId="2578001525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52:17.319" v="532" actId="2696"/>
        <pc:sldMkLst>
          <pc:docMk/>
          <pc:sldMk cId="2741709762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2:00:27.142" v="180" actId="2696"/>
        <pc:sldMkLst>
          <pc:docMk/>
          <pc:sldMk cId="2787359614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2:03:35.094" v="228" actId="2696"/>
        <pc:sldMkLst>
          <pc:docMk/>
          <pc:sldMk cId="2929689938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3:20:57.256" v="272" actId="2696"/>
        <pc:sldMkLst>
          <pc:docMk/>
          <pc:sldMk cId="3022200102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21T01:55:50.577" v="880" actId="2696"/>
        <pc:sldMkLst>
          <pc:docMk/>
          <pc:sldMk cId="3169169249" sldId="894"/>
        </pc:sldMkLst>
        <pc:spChg chg="mod">
          <ac:chgData name="Chris CHUA (TP)" userId="abfb61ba-acb2-4558-9a6e-6d88359411df" providerId="ADAL" clId="{50538E99-72E2-4EF4-A0DF-726AE46D6955}" dt="2025-05-21T01:55:09.424" v="871"/>
          <ac:spMkLst>
            <pc:docMk/>
            <pc:sldMk cId="3169169249" sldId="894"/>
            <ac:spMk id="7" creationId="{772B59F3-EC5D-003B-08F3-F1AC69E648CB}"/>
          </ac:spMkLst>
        </pc:spChg>
        <pc:spChg chg="mod">
          <ac:chgData name="Chris CHUA (TP)" userId="abfb61ba-acb2-4558-9a6e-6d88359411df" providerId="ADAL" clId="{50538E99-72E2-4EF4-A0DF-726AE46D6955}" dt="2025-05-21T01:55:50.043" v="875"/>
          <ac:spMkLst>
            <pc:docMk/>
            <pc:sldMk cId="3169169249" sldId="894"/>
            <ac:spMk id="9" creationId="{F9EB28FD-A8F4-76F6-3166-507E359D6DFB}"/>
          </ac:spMkLst>
        </pc:spChg>
        <pc:spChg chg="mod">
          <ac:chgData name="Chris CHUA (TP)" userId="abfb61ba-acb2-4558-9a6e-6d88359411df" providerId="ADAL" clId="{50538E99-72E2-4EF4-A0DF-726AE46D6955}" dt="2025-05-21T01:55:50.072" v="877"/>
          <ac:spMkLst>
            <pc:docMk/>
            <pc:sldMk cId="3169169249" sldId="894"/>
            <ac:spMk id="10" creationId="{DB0EC491-F197-D6E9-05C5-559A1EDE1D7D}"/>
          </ac:spMkLst>
        </pc:spChg>
        <pc:spChg chg="mod">
          <ac:chgData name="Chris CHUA (TP)" userId="abfb61ba-acb2-4558-9a6e-6d88359411df" providerId="ADAL" clId="{50538E99-72E2-4EF4-A0DF-726AE46D6955}" dt="2025-05-21T01:55:50.085" v="879"/>
          <ac:spMkLst>
            <pc:docMk/>
            <pc:sldMk cId="3169169249" sldId="894"/>
            <ac:spMk id="11" creationId="{56AA6E88-BACC-71B6-63F0-17E94FA73F87}"/>
          </ac:spMkLst>
        </pc:spChg>
      </pc:sldChg>
      <pc:sldChg chg="modSp add del mod ord modTransition">
        <pc:chgData name="Chris CHUA (TP)" userId="abfb61ba-acb2-4558-9a6e-6d88359411df" providerId="ADAL" clId="{50538E99-72E2-4EF4-A0DF-726AE46D6955}" dt="2025-05-05T02:02:06.286" v="198" actId="2696"/>
        <pc:sldMkLst>
          <pc:docMk/>
          <pc:sldMk cId="3328770469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58:19.835" v="682" actId="2696"/>
        <pc:sldMkLst>
          <pc:docMk/>
          <pc:sldMk cId="3362557538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3:21:21.106" v="324" actId="2696"/>
        <pc:sldMkLst>
          <pc:docMk/>
          <pc:sldMk cId="3506692021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7:16:14.376" v="810" actId="2696"/>
        <pc:sldMkLst>
          <pc:docMk/>
          <pc:sldMk cId="3521000993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33:14.298" v="442" actId="2696"/>
        <pc:sldMkLst>
          <pc:docMk/>
          <pc:sldMk cId="3631645414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5:45:56.029" v="488" actId="2696"/>
        <pc:sldMkLst>
          <pc:docMk/>
          <pc:sldMk cId="3651883266" sldId="894"/>
        </pc:sldMkLst>
      </pc:sldChg>
      <pc:sldChg chg="modSp add del mod ord modTransition">
        <pc:chgData name="Chris CHUA (TP)" userId="abfb61ba-acb2-4558-9a6e-6d88359411df" providerId="ADAL" clId="{50538E99-72E2-4EF4-A0DF-726AE46D6955}" dt="2025-05-05T07:16:01.868" v="718" actId="2696"/>
        <pc:sldMkLst>
          <pc:docMk/>
          <pc:sldMk cId="3771104393" sldId="894"/>
        </pc:sldMkLst>
      </pc:sldChg>
      <pc:sldChg chg="add del ord modTransition">
        <pc:chgData name="Chris CHUA (TP)" userId="abfb61ba-acb2-4558-9a6e-6d88359411df" providerId="ADAL" clId="{50538E99-72E2-4EF4-A0DF-726AE46D6955}" dt="2025-05-05T03:21:09.441" v="291" actId="2696"/>
        <pc:sldMkLst>
          <pc:docMk/>
          <pc:sldMk cId="277139710" sldId="895"/>
        </pc:sldMkLst>
      </pc:sldChg>
      <pc:sldChg chg="add del ord modTransition">
        <pc:chgData name="Chris CHUA (TP)" userId="abfb61ba-acb2-4558-9a6e-6d88359411df" providerId="ADAL" clId="{50538E99-72E2-4EF4-A0DF-726AE46D6955}" dt="2025-05-05T01:40:41.471" v="43" actId="2696"/>
        <pc:sldMkLst>
          <pc:docMk/>
          <pc:sldMk cId="309693871" sldId="895"/>
        </pc:sldMkLst>
      </pc:sldChg>
      <pc:sldChg chg="add del ord modTransition">
        <pc:chgData name="Chris CHUA (TP)" userId="abfb61ba-acb2-4558-9a6e-6d88359411df" providerId="ADAL" clId="{50538E99-72E2-4EF4-A0DF-726AE46D6955}" dt="2025-05-05T03:20:57.263" v="273" actId="2696"/>
        <pc:sldMkLst>
          <pc:docMk/>
          <pc:sldMk cId="315189858" sldId="895"/>
        </pc:sldMkLst>
      </pc:sldChg>
      <pc:sldChg chg="add del ord modTransition">
        <pc:chgData name="Chris CHUA (TP)" userId="abfb61ba-acb2-4558-9a6e-6d88359411df" providerId="ADAL" clId="{50538E99-72E2-4EF4-A0DF-726AE46D6955}" dt="2025-05-05T02:00:27.151" v="181" actId="2696"/>
        <pc:sldMkLst>
          <pc:docMk/>
          <pc:sldMk cId="350289267" sldId="895"/>
        </pc:sldMkLst>
      </pc:sldChg>
      <pc:sldChg chg="add del ord modTransition">
        <pc:chgData name="Chris CHUA (TP)" userId="abfb61ba-acb2-4558-9a6e-6d88359411df" providerId="ADAL" clId="{50538E99-72E2-4EF4-A0DF-726AE46D6955}" dt="2025-05-05T05:56:05.958" v="657" actId="2696"/>
        <pc:sldMkLst>
          <pc:docMk/>
          <pc:sldMk cId="515639396" sldId="895"/>
        </pc:sldMkLst>
      </pc:sldChg>
      <pc:sldChg chg="add del ord modTransition">
        <pc:chgData name="Chris CHUA (TP)" userId="abfb61ba-acb2-4558-9a6e-6d88359411df" providerId="ADAL" clId="{50538E99-72E2-4EF4-A0DF-726AE46D6955}" dt="2025-05-05T07:16:14.391" v="811" actId="2696"/>
        <pc:sldMkLst>
          <pc:docMk/>
          <pc:sldMk cId="770605874" sldId="895"/>
        </pc:sldMkLst>
      </pc:sldChg>
      <pc:sldChg chg="add del ord modTransition">
        <pc:chgData name="Chris CHUA (TP)" userId="abfb61ba-acb2-4558-9a6e-6d88359411df" providerId="ADAL" clId="{50538E99-72E2-4EF4-A0DF-726AE46D6955}" dt="2025-05-05T03:21:34.276" v="355" actId="2696"/>
        <pc:sldMkLst>
          <pc:docMk/>
          <pc:sldMk cId="828963987" sldId="895"/>
        </pc:sldMkLst>
      </pc:sldChg>
      <pc:sldChg chg="add del ord modTransition">
        <pc:chgData name="Chris CHUA (TP)" userId="abfb61ba-acb2-4558-9a6e-6d88359411df" providerId="ADAL" clId="{50538E99-72E2-4EF4-A0DF-726AE46D6955}" dt="2025-05-05T02:02:06.334" v="199" actId="2696"/>
        <pc:sldMkLst>
          <pc:docMk/>
          <pc:sldMk cId="976127052" sldId="895"/>
        </pc:sldMkLst>
      </pc:sldChg>
      <pc:sldChg chg="add del ord modTransition">
        <pc:chgData name="Chris CHUA (TP)" userId="abfb61ba-acb2-4558-9a6e-6d88359411df" providerId="ADAL" clId="{50538E99-72E2-4EF4-A0DF-726AE46D6955}" dt="2025-05-05T01:58:59.659" v="105" actId="2696"/>
        <pc:sldMkLst>
          <pc:docMk/>
          <pc:sldMk cId="1277875231" sldId="895"/>
        </pc:sldMkLst>
      </pc:sldChg>
      <pc:sldChg chg="add del ord modTransition">
        <pc:chgData name="Chris CHUA (TP)" userId="abfb61ba-acb2-4558-9a6e-6d88359411df" providerId="ADAL" clId="{50538E99-72E2-4EF4-A0DF-726AE46D6955}" dt="2025-05-05T01:39:14.412" v="29" actId="2696"/>
        <pc:sldMkLst>
          <pc:docMk/>
          <pc:sldMk cId="1439248460" sldId="895"/>
        </pc:sldMkLst>
      </pc:sldChg>
      <pc:sldChg chg="add del ord modTransition">
        <pc:chgData name="Chris CHUA (TP)" userId="abfb61ba-acb2-4558-9a6e-6d88359411df" providerId="ADAL" clId="{50538E99-72E2-4EF4-A0DF-726AE46D6955}" dt="2025-05-05T05:53:48.182" v="609" actId="2696"/>
        <pc:sldMkLst>
          <pc:docMk/>
          <pc:sldMk cId="1480103825" sldId="895"/>
        </pc:sldMkLst>
      </pc:sldChg>
      <pc:sldChg chg="add del ord modTransition">
        <pc:chgData name="Chris CHUA (TP)" userId="abfb61ba-acb2-4558-9a6e-6d88359411df" providerId="ADAL" clId="{50538E99-72E2-4EF4-A0DF-726AE46D6955}" dt="2025-05-05T05:33:14.305" v="443" actId="2696"/>
        <pc:sldMkLst>
          <pc:docMk/>
          <pc:sldMk cId="1615431531" sldId="895"/>
        </pc:sldMkLst>
      </pc:sldChg>
      <pc:sldChg chg="add del ord modTransition">
        <pc:chgData name="Chris CHUA (TP)" userId="abfb61ba-acb2-4558-9a6e-6d88359411df" providerId="ADAL" clId="{50538E99-72E2-4EF4-A0DF-726AE46D6955}" dt="2025-05-05T05:54:50.810" v="627" actId="2696"/>
        <pc:sldMkLst>
          <pc:docMk/>
          <pc:sldMk cId="1715604541" sldId="895"/>
        </pc:sldMkLst>
      </pc:sldChg>
      <pc:sldChg chg="add del ord modTransition">
        <pc:chgData name="Chris CHUA (TP)" userId="abfb61ba-acb2-4558-9a6e-6d88359411df" providerId="ADAL" clId="{50538E99-72E2-4EF4-A0DF-726AE46D6955}" dt="2025-05-05T07:16:21.158" v="841" actId="2696"/>
        <pc:sldMkLst>
          <pc:docMk/>
          <pc:sldMk cId="1912852967" sldId="895"/>
        </pc:sldMkLst>
      </pc:sldChg>
      <pc:sldChg chg="add del ord modTransition">
        <pc:chgData name="Chris CHUA (TP)" userId="abfb61ba-acb2-4558-9a6e-6d88359411df" providerId="ADAL" clId="{50538E99-72E2-4EF4-A0DF-726AE46D6955}" dt="2025-05-05T03:21:48.922" v="383" actId="2696"/>
        <pc:sldMkLst>
          <pc:docMk/>
          <pc:sldMk cId="2016150814" sldId="895"/>
        </pc:sldMkLst>
      </pc:sldChg>
      <pc:sldChg chg="add del ord modTransition">
        <pc:chgData name="Chris CHUA (TP)" userId="abfb61ba-acb2-4558-9a6e-6d88359411df" providerId="ADAL" clId="{50538E99-72E2-4EF4-A0DF-726AE46D6955}" dt="2025-05-05T02:03:35.103" v="229" actId="2696"/>
        <pc:sldMkLst>
          <pc:docMk/>
          <pc:sldMk cId="2025100664" sldId="895"/>
        </pc:sldMkLst>
      </pc:sldChg>
      <pc:sldChg chg="add del ord modTransition">
        <pc:chgData name="Chris CHUA (TP)" userId="abfb61ba-acb2-4558-9a6e-6d88359411df" providerId="ADAL" clId="{50538E99-72E2-4EF4-A0DF-726AE46D6955}" dt="2025-05-05T03:21:55.634" v="413" actId="2696"/>
        <pc:sldMkLst>
          <pc:docMk/>
          <pc:sldMk cId="2133352855" sldId="895"/>
        </pc:sldMkLst>
      </pc:sldChg>
      <pc:sldChg chg="add del ord modTransition">
        <pc:chgData name="Chris CHUA (TP)" userId="abfb61ba-acb2-4558-9a6e-6d88359411df" providerId="ADAL" clId="{50538E99-72E2-4EF4-A0DF-726AE46D6955}" dt="2025-05-05T05:52:40.729" v="575" actId="2696"/>
        <pc:sldMkLst>
          <pc:docMk/>
          <pc:sldMk cId="2412053263" sldId="895"/>
        </pc:sldMkLst>
      </pc:sldChg>
      <pc:sldChg chg="add del ord modTransition">
        <pc:chgData name="Chris CHUA (TP)" userId="abfb61ba-acb2-4558-9a6e-6d88359411df" providerId="ADAL" clId="{50538E99-72E2-4EF4-A0DF-726AE46D6955}" dt="2025-05-05T01:46:15.046" v="61" actId="2696"/>
        <pc:sldMkLst>
          <pc:docMk/>
          <pc:sldMk cId="2622628617" sldId="895"/>
        </pc:sldMkLst>
      </pc:sldChg>
      <pc:sldChg chg="add del ord modTransition">
        <pc:chgData name="Chris CHUA (TP)" userId="abfb61ba-acb2-4558-9a6e-6d88359411df" providerId="ADAL" clId="{50538E99-72E2-4EF4-A0DF-726AE46D6955}" dt="2025-05-05T07:16:08.168" v="760" actId="2696"/>
        <pc:sldMkLst>
          <pc:docMk/>
          <pc:sldMk cId="2704330878" sldId="895"/>
        </pc:sldMkLst>
      </pc:sldChg>
      <pc:sldChg chg="add del ord modTransition">
        <pc:chgData name="Chris CHUA (TP)" userId="abfb61ba-acb2-4558-9a6e-6d88359411df" providerId="ADAL" clId="{50538E99-72E2-4EF4-A0DF-726AE46D6955}" dt="2025-05-21T01:55:50.592" v="881" actId="2696"/>
        <pc:sldMkLst>
          <pc:docMk/>
          <pc:sldMk cId="2890019323" sldId="895"/>
        </pc:sldMkLst>
      </pc:sldChg>
      <pc:sldChg chg="add del ord modTransition">
        <pc:chgData name="Chris CHUA (TP)" userId="abfb61ba-acb2-4558-9a6e-6d88359411df" providerId="ADAL" clId="{50538E99-72E2-4EF4-A0DF-726AE46D6955}" dt="2025-05-05T03:21:41.662" v="369" actId="2696"/>
        <pc:sldMkLst>
          <pc:docMk/>
          <pc:sldMk cId="2954729761" sldId="895"/>
        </pc:sldMkLst>
      </pc:sldChg>
      <pc:sldChg chg="add del ord modTransition">
        <pc:chgData name="Chris CHUA (TP)" userId="abfb61ba-acb2-4558-9a6e-6d88359411df" providerId="ADAL" clId="{50538E99-72E2-4EF4-A0DF-726AE46D6955}" dt="2025-05-05T05:45:56.043" v="489" actId="2696"/>
        <pc:sldMkLst>
          <pc:docMk/>
          <pc:sldMk cId="3077657693" sldId="895"/>
        </pc:sldMkLst>
      </pc:sldChg>
      <pc:sldChg chg="add del ord modTransition">
        <pc:chgData name="Chris CHUA (TP)" userId="abfb61ba-acb2-4558-9a6e-6d88359411df" providerId="ADAL" clId="{50538E99-72E2-4EF4-A0DF-726AE46D6955}" dt="2025-05-05T07:15:54.921" v="701" actId="2696"/>
        <pc:sldMkLst>
          <pc:docMk/>
          <pc:sldMk cId="3186174349" sldId="895"/>
        </pc:sldMkLst>
      </pc:sldChg>
      <pc:sldChg chg="add del ord modTransition">
        <pc:chgData name="Chris CHUA (TP)" userId="abfb61ba-acb2-4558-9a6e-6d88359411df" providerId="ADAL" clId="{50538E99-72E2-4EF4-A0DF-726AE46D6955}" dt="2025-05-05T05:34:30.628" v="457" actId="2696"/>
        <pc:sldMkLst>
          <pc:docMk/>
          <pc:sldMk cId="3347114600" sldId="895"/>
        </pc:sldMkLst>
      </pc:sldChg>
      <pc:sldChg chg="add del ord modTransition">
        <pc:chgData name="Chris CHUA (TP)" userId="abfb61ba-acb2-4558-9a6e-6d88359411df" providerId="ADAL" clId="{50538E99-72E2-4EF4-A0DF-726AE46D6955}" dt="2025-05-05T03:21:21.114" v="325" actId="2696"/>
        <pc:sldMkLst>
          <pc:docMk/>
          <pc:sldMk cId="3377493183" sldId="895"/>
        </pc:sldMkLst>
      </pc:sldChg>
      <pc:sldChg chg="add del ord modTransition">
        <pc:chgData name="Chris CHUA (TP)" userId="abfb61ba-acb2-4558-9a6e-6d88359411df" providerId="ADAL" clId="{50538E99-72E2-4EF4-A0DF-726AE46D6955}" dt="2025-05-05T05:40:50.898" v="471" actId="2696"/>
        <pc:sldMkLst>
          <pc:docMk/>
          <pc:sldMk cId="3518312613" sldId="895"/>
        </pc:sldMkLst>
      </pc:sldChg>
      <pc:sldChg chg="add del ord modTransition">
        <pc:chgData name="Chris CHUA (TP)" userId="abfb61ba-acb2-4558-9a6e-6d88359411df" providerId="ADAL" clId="{50538E99-72E2-4EF4-A0DF-726AE46D6955}" dt="2025-05-05T05:58:19.843" v="683" actId="2696"/>
        <pc:sldMkLst>
          <pc:docMk/>
          <pc:sldMk cId="3534027676" sldId="895"/>
        </pc:sldMkLst>
      </pc:sldChg>
      <pc:sldChg chg="add del ord modTransition">
        <pc:chgData name="Chris CHUA (TP)" userId="abfb61ba-acb2-4558-9a6e-6d88359411df" providerId="ADAL" clId="{50538E99-72E2-4EF4-A0DF-726AE46D6955}" dt="2025-05-05T01:59:13.786" v="147" actId="2696"/>
        <pc:sldMkLst>
          <pc:docMk/>
          <pc:sldMk cId="3550127623" sldId="895"/>
        </pc:sldMkLst>
      </pc:sldChg>
      <pc:sldChg chg="add del ord modTransition">
        <pc:chgData name="Chris CHUA (TP)" userId="abfb61ba-acb2-4558-9a6e-6d88359411df" providerId="ADAL" clId="{50538E99-72E2-4EF4-A0DF-726AE46D6955}" dt="2025-05-05T05:52:17.332" v="533" actId="2696"/>
        <pc:sldMkLst>
          <pc:docMk/>
          <pc:sldMk cId="3764957383" sldId="895"/>
        </pc:sldMkLst>
      </pc:sldChg>
      <pc:sldChg chg="add del ord modTransition">
        <pc:chgData name="Chris CHUA (TP)" userId="abfb61ba-acb2-4558-9a6e-6d88359411df" providerId="ADAL" clId="{50538E99-72E2-4EF4-A0DF-726AE46D6955}" dt="2025-05-05T02:06:03.554" v="255" actId="2696"/>
        <pc:sldMkLst>
          <pc:docMk/>
          <pc:sldMk cId="3800177440" sldId="895"/>
        </pc:sldMkLst>
      </pc:sldChg>
      <pc:sldChg chg="add del ord modTransition">
        <pc:chgData name="Chris CHUA (TP)" userId="abfb61ba-acb2-4558-9a6e-6d88359411df" providerId="ADAL" clId="{50538E99-72E2-4EF4-A0DF-726AE46D6955}" dt="2025-05-05T07:16:01.937" v="719" actId="2696"/>
        <pc:sldMkLst>
          <pc:docMk/>
          <pc:sldMk cId="3955797768" sldId="895"/>
        </pc:sldMkLst>
      </pc:sldChg>
      <pc:sldChg chg="modSp add del mod ord modTransition">
        <pc:chgData name="Chris CHUA (TP)" userId="abfb61ba-acb2-4558-9a6e-6d88359411df" providerId="ADAL" clId="{50538E99-72E2-4EF4-A0DF-726AE46D6955}" dt="2025-05-05T07:16:11.556" v="792" actId="2696"/>
        <pc:sldMkLst>
          <pc:docMk/>
          <pc:sldMk cId="404379500" sldId="896"/>
        </pc:sldMkLst>
      </pc:sldChg>
      <pc:sldChg chg="add del ord modTransition">
        <pc:chgData name="Chris CHUA (TP)" userId="abfb61ba-acb2-4558-9a6e-6d88359411df" providerId="ADAL" clId="{50538E99-72E2-4EF4-A0DF-726AE46D6955}" dt="2025-05-05T07:16:11.570" v="793" actId="2696"/>
        <pc:sldMkLst>
          <pc:docMk/>
          <pc:sldMk cId="3783775309" sldId="897"/>
        </pc:sldMkLst>
      </pc:sldChg>
      <pc:sldChg chg="modSp add del mod ord modTransition">
        <pc:chgData name="Chris CHUA (TP)" userId="abfb61ba-acb2-4558-9a6e-6d88359411df" providerId="ADAL" clId="{50538E99-72E2-4EF4-A0DF-726AE46D6955}" dt="2025-05-05T07:16:12.480" v="796" actId="2696"/>
        <pc:sldMkLst>
          <pc:docMk/>
          <pc:sldMk cId="265350564" sldId="898"/>
        </pc:sldMkLst>
      </pc:sldChg>
      <pc:sldChg chg="add del ord modTransition">
        <pc:chgData name="Chris CHUA (TP)" userId="abfb61ba-acb2-4558-9a6e-6d88359411df" providerId="ADAL" clId="{50538E99-72E2-4EF4-A0DF-726AE46D6955}" dt="2025-05-05T07:16:12.496" v="797" actId="2696"/>
        <pc:sldMkLst>
          <pc:docMk/>
          <pc:sldMk cId="57042234" sldId="89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B9C6DF-72CF-4A1E-AB2C-727F1E4B5927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1970C64-8639-4CA6-942D-023966B549A4}">
      <dgm:prSet custT="1"/>
      <dgm:spPr/>
      <dgm:t>
        <a:bodyPr/>
        <a:lstStyle/>
        <a:p>
          <a:r>
            <a:rPr lang="en-US" sz="3600" dirty="0"/>
            <a:t>Topics</a:t>
          </a:r>
        </a:p>
      </dgm:t>
    </dgm:pt>
    <dgm:pt modelId="{BBB19811-8B86-42DD-A4E9-8218D1CB4CBC}" type="parTrans" cxnId="{DC915979-A98F-4424-AC10-9D288C339D74}">
      <dgm:prSet/>
      <dgm:spPr/>
      <dgm:t>
        <a:bodyPr/>
        <a:lstStyle/>
        <a:p>
          <a:endParaRPr lang="en-US" sz="3200"/>
        </a:p>
      </dgm:t>
    </dgm:pt>
    <dgm:pt modelId="{4D55FB73-1404-494A-A1E0-E90518585504}" type="sibTrans" cxnId="{DC915979-A98F-4424-AC10-9D288C339D74}">
      <dgm:prSet/>
      <dgm:spPr/>
      <dgm:t>
        <a:bodyPr/>
        <a:lstStyle/>
        <a:p>
          <a:endParaRPr lang="en-US" sz="3200"/>
        </a:p>
      </dgm:t>
    </dgm:pt>
    <dgm:pt modelId="{CA9384F8-AA8F-4B20-B278-7F2F4F230888}">
      <dgm:prSet custT="1"/>
      <dgm:spPr/>
      <dgm:t>
        <a:bodyPr anchor="ctr"/>
        <a:lstStyle/>
        <a:p>
          <a:r>
            <a:rPr lang="en-US" sz="2400" dirty="0"/>
            <a:t>Scatter plot/Linear correlation</a:t>
          </a:r>
        </a:p>
        <a:p>
          <a:r>
            <a:rPr lang="en-US" sz="2400" dirty="0"/>
            <a:t>Data Exploratory Analysis with KNIME</a:t>
          </a:r>
        </a:p>
      </dgm:t>
    </dgm:pt>
    <dgm:pt modelId="{B594C59E-E3AA-443F-A030-BA0157D0F903}" type="parTrans" cxnId="{0BEAC458-59E6-44DE-A3BF-A5195DA83E0C}">
      <dgm:prSet/>
      <dgm:spPr/>
      <dgm:t>
        <a:bodyPr/>
        <a:lstStyle/>
        <a:p>
          <a:endParaRPr lang="en-US" sz="3200"/>
        </a:p>
      </dgm:t>
    </dgm:pt>
    <dgm:pt modelId="{94FC5A4C-863C-4D76-8007-091C6A17498F}" type="sibTrans" cxnId="{0BEAC458-59E6-44DE-A3BF-A5195DA83E0C}">
      <dgm:prSet/>
      <dgm:spPr/>
      <dgm:t>
        <a:bodyPr/>
        <a:lstStyle/>
        <a:p>
          <a:endParaRPr lang="en-US" sz="3200"/>
        </a:p>
      </dgm:t>
    </dgm:pt>
    <dgm:pt modelId="{BF4081C6-3EA2-4C3F-BC46-487FF1ADEFE0}">
      <dgm:prSet custT="1"/>
      <dgm:spPr/>
      <dgm:t>
        <a:bodyPr/>
        <a:lstStyle/>
        <a:p>
          <a:r>
            <a:rPr lang="en-US" sz="3600" dirty="0"/>
            <a:t>Do</a:t>
          </a:r>
        </a:p>
      </dgm:t>
    </dgm:pt>
    <dgm:pt modelId="{8C740D6F-8FF2-4A57-937B-F806EB9B5D94}" type="parTrans" cxnId="{207BC164-DC24-4868-BE39-C00244B06777}">
      <dgm:prSet/>
      <dgm:spPr/>
      <dgm:t>
        <a:bodyPr/>
        <a:lstStyle/>
        <a:p>
          <a:endParaRPr lang="en-US" sz="3200"/>
        </a:p>
      </dgm:t>
    </dgm:pt>
    <dgm:pt modelId="{24A46917-A227-4861-8154-ABA7F6CDB90D}" type="sibTrans" cxnId="{207BC164-DC24-4868-BE39-C00244B06777}">
      <dgm:prSet/>
      <dgm:spPr/>
      <dgm:t>
        <a:bodyPr/>
        <a:lstStyle/>
        <a:p>
          <a:endParaRPr lang="en-US" sz="3200"/>
        </a:p>
      </dgm:t>
    </dgm:pt>
    <dgm:pt modelId="{7D852DD8-A1AD-4521-A804-34865CDBDA2C}">
      <dgm:prSet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sz="2800" dirty="0">
              <a:solidFill>
                <a:schemeClr val="tx1"/>
              </a:solidFill>
            </a:rPr>
            <a:t>Lab 3 Ex 1, 2 and 3  Submit Ex  4</a:t>
          </a:r>
        </a:p>
      </dgm:t>
    </dgm:pt>
    <dgm:pt modelId="{94A4F7AC-5C96-450A-9FE9-7E3C07A18C75}" type="parTrans" cxnId="{F0598C22-9965-4E5F-992E-9990C0AC6ADF}">
      <dgm:prSet/>
      <dgm:spPr/>
      <dgm:t>
        <a:bodyPr/>
        <a:lstStyle/>
        <a:p>
          <a:endParaRPr lang="en-US" sz="3200"/>
        </a:p>
      </dgm:t>
    </dgm:pt>
    <dgm:pt modelId="{B5A74FCB-C1F2-4E3C-89AC-C6F6780B84DD}" type="sibTrans" cxnId="{F0598C22-9965-4E5F-992E-9990C0AC6ADF}">
      <dgm:prSet/>
      <dgm:spPr/>
      <dgm:t>
        <a:bodyPr/>
        <a:lstStyle/>
        <a:p>
          <a:endParaRPr lang="en-US" sz="3200"/>
        </a:p>
      </dgm:t>
    </dgm:pt>
    <dgm:pt modelId="{A6778E0E-D7DA-4F8A-868F-A46043ADB691}">
      <dgm:prSet custT="1"/>
      <dgm:spPr/>
      <dgm:t>
        <a:bodyPr/>
        <a:lstStyle/>
        <a:p>
          <a:r>
            <a:rPr lang="en-US" sz="2800" dirty="0"/>
            <a:t>Self-Learning</a:t>
          </a:r>
        </a:p>
        <a:p>
          <a:r>
            <a:rPr lang="en-US" sz="2800" dirty="0"/>
            <a:t>/Self-assessment</a:t>
          </a:r>
        </a:p>
      </dgm:t>
    </dgm:pt>
    <dgm:pt modelId="{19122682-5994-49BE-849E-FD5EF0675553}" type="parTrans" cxnId="{023254A1-A904-405D-9AEF-39A1FE5DFFA9}">
      <dgm:prSet/>
      <dgm:spPr/>
      <dgm:t>
        <a:bodyPr/>
        <a:lstStyle/>
        <a:p>
          <a:endParaRPr lang="en-SG"/>
        </a:p>
      </dgm:t>
    </dgm:pt>
    <dgm:pt modelId="{4850392F-19DC-4F97-B831-A28A0EC0DBE3}" type="sibTrans" cxnId="{023254A1-A904-405D-9AEF-39A1FE5DFFA9}">
      <dgm:prSet/>
      <dgm:spPr/>
      <dgm:t>
        <a:bodyPr/>
        <a:lstStyle/>
        <a:p>
          <a:endParaRPr lang="en-SG"/>
        </a:p>
      </dgm:t>
    </dgm:pt>
    <dgm:pt modelId="{E5D4D47E-0DF6-4A72-AB5A-FD1C35AFB06C}">
      <dgm:prSet custT="1"/>
      <dgm:spPr/>
      <dgm:t>
        <a:bodyPr/>
        <a:lstStyle/>
        <a:p>
          <a:r>
            <a:rPr lang="en-US" sz="2800" dirty="0"/>
            <a:t>Week 3 &gt; Learning Material</a:t>
          </a:r>
        </a:p>
      </dgm:t>
    </dgm:pt>
    <dgm:pt modelId="{D4D1ACB4-9D4F-45F3-AF7E-57265FB1A293}" type="parTrans" cxnId="{F5C8FFD3-04D0-4429-8503-13D897FFD381}">
      <dgm:prSet/>
      <dgm:spPr/>
      <dgm:t>
        <a:bodyPr/>
        <a:lstStyle/>
        <a:p>
          <a:endParaRPr lang="en-SG"/>
        </a:p>
      </dgm:t>
    </dgm:pt>
    <dgm:pt modelId="{4E9ED737-594D-4D0F-A9DF-203639E92A9C}" type="sibTrans" cxnId="{F5C8FFD3-04D0-4429-8503-13D897FFD381}">
      <dgm:prSet/>
      <dgm:spPr/>
      <dgm:t>
        <a:bodyPr/>
        <a:lstStyle/>
        <a:p>
          <a:endParaRPr lang="en-SG"/>
        </a:p>
      </dgm:t>
    </dgm:pt>
    <dgm:pt modelId="{9970500F-A367-40E2-A727-6C05076B52E2}">
      <dgm:prSet custT="1"/>
      <dgm:spPr/>
      <dgm:t>
        <a:bodyPr/>
        <a:lstStyle/>
        <a:p>
          <a:r>
            <a:rPr lang="en-US" sz="3600" dirty="0"/>
            <a:t>Review</a:t>
          </a:r>
        </a:p>
      </dgm:t>
    </dgm:pt>
    <dgm:pt modelId="{8CC80BFE-847F-40AA-9BAB-A9FC7FA9B855}" type="parTrans" cxnId="{1909BD68-EBA5-45E0-A48B-86F60FDCE3D1}">
      <dgm:prSet/>
      <dgm:spPr/>
      <dgm:t>
        <a:bodyPr/>
        <a:lstStyle/>
        <a:p>
          <a:endParaRPr lang="en-SG"/>
        </a:p>
      </dgm:t>
    </dgm:pt>
    <dgm:pt modelId="{FC896338-3677-4229-B0AA-9B302287208B}" type="sibTrans" cxnId="{1909BD68-EBA5-45E0-A48B-86F60FDCE3D1}">
      <dgm:prSet/>
      <dgm:spPr/>
      <dgm:t>
        <a:bodyPr/>
        <a:lstStyle/>
        <a:p>
          <a:endParaRPr lang="en-SG"/>
        </a:p>
      </dgm:t>
    </dgm:pt>
    <dgm:pt modelId="{E861B230-E07F-4262-AA00-9D1ED9060198}">
      <dgm:prSet custT="1"/>
      <dgm:spPr/>
      <dgm:t>
        <a:bodyPr/>
        <a:lstStyle/>
        <a:p>
          <a:endParaRPr lang="en-US" sz="2800" dirty="0"/>
        </a:p>
      </dgm:t>
    </dgm:pt>
    <dgm:pt modelId="{A22FE27F-3C67-42AC-AA0A-ABAF07F86F82}" type="parTrans" cxnId="{59F963C7-E5DC-4CA1-A987-9D26F1E59D5C}">
      <dgm:prSet/>
      <dgm:spPr/>
      <dgm:t>
        <a:bodyPr/>
        <a:lstStyle/>
        <a:p>
          <a:endParaRPr lang="en-SG"/>
        </a:p>
      </dgm:t>
    </dgm:pt>
    <dgm:pt modelId="{CF313DD2-9A31-42EB-A61F-49D5DEC81A55}" type="sibTrans" cxnId="{59F963C7-E5DC-4CA1-A987-9D26F1E59D5C}">
      <dgm:prSet/>
      <dgm:spPr/>
      <dgm:t>
        <a:bodyPr/>
        <a:lstStyle/>
        <a:p>
          <a:endParaRPr lang="en-SG"/>
        </a:p>
      </dgm:t>
    </dgm:pt>
    <dgm:pt modelId="{C30157AF-F6E2-4EBE-B247-93F7EF85158F}" type="pres">
      <dgm:prSet presAssocID="{F2B9C6DF-72CF-4A1E-AB2C-727F1E4B5927}" presName="Name0" presStyleCnt="0">
        <dgm:presLayoutVars>
          <dgm:dir/>
          <dgm:animLvl val="lvl"/>
          <dgm:resizeHandles val="exact"/>
        </dgm:presLayoutVars>
      </dgm:prSet>
      <dgm:spPr/>
    </dgm:pt>
    <dgm:pt modelId="{6B50F4CE-0722-4F9E-B3F3-8F066F02B6B9}" type="pres">
      <dgm:prSet presAssocID="{9970500F-A367-40E2-A727-6C05076B52E2}" presName="linNode" presStyleCnt="0"/>
      <dgm:spPr/>
    </dgm:pt>
    <dgm:pt modelId="{C15399DA-1A1C-402F-AAAE-10610D357FFA}" type="pres">
      <dgm:prSet presAssocID="{9970500F-A367-40E2-A727-6C05076B52E2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8C18B887-5170-46A4-B17D-5A4745E81DAF}" type="pres">
      <dgm:prSet presAssocID="{9970500F-A367-40E2-A727-6C05076B52E2}" presName="descendantText" presStyleLbl="alignNode1" presStyleIdx="0" presStyleCnt="4" custScaleY="82876">
        <dgm:presLayoutVars>
          <dgm:bulletEnabled/>
        </dgm:presLayoutVars>
      </dgm:prSet>
      <dgm:spPr/>
    </dgm:pt>
    <dgm:pt modelId="{F6E7AE3D-B6A3-495C-ADA1-395006E87A84}" type="pres">
      <dgm:prSet presAssocID="{FC896338-3677-4229-B0AA-9B302287208B}" presName="sp" presStyleCnt="0"/>
      <dgm:spPr/>
    </dgm:pt>
    <dgm:pt modelId="{1C5124B0-0765-4119-B0F5-4688F2F1AA6B}" type="pres">
      <dgm:prSet presAssocID="{61970C64-8639-4CA6-942D-023966B549A4}" presName="linNode" presStyleCnt="0"/>
      <dgm:spPr/>
    </dgm:pt>
    <dgm:pt modelId="{7D00897C-45E1-4E27-B424-E65F06B9787B}" type="pres">
      <dgm:prSet presAssocID="{61970C64-8639-4CA6-942D-023966B549A4}" presName="parentText" presStyleLbl="solidFgAcc1" presStyleIdx="1" presStyleCnt="4" custLinFactNeighborY="49">
        <dgm:presLayoutVars>
          <dgm:chMax val="1"/>
          <dgm:bulletEnabled/>
        </dgm:presLayoutVars>
      </dgm:prSet>
      <dgm:spPr/>
    </dgm:pt>
    <dgm:pt modelId="{9CECE7FD-132D-493E-8375-4338C0C74A79}" type="pres">
      <dgm:prSet presAssocID="{61970C64-8639-4CA6-942D-023966B549A4}" presName="descendantText" presStyleLbl="alignNode1" presStyleIdx="1" presStyleCnt="4" custScaleY="104691">
        <dgm:presLayoutVars>
          <dgm:bulletEnabled/>
        </dgm:presLayoutVars>
      </dgm:prSet>
      <dgm:spPr/>
    </dgm:pt>
    <dgm:pt modelId="{9BAACAEF-1452-4CA0-B5B5-49B3FDF6ECB4}" type="pres">
      <dgm:prSet presAssocID="{4D55FB73-1404-494A-A1E0-E90518585504}" presName="sp" presStyleCnt="0"/>
      <dgm:spPr/>
    </dgm:pt>
    <dgm:pt modelId="{FF0FE632-E7FC-4373-BB31-75DC32446501}" type="pres">
      <dgm:prSet presAssocID="{BF4081C6-3EA2-4C3F-BC46-487FF1ADEFE0}" presName="linNode" presStyleCnt="0"/>
      <dgm:spPr/>
    </dgm:pt>
    <dgm:pt modelId="{27039C6E-4A63-416C-9FF4-8EB6379162F9}" type="pres">
      <dgm:prSet presAssocID="{BF4081C6-3EA2-4C3F-BC46-487FF1ADEFE0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FC4630A1-1DDF-4B25-A7BD-8BE2CAF0E4E4}" type="pres">
      <dgm:prSet presAssocID="{BF4081C6-3EA2-4C3F-BC46-487FF1ADEFE0}" presName="descendantText" presStyleLbl="alignNode1" presStyleIdx="2" presStyleCnt="4" custScaleY="59104" custLinFactNeighborX="1383" custLinFactNeighborY="-10421">
        <dgm:presLayoutVars>
          <dgm:bulletEnabled/>
        </dgm:presLayoutVars>
      </dgm:prSet>
      <dgm:spPr/>
    </dgm:pt>
    <dgm:pt modelId="{1F43ABDA-9DBB-4919-9520-304B0D3A6618}" type="pres">
      <dgm:prSet presAssocID="{24A46917-A227-4861-8154-ABA7F6CDB90D}" presName="sp" presStyleCnt="0"/>
      <dgm:spPr/>
    </dgm:pt>
    <dgm:pt modelId="{64B5350A-275A-47C0-8113-03EC095B29B5}" type="pres">
      <dgm:prSet presAssocID="{A6778E0E-D7DA-4F8A-868F-A46043ADB691}" presName="linNode" presStyleCnt="0"/>
      <dgm:spPr/>
    </dgm:pt>
    <dgm:pt modelId="{33330615-B5C7-4954-AA71-C0854A17CC56}" type="pres">
      <dgm:prSet presAssocID="{A6778E0E-D7DA-4F8A-868F-A46043ADB691}" presName="parentText" presStyleLbl="solidFgAcc1" presStyleIdx="3" presStyleCnt="4" custScaleX="251988">
        <dgm:presLayoutVars>
          <dgm:chMax val="1"/>
          <dgm:bulletEnabled/>
        </dgm:presLayoutVars>
      </dgm:prSet>
      <dgm:spPr/>
    </dgm:pt>
    <dgm:pt modelId="{AD4EE8B3-D4DA-4D2E-8F6F-672BE4FE8DBB}" type="pres">
      <dgm:prSet presAssocID="{A6778E0E-D7DA-4F8A-868F-A46043ADB691}" presName="descendantText" presStyleLbl="alignNode1" presStyleIdx="3" presStyleCnt="4" custScaleY="145601">
        <dgm:presLayoutVars>
          <dgm:bulletEnabled/>
        </dgm:presLayoutVars>
      </dgm:prSet>
      <dgm:spPr/>
    </dgm:pt>
  </dgm:ptLst>
  <dgm:cxnLst>
    <dgm:cxn modelId="{F0598C22-9965-4E5F-992E-9990C0AC6ADF}" srcId="{BF4081C6-3EA2-4C3F-BC46-487FF1ADEFE0}" destId="{7D852DD8-A1AD-4521-A804-34865CDBDA2C}" srcOrd="0" destOrd="0" parTransId="{94A4F7AC-5C96-450A-9FE9-7E3C07A18C75}" sibTransId="{B5A74FCB-C1F2-4E3C-89AC-C6F6780B84DD}"/>
    <dgm:cxn modelId="{4E589C5D-1961-4C2C-A300-1B5B812DF4E8}" type="presOf" srcId="{61970C64-8639-4CA6-942D-023966B549A4}" destId="{7D00897C-45E1-4E27-B424-E65F06B9787B}" srcOrd="0" destOrd="0" presId="urn:microsoft.com/office/officeart/2016/7/layout/VerticalHollowActionList"/>
    <dgm:cxn modelId="{E33F825E-0AF0-4EE3-9F37-FB784A626FE5}" type="presOf" srcId="{A6778E0E-D7DA-4F8A-868F-A46043ADB691}" destId="{33330615-B5C7-4954-AA71-C0854A17CC56}" srcOrd="0" destOrd="0" presId="urn:microsoft.com/office/officeart/2016/7/layout/VerticalHollowActionList"/>
    <dgm:cxn modelId="{207BC164-DC24-4868-BE39-C00244B06777}" srcId="{F2B9C6DF-72CF-4A1E-AB2C-727F1E4B5927}" destId="{BF4081C6-3EA2-4C3F-BC46-487FF1ADEFE0}" srcOrd="2" destOrd="0" parTransId="{8C740D6F-8FF2-4A57-937B-F806EB9B5D94}" sibTransId="{24A46917-A227-4861-8154-ABA7F6CDB90D}"/>
    <dgm:cxn modelId="{1909BD68-EBA5-45E0-A48B-86F60FDCE3D1}" srcId="{F2B9C6DF-72CF-4A1E-AB2C-727F1E4B5927}" destId="{9970500F-A367-40E2-A727-6C05076B52E2}" srcOrd="0" destOrd="0" parTransId="{8CC80BFE-847F-40AA-9BAB-A9FC7FA9B855}" sibTransId="{FC896338-3677-4229-B0AA-9B302287208B}"/>
    <dgm:cxn modelId="{518D0777-B544-41A7-81CE-630E7D43ADAE}" type="presOf" srcId="{9970500F-A367-40E2-A727-6C05076B52E2}" destId="{C15399DA-1A1C-402F-AAAE-10610D357FFA}" srcOrd="0" destOrd="0" presId="urn:microsoft.com/office/officeart/2016/7/layout/VerticalHollowActionList"/>
    <dgm:cxn modelId="{0BEAC458-59E6-44DE-A3BF-A5195DA83E0C}" srcId="{61970C64-8639-4CA6-942D-023966B549A4}" destId="{CA9384F8-AA8F-4B20-B278-7F2F4F230888}" srcOrd="0" destOrd="0" parTransId="{B594C59E-E3AA-443F-A030-BA0157D0F903}" sibTransId="{94FC5A4C-863C-4D76-8007-091C6A17498F}"/>
    <dgm:cxn modelId="{DC915979-A98F-4424-AC10-9D288C339D74}" srcId="{F2B9C6DF-72CF-4A1E-AB2C-727F1E4B5927}" destId="{61970C64-8639-4CA6-942D-023966B549A4}" srcOrd="1" destOrd="0" parTransId="{BBB19811-8B86-42DD-A4E9-8218D1CB4CBC}" sibTransId="{4D55FB73-1404-494A-A1E0-E90518585504}"/>
    <dgm:cxn modelId="{0A7D0881-E9DB-4663-A54E-457C02F195E2}" type="presOf" srcId="{E5D4D47E-0DF6-4A72-AB5A-FD1C35AFB06C}" destId="{AD4EE8B3-D4DA-4D2E-8F6F-672BE4FE8DBB}" srcOrd="0" destOrd="0" presId="urn:microsoft.com/office/officeart/2016/7/layout/VerticalHollowActionList"/>
    <dgm:cxn modelId="{FBE5BB97-3396-48A3-A4AD-1141E0424603}" type="presOf" srcId="{E861B230-E07F-4262-AA00-9D1ED9060198}" destId="{8C18B887-5170-46A4-B17D-5A4745E81DAF}" srcOrd="0" destOrd="0" presId="urn:microsoft.com/office/officeart/2016/7/layout/VerticalHollowActionList"/>
    <dgm:cxn modelId="{023254A1-A904-405D-9AEF-39A1FE5DFFA9}" srcId="{F2B9C6DF-72CF-4A1E-AB2C-727F1E4B5927}" destId="{A6778E0E-D7DA-4F8A-868F-A46043ADB691}" srcOrd="3" destOrd="0" parTransId="{19122682-5994-49BE-849E-FD5EF0675553}" sibTransId="{4850392F-19DC-4F97-B831-A28A0EC0DBE3}"/>
    <dgm:cxn modelId="{63F64EA4-AF87-4A76-A4C4-7240CD268314}" type="presOf" srcId="{CA9384F8-AA8F-4B20-B278-7F2F4F230888}" destId="{9CECE7FD-132D-493E-8375-4338C0C74A79}" srcOrd="0" destOrd="0" presId="urn:microsoft.com/office/officeart/2016/7/layout/VerticalHollowActionList"/>
    <dgm:cxn modelId="{B886EBB9-BCB0-48E9-8D98-12BFA3D008DD}" type="presOf" srcId="{7D852DD8-A1AD-4521-A804-34865CDBDA2C}" destId="{FC4630A1-1DDF-4B25-A7BD-8BE2CAF0E4E4}" srcOrd="0" destOrd="0" presId="urn:microsoft.com/office/officeart/2016/7/layout/VerticalHollowActionList"/>
    <dgm:cxn modelId="{59F963C7-E5DC-4CA1-A987-9D26F1E59D5C}" srcId="{9970500F-A367-40E2-A727-6C05076B52E2}" destId="{E861B230-E07F-4262-AA00-9D1ED9060198}" srcOrd="0" destOrd="0" parTransId="{A22FE27F-3C67-42AC-AA0A-ABAF07F86F82}" sibTransId="{CF313DD2-9A31-42EB-A61F-49D5DEC81A55}"/>
    <dgm:cxn modelId="{F5C8FFD3-04D0-4429-8503-13D897FFD381}" srcId="{A6778E0E-D7DA-4F8A-868F-A46043ADB691}" destId="{E5D4D47E-0DF6-4A72-AB5A-FD1C35AFB06C}" srcOrd="0" destOrd="0" parTransId="{D4D1ACB4-9D4F-45F3-AF7E-57265FB1A293}" sibTransId="{4E9ED737-594D-4D0F-A9DF-203639E92A9C}"/>
    <dgm:cxn modelId="{07B4D3D5-0989-4B17-92E5-BEF360490413}" type="presOf" srcId="{F2B9C6DF-72CF-4A1E-AB2C-727F1E4B5927}" destId="{C30157AF-F6E2-4EBE-B247-93F7EF85158F}" srcOrd="0" destOrd="0" presId="urn:microsoft.com/office/officeart/2016/7/layout/VerticalHollowActionList"/>
    <dgm:cxn modelId="{55B988FB-A527-4262-A71D-51ADCB25E028}" type="presOf" srcId="{BF4081C6-3EA2-4C3F-BC46-487FF1ADEFE0}" destId="{27039C6E-4A63-416C-9FF4-8EB6379162F9}" srcOrd="0" destOrd="0" presId="urn:microsoft.com/office/officeart/2016/7/layout/VerticalHollowActionList"/>
    <dgm:cxn modelId="{DB842ED0-D2A3-4682-8966-936D6F0E847B}" type="presParOf" srcId="{C30157AF-F6E2-4EBE-B247-93F7EF85158F}" destId="{6B50F4CE-0722-4F9E-B3F3-8F066F02B6B9}" srcOrd="0" destOrd="0" presId="urn:microsoft.com/office/officeart/2016/7/layout/VerticalHollowActionList"/>
    <dgm:cxn modelId="{9BA9179D-0785-4072-8968-ED6A2DDE65E8}" type="presParOf" srcId="{6B50F4CE-0722-4F9E-B3F3-8F066F02B6B9}" destId="{C15399DA-1A1C-402F-AAAE-10610D357FFA}" srcOrd="0" destOrd="0" presId="urn:microsoft.com/office/officeart/2016/7/layout/VerticalHollowActionList"/>
    <dgm:cxn modelId="{8260468A-890F-4178-B0EA-CC2769C374E1}" type="presParOf" srcId="{6B50F4CE-0722-4F9E-B3F3-8F066F02B6B9}" destId="{8C18B887-5170-46A4-B17D-5A4745E81DAF}" srcOrd="1" destOrd="0" presId="urn:microsoft.com/office/officeart/2016/7/layout/VerticalHollowActionList"/>
    <dgm:cxn modelId="{C976F9D3-8EF5-4416-A7FC-DFB8F35B8916}" type="presParOf" srcId="{C30157AF-F6E2-4EBE-B247-93F7EF85158F}" destId="{F6E7AE3D-B6A3-495C-ADA1-395006E87A84}" srcOrd="1" destOrd="0" presId="urn:microsoft.com/office/officeart/2016/7/layout/VerticalHollowActionList"/>
    <dgm:cxn modelId="{B8DE756E-043D-459F-B0AB-E5A118ABB78D}" type="presParOf" srcId="{C30157AF-F6E2-4EBE-B247-93F7EF85158F}" destId="{1C5124B0-0765-4119-B0F5-4688F2F1AA6B}" srcOrd="2" destOrd="0" presId="urn:microsoft.com/office/officeart/2016/7/layout/VerticalHollowActionList"/>
    <dgm:cxn modelId="{C019E894-DEFD-4818-9084-7B3FD2A5DCCE}" type="presParOf" srcId="{1C5124B0-0765-4119-B0F5-4688F2F1AA6B}" destId="{7D00897C-45E1-4E27-B424-E65F06B9787B}" srcOrd="0" destOrd="0" presId="urn:microsoft.com/office/officeart/2016/7/layout/VerticalHollowActionList"/>
    <dgm:cxn modelId="{8BC1E207-F44A-4666-85B8-B798000B7454}" type="presParOf" srcId="{1C5124B0-0765-4119-B0F5-4688F2F1AA6B}" destId="{9CECE7FD-132D-493E-8375-4338C0C74A79}" srcOrd="1" destOrd="0" presId="urn:microsoft.com/office/officeart/2016/7/layout/VerticalHollowActionList"/>
    <dgm:cxn modelId="{4F613F4D-8937-487D-B560-B27D21DC1774}" type="presParOf" srcId="{C30157AF-F6E2-4EBE-B247-93F7EF85158F}" destId="{9BAACAEF-1452-4CA0-B5B5-49B3FDF6ECB4}" srcOrd="3" destOrd="0" presId="urn:microsoft.com/office/officeart/2016/7/layout/VerticalHollowActionList"/>
    <dgm:cxn modelId="{FE55D6E4-F01A-4C3F-81F9-7C58D37A5CF6}" type="presParOf" srcId="{C30157AF-F6E2-4EBE-B247-93F7EF85158F}" destId="{FF0FE632-E7FC-4373-BB31-75DC32446501}" srcOrd="4" destOrd="0" presId="urn:microsoft.com/office/officeart/2016/7/layout/VerticalHollowActionList"/>
    <dgm:cxn modelId="{63E9E51D-0E1C-4D67-B6BA-12E975DB00D7}" type="presParOf" srcId="{FF0FE632-E7FC-4373-BB31-75DC32446501}" destId="{27039C6E-4A63-416C-9FF4-8EB6379162F9}" srcOrd="0" destOrd="0" presId="urn:microsoft.com/office/officeart/2016/7/layout/VerticalHollowActionList"/>
    <dgm:cxn modelId="{3BB647E3-9965-4E8C-AE4C-349B508A807C}" type="presParOf" srcId="{FF0FE632-E7FC-4373-BB31-75DC32446501}" destId="{FC4630A1-1DDF-4B25-A7BD-8BE2CAF0E4E4}" srcOrd="1" destOrd="0" presId="urn:microsoft.com/office/officeart/2016/7/layout/VerticalHollowActionList"/>
    <dgm:cxn modelId="{65F77408-9870-4242-8F8F-FD85C8B9D254}" type="presParOf" srcId="{C30157AF-F6E2-4EBE-B247-93F7EF85158F}" destId="{1F43ABDA-9DBB-4919-9520-304B0D3A6618}" srcOrd="5" destOrd="0" presId="urn:microsoft.com/office/officeart/2016/7/layout/VerticalHollowActionList"/>
    <dgm:cxn modelId="{62704DD4-8CA9-40E2-8B18-F82B7835F5CD}" type="presParOf" srcId="{C30157AF-F6E2-4EBE-B247-93F7EF85158F}" destId="{64B5350A-275A-47C0-8113-03EC095B29B5}" srcOrd="6" destOrd="0" presId="urn:microsoft.com/office/officeart/2016/7/layout/VerticalHollowActionList"/>
    <dgm:cxn modelId="{72310C52-1AF7-473E-ABD2-B6B2B5B93C13}" type="presParOf" srcId="{64B5350A-275A-47C0-8113-03EC095B29B5}" destId="{33330615-B5C7-4954-AA71-C0854A17CC56}" srcOrd="0" destOrd="0" presId="urn:microsoft.com/office/officeart/2016/7/layout/VerticalHollowActionList"/>
    <dgm:cxn modelId="{F4E7C975-4757-408D-8ECA-A2602D4B3C0D}" type="presParOf" srcId="{64B5350A-275A-47C0-8113-03EC095B29B5}" destId="{AD4EE8B3-D4DA-4D2E-8F6F-672BE4FE8DBB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3A301B-03D3-457F-9CD8-158C5664F63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69AB453-C652-49CD-884E-B16D23887742}">
      <dgm:prSet/>
      <dgm:spPr/>
      <dgm:t>
        <a:bodyPr/>
        <a:lstStyle/>
        <a:p>
          <a:r>
            <a:rPr lang="en-SG"/>
            <a:t>Scatter Plot (data visualisation)</a:t>
          </a:r>
          <a:endParaRPr lang="en-US"/>
        </a:p>
      </dgm:t>
    </dgm:pt>
    <dgm:pt modelId="{95BB429B-16D5-4952-AA8C-6E3D99ED5F59}" type="parTrans" cxnId="{CF8531D8-E88E-4A91-B2DB-D3D0F12B6D41}">
      <dgm:prSet/>
      <dgm:spPr/>
      <dgm:t>
        <a:bodyPr/>
        <a:lstStyle/>
        <a:p>
          <a:endParaRPr lang="en-US"/>
        </a:p>
      </dgm:t>
    </dgm:pt>
    <dgm:pt modelId="{90EF5D31-0E2D-4095-ABC0-0ED4E3A434E9}" type="sibTrans" cxnId="{CF8531D8-E88E-4A91-B2DB-D3D0F12B6D41}">
      <dgm:prSet/>
      <dgm:spPr/>
      <dgm:t>
        <a:bodyPr/>
        <a:lstStyle/>
        <a:p>
          <a:endParaRPr lang="en-US"/>
        </a:p>
      </dgm:t>
    </dgm:pt>
    <dgm:pt modelId="{5A98B115-A448-4220-B33E-8F7CBED1F0C9}">
      <dgm:prSet/>
      <dgm:spPr/>
      <dgm:t>
        <a:bodyPr/>
        <a:lstStyle/>
        <a:p>
          <a:r>
            <a:rPr lang="en-SG"/>
            <a:t>Linear correlation coefficient (Statistical method)</a:t>
          </a:r>
          <a:endParaRPr lang="en-US"/>
        </a:p>
      </dgm:t>
    </dgm:pt>
    <dgm:pt modelId="{FD4B5DDB-AB90-4540-83B2-0FB3A018F71F}" type="parTrans" cxnId="{7A75B565-936C-4A78-A283-0AC17DE51413}">
      <dgm:prSet/>
      <dgm:spPr/>
      <dgm:t>
        <a:bodyPr/>
        <a:lstStyle/>
        <a:p>
          <a:endParaRPr lang="en-US"/>
        </a:p>
      </dgm:t>
    </dgm:pt>
    <dgm:pt modelId="{19539205-9154-488B-A600-6CCEED1883E0}" type="sibTrans" cxnId="{7A75B565-936C-4A78-A283-0AC17DE51413}">
      <dgm:prSet/>
      <dgm:spPr/>
      <dgm:t>
        <a:bodyPr/>
        <a:lstStyle/>
        <a:p>
          <a:endParaRPr lang="en-US"/>
        </a:p>
      </dgm:t>
    </dgm:pt>
    <dgm:pt modelId="{E7DB8C6F-806C-4F8F-A8DD-506BC90BCFD2}" type="pres">
      <dgm:prSet presAssocID="{5E3A301B-03D3-457F-9CD8-158C5664F63C}" presName="linear" presStyleCnt="0">
        <dgm:presLayoutVars>
          <dgm:animLvl val="lvl"/>
          <dgm:resizeHandles val="exact"/>
        </dgm:presLayoutVars>
      </dgm:prSet>
      <dgm:spPr/>
    </dgm:pt>
    <dgm:pt modelId="{6CD57714-1B95-4F83-B3DD-68F78B98B072}" type="pres">
      <dgm:prSet presAssocID="{E69AB453-C652-49CD-884E-B16D238877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89DCAB9-6395-4F01-A922-C8197FAEAE12}" type="pres">
      <dgm:prSet presAssocID="{90EF5D31-0E2D-4095-ABC0-0ED4E3A434E9}" presName="spacer" presStyleCnt="0"/>
      <dgm:spPr/>
    </dgm:pt>
    <dgm:pt modelId="{FB104329-FAC6-4B2E-B0ED-B02DC9323BEF}" type="pres">
      <dgm:prSet presAssocID="{5A98B115-A448-4220-B33E-8F7CBED1F0C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9E9CD1A-A0AA-44E7-A5EF-3FFD3929C6AA}" type="presOf" srcId="{E69AB453-C652-49CD-884E-B16D23887742}" destId="{6CD57714-1B95-4F83-B3DD-68F78B98B072}" srcOrd="0" destOrd="0" presId="urn:microsoft.com/office/officeart/2005/8/layout/vList2"/>
    <dgm:cxn modelId="{7A75B565-936C-4A78-A283-0AC17DE51413}" srcId="{5E3A301B-03D3-457F-9CD8-158C5664F63C}" destId="{5A98B115-A448-4220-B33E-8F7CBED1F0C9}" srcOrd="1" destOrd="0" parTransId="{FD4B5DDB-AB90-4540-83B2-0FB3A018F71F}" sibTransId="{19539205-9154-488B-A600-6CCEED1883E0}"/>
    <dgm:cxn modelId="{3863479E-5888-4148-9DE2-ED8FBABBDD98}" type="presOf" srcId="{5E3A301B-03D3-457F-9CD8-158C5664F63C}" destId="{E7DB8C6F-806C-4F8F-A8DD-506BC90BCFD2}" srcOrd="0" destOrd="0" presId="urn:microsoft.com/office/officeart/2005/8/layout/vList2"/>
    <dgm:cxn modelId="{22A778BC-4D53-4371-B183-D0929FC30B2D}" type="presOf" srcId="{5A98B115-A448-4220-B33E-8F7CBED1F0C9}" destId="{FB104329-FAC6-4B2E-B0ED-B02DC9323BEF}" srcOrd="0" destOrd="0" presId="urn:microsoft.com/office/officeart/2005/8/layout/vList2"/>
    <dgm:cxn modelId="{CF8531D8-E88E-4A91-B2DB-D3D0F12B6D41}" srcId="{5E3A301B-03D3-457F-9CD8-158C5664F63C}" destId="{E69AB453-C652-49CD-884E-B16D23887742}" srcOrd="0" destOrd="0" parTransId="{95BB429B-16D5-4952-AA8C-6E3D99ED5F59}" sibTransId="{90EF5D31-0E2D-4095-ABC0-0ED4E3A434E9}"/>
    <dgm:cxn modelId="{42655426-A711-4A79-B690-CEC6F77AA2B4}" type="presParOf" srcId="{E7DB8C6F-806C-4F8F-A8DD-506BC90BCFD2}" destId="{6CD57714-1B95-4F83-B3DD-68F78B98B072}" srcOrd="0" destOrd="0" presId="urn:microsoft.com/office/officeart/2005/8/layout/vList2"/>
    <dgm:cxn modelId="{E32F9D22-1454-4C45-B5FE-34796902EE60}" type="presParOf" srcId="{E7DB8C6F-806C-4F8F-A8DD-506BC90BCFD2}" destId="{089DCAB9-6395-4F01-A922-C8197FAEAE12}" srcOrd="1" destOrd="0" presId="urn:microsoft.com/office/officeart/2005/8/layout/vList2"/>
    <dgm:cxn modelId="{426FB160-B9DE-4CB4-9AEA-8FA446832EE9}" type="presParOf" srcId="{E7DB8C6F-806C-4F8F-A8DD-506BC90BCFD2}" destId="{FB104329-FAC6-4B2E-B0ED-B02DC9323BE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8B887-5170-46A4-B17D-5A4745E81DAF}">
      <dsp:nvSpPr>
        <dsp:cNvPr id="0" name=""/>
        <dsp:cNvSpPr/>
      </dsp:nvSpPr>
      <dsp:spPr>
        <a:xfrm>
          <a:off x="1736473" y="109982"/>
          <a:ext cx="6945892" cy="10427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770" tIns="319593" rIns="134770" bIns="3195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736473" y="109982"/>
        <a:ext cx="6945892" cy="1042779"/>
      </dsp:txXfrm>
    </dsp:sp>
    <dsp:sp modelId="{C15399DA-1A1C-402F-AAAE-10610D357FFA}">
      <dsp:nvSpPr>
        <dsp:cNvPr id="0" name=""/>
        <dsp:cNvSpPr/>
      </dsp:nvSpPr>
      <dsp:spPr>
        <a:xfrm>
          <a:off x="0" y="2251"/>
          <a:ext cx="1736473" cy="12582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888" tIns="124286" rIns="91888" bIns="12428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Review</a:t>
          </a:r>
        </a:p>
      </dsp:txBody>
      <dsp:txXfrm>
        <a:off x="0" y="2251"/>
        <a:ext cx="1736473" cy="1258240"/>
      </dsp:txXfrm>
    </dsp:sp>
    <dsp:sp modelId="{9CECE7FD-132D-493E-8375-4338C0C74A79}">
      <dsp:nvSpPr>
        <dsp:cNvPr id="0" name=""/>
        <dsp:cNvSpPr/>
      </dsp:nvSpPr>
      <dsp:spPr>
        <a:xfrm>
          <a:off x="1734777" y="1335986"/>
          <a:ext cx="6939108" cy="13172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638" tIns="319593" rIns="134638" bIns="31959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Scatter plot/Linear correlation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Exploratory Analysis with KNIME</a:t>
          </a:r>
        </a:p>
      </dsp:txBody>
      <dsp:txXfrm>
        <a:off x="1734777" y="1335986"/>
        <a:ext cx="6939108" cy="1317264"/>
      </dsp:txXfrm>
    </dsp:sp>
    <dsp:sp modelId="{7D00897C-45E1-4E27-B424-E65F06B9787B}">
      <dsp:nvSpPr>
        <dsp:cNvPr id="0" name=""/>
        <dsp:cNvSpPr/>
      </dsp:nvSpPr>
      <dsp:spPr>
        <a:xfrm>
          <a:off x="0" y="1366115"/>
          <a:ext cx="1734777" cy="12582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99" tIns="124286" rIns="91799" bIns="12428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Topics</a:t>
          </a:r>
        </a:p>
      </dsp:txBody>
      <dsp:txXfrm>
        <a:off x="0" y="1366115"/>
        <a:ext cx="1734777" cy="1258240"/>
      </dsp:txXfrm>
    </dsp:sp>
    <dsp:sp modelId="{FC4630A1-1DDF-4B25-A7BD-8BE2CAF0E4E4}">
      <dsp:nvSpPr>
        <dsp:cNvPr id="0" name=""/>
        <dsp:cNvSpPr/>
      </dsp:nvSpPr>
      <dsp:spPr>
        <a:xfrm>
          <a:off x="1736473" y="2854909"/>
          <a:ext cx="6945892" cy="743670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770" tIns="319593" rIns="134770" bIns="3195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Lab 3 Ex 1, 2 and 3  Submit Ex  4</a:t>
          </a:r>
        </a:p>
      </dsp:txBody>
      <dsp:txXfrm>
        <a:off x="1736473" y="2854909"/>
        <a:ext cx="6945892" cy="743670"/>
      </dsp:txXfrm>
    </dsp:sp>
    <dsp:sp modelId="{27039C6E-4A63-416C-9FF4-8EB6379162F9}">
      <dsp:nvSpPr>
        <dsp:cNvPr id="0" name=""/>
        <dsp:cNvSpPr/>
      </dsp:nvSpPr>
      <dsp:spPr>
        <a:xfrm>
          <a:off x="0" y="2728745"/>
          <a:ext cx="1736473" cy="12582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888" tIns="124286" rIns="91888" bIns="12428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Do</a:t>
          </a:r>
        </a:p>
      </dsp:txBody>
      <dsp:txXfrm>
        <a:off x="0" y="2728745"/>
        <a:ext cx="1736473" cy="1258240"/>
      </dsp:txXfrm>
    </dsp:sp>
    <dsp:sp modelId="{AD4EE8B3-D4DA-4D2E-8F6F-672BE4FE8DBB}">
      <dsp:nvSpPr>
        <dsp:cNvPr id="0" name=""/>
        <dsp:cNvSpPr/>
      </dsp:nvSpPr>
      <dsp:spPr>
        <a:xfrm>
          <a:off x="3354421" y="4062480"/>
          <a:ext cx="5324731" cy="183201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315" tIns="319593" rIns="103315" bIns="3195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Week 3 &gt; Learning Material</a:t>
          </a:r>
        </a:p>
      </dsp:txBody>
      <dsp:txXfrm>
        <a:off x="3354421" y="4062480"/>
        <a:ext cx="5324731" cy="1832010"/>
      </dsp:txXfrm>
    </dsp:sp>
    <dsp:sp modelId="{33330615-B5C7-4954-AA71-C0854A17CC56}">
      <dsp:nvSpPr>
        <dsp:cNvPr id="0" name=""/>
        <dsp:cNvSpPr/>
      </dsp:nvSpPr>
      <dsp:spPr>
        <a:xfrm>
          <a:off x="0" y="4349365"/>
          <a:ext cx="3354421" cy="12582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42" tIns="124286" rIns="70442" bIns="12428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Self-Learning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/Self-assessment</a:t>
          </a:r>
        </a:p>
      </dsp:txBody>
      <dsp:txXfrm>
        <a:off x="0" y="4349365"/>
        <a:ext cx="3354421" cy="1258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57714-1B95-4F83-B3DD-68F78B98B072}">
      <dsp:nvSpPr>
        <dsp:cNvPr id="0" name=""/>
        <dsp:cNvSpPr/>
      </dsp:nvSpPr>
      <dsp:spPr>
        <a:xfrm>
          <a:off x="0" y="55454"/>
          <a:ext cx="6263640" cy="26292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700" kern="1200"/>
            <a:t>Scatter Plot (data visualisation)</a:t>
          </a:r>
          <a:endParaRPr lang="en-US" sz="4700" kern="1200"/>
        </a:p>
      </dsp:txBody>
      <dsp:txXfrm>
        <a:off x="128347" y="183801"/>
        <a:ext cx="6006946" cy="2372515"/>
      </dsp:txXfrm>
    </dsp:sp>
    <dsp:sp modelId="{FB104329-FAC6-4B2E-B0ED-B02DC9323BEF}">
      <dsp:nvSpPr>
        <dsp:cNvPr id="0" name=""/>
        <dsp:cNvSpPr/>
      </dsp:nvSpPr>
      <dsp:spPr>
        <a:xfrm>
          <a:off x="0" y="2820024"/>
          <a:ext cx="6263640" cy="2629209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700" kern="1200"/>
            <a:t>Linear correlation coefficient (Statistical method)</a:t>
          </a:r>
          <a:endParaRPr lang="en-US" sz="4700" kern="1200"/>
        </a:p>
      </dsp:txBody>
      <dsp:txXfrm>
        <a:off x="128347" y="2948371"/>
        <a:ext cx="6006946" cy="2372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68.xml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170717" cy="48059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775" y="3"/>
            <a:ext cx="3170717" cy="48059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8FE7D71A-6D82-43DC-946A-FAD4B282895A}" type="datetime1">
              <a:rPr lang="en-US"/>
              <a:pPr/>
              <a:t>21/05/2025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119069"/>
            <a:ext cx="3170717" cy="48059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775" y="9119069"/>
            <a:ext cx="3170717" cy="48059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778D4BCA-5011-4EE4-A980-44C80976FA5C}" type="slidenum">
              <a:rPr lang="en-SG"/>
              <a:pPr/>
              <a:t>‹#›</a:t>
            </a:fld>
            <a:endParaRPr lang="en-SG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136816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170717" cy="48059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2775" y="3"/>
            <a:ext cx="3170717" cy="48059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17FDC6FC-9D7D-4E43-B38E-AF7A14426C92}" type="datetime1">
              <a:rPr lang="en-US"/>
              <a:pPr/>
              <a:t>21/05/2025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2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SG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181" y="4560303"/>
            <a:ext cx="5852843" cy="432077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069"/>
            <a:ext cx="3170717" cy="48059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2775" y="9119069"/>
            <a:ext cx="3170717" cy="48059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893A9A7D-20A3-480A-A163-92D90AB2D81A}" type="slidenum">
              <a:rPr lang="en-SG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16579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gov.sg/datasets?query=historical+temperature+&amp;page=1&amp;resultId=d_03bb2eb67ad645d0188342fa74ad7066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Give an overview of our lesson plan.</a:t>
            </a:r>
          </a:p>
          <a:p>
            <a:endParaRPr lang="en-SG" dirty="0"/>
          </a:p>
          <a:p>
            <a:r>
              <a:rPr lang="en-SG" dirty="0"/>
              <a:t>(5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FD3E9-49D3-4849-9302-40B34687582F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9768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400800" cy="3602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  <a:p>
            <a:r>
              <a:rPr lang="en-SG" dirty="0"/>
              <a:t>Check on the lab2 submission.</a:t>
            </a:r>
          </a:p>
          <a:p>
            <a:r>
              <a:rPr lang="en-SG" dirty="0"/>
              <a:t>Check Self-Assessment 2.  How did the students perform?</a:t>
            </a:r>
          </a:p>
          <a:p>
            <a:endParaRPr lang="en-SG" dirty="0"/>
          </a:p>
          <a:p>
            <a:r>
              <a:rPr lang="en-SG" dirty="0"/>
              <a:t>Go through the answers by picking up some students’ work.</a:t>
            </a:r>
          </a:p>
          <a:p>
            <a:r>
              <a:rPr lang="en-SG" dirty="0"/>
              <a:t>For Lab2 Ex 10, may want the students to try again to put all 5 boxplots in one worksheet.</a:t>
            </a:r>
          </a:p>
          <a:p>
            <a:r>
              <a:rPr lang="en-SG" dirty="0"/>
              <a:t>(Take time to revise again)</a:t>
            </a:r>
          </a:p>
          <a:p>
            <a:r>
              <a:rPr lang="en-SG" dirty="0"/>
              <a:t>Get the students to do again.</a:t>
            </a:r>
          </a:p>
        </p:txBody>
      </p:sp>
    </p:spTree>
    <p:extLst>
      <p:ext uri="{BB962C8B-B14F-4D97-AF65-F5344CB8AC3E}">
        <p14:creationId xmlns:p14="http://schemas.microsoft.com/office/powerpoint/2010/main" val="2451368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400800" cy="3602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SG" dirty="0" err="1"/>
              <a:t>cenario</a:t>
            </a:r>
            <a:endParaRPr lang="en-SG" dirty="0"/>
          </a:p>
          <a:p>
            <a:r>
              <a:rPr lang="en-SG" dirty="0"/>
              <a:t>You sell ice-cream.</a:t>
            </a:r>
          </a:p>
          <a:p>
            <a:r>
              <a:rPr lang="en-SG" dirty="0"/>
              <a:t>You can gather daily average temperature from data.gov.sg site.</a:t>
            </a:r>
          </a:p>
          <a:p>
            <a:r>
              <a:rPr lang="en-SG" dirty="0">
                <a:hlinkClick r:id="rId3"/>
              </a:rPr>
              <a:t>data.gov.sg</a:t>
            </a:r>
            <a:endParaRPr lang="en-SG" dirty="0"/>
          </a:p>
          <a:p>
            <a:r>
              <a:rPr lang="en-SG" dirty="0"/>
              <a:t>https://data.gov.sg/datasets?query=historical+temperature+&amp;page=1&amp;resultId=d_03bb2eb67ad645d0188342fa74ad7066</a:t>
            </a:r>
          </a:p>
          <a:p>
            <a:endParaRPr lang="en-SG" dirty="0"/>
          </a:p>
          <a:p>
            <a:r>
              <a:rPr lang="en-SG" dirty="0"/>
              <a:t>You want to know how weather condition affect your sale of ice-cream.</a:t>
            </a:r>
          </a:p>
          <a:p>
            <a:r>
              <a:rPr lang="en-SG" dirty="0"/>
              <a:t>How can you find out?</a:t>
            </a:r>
          </a:p>
          <a:p>
            <a:r>
              <a:rPr lang="en-SG" dirty="0"/>
              <a:t>For such question, the statistics term is correlation.</a:t>
            </a:r>
          </a:p>
          <a:p>
            <a:r>
              <a:rPr lang="en-SG" dirty="0"/>
              <a:t>How do we measure correlation?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11325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is a measure of comparing 2 variables on the same chart.</a:t>
            </a:r>
          </a:p>
          <a:p>
            <a:r>
              <a:rPr lang="en-US" dirty="0"/>
              <a:t>The visual chart is called Scatter Plot.</a:t>
            </a:r>
          </a:p>
          <a:p>
            <a:r>
              <a:rPr lang="en-US" dirty="0"/>
              <a:t>The statistics measure is called Linear Correlation Coefficient, or more exact to say is Pearson’s Correlation coefficient, </a:t>
            </a:r>
            <a:r>
              <a:rPr lang="en-US" dirty="0" err="1"/>
              <a:t>r-value</a:t>
            </a:r>
            <a:r>
              <a:rPr lang="en-US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30743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start by understanding the scatter plot of 2 variables.</a:t>
            </a:r>
          </a:p>
          <a:p>
            <a:r>
              <a:rPr lang="en-US" dirty="0"/>
              <a:t>How to create a scatter plot.</a:t>
            </a:r>
          </a:p>
          <a:p>
            <a:endParaRPr lang="en-US" dirty="0"/>
          </a:p>
          <a:p>
            <a:r>
              <a:rPr lang="en-US" dirty="0"/>
              <a:t>Student can pick any scenario, and start plotting the points.</a:t>
            </a:r>
          </a:p>
          <a:p>
            <a:r>
              <a:rPr lang="en-US" dirty="0"/>
              <a:t>Highlight that each axes represent a variable.</a:t>
            </a:r>
          </a:p>
          <a:p>
            <a:r>
              <a:rPr lang="en-US" dirty="0"/>
              <a:t>After they have all the dots done, what do they observe?</a:t>
            </a:r>
          </a:p>
          <a:p>
            <a:r>
              <a:rPr lang="en-US" dirty="0"/>
              <a:t>Any pattern or trend?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5851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Matns</a:t>
            </a:r>
            <a:r>
              <a:rPr lang="en-US" dirty="0"/>
              <a:t> and Science marks of a student, it shows that when the </a:t>
            </a:r>
            <a:r>
              <a:rPr lang="en-US" dirty="0" err="1"/>
              <a:t>maths</a:t>
            </a:r>
            <a:r>
              <a:rPr lang="en-US" dirty="0"/>
              <a:t> marks is good, the science marks is also good.</a:t>
            </a:r>
          </a:p>
          <a:p>
            <a:r>
              <a:rPr lang="en-US" dirty="0"/>
              <a:t>Note that each dot on the chart is an observation ( within a row in the table).</a:t>
            </a:r>
          </a:p>
          <a:p>
            <a:r>
              <a:rPr lang="en-US" dirty="0"/>
              <a:t>This type of chart is called Scatter plot.</a:t>
            </a:r>
          </a:p>
          <a:p>
            <a:r>
              <a:rPr lang="en-US" dirty="0"/>
              <a:t>From the pattern of the scatter plot, we can gather if the correlation between the 2 variables, a positive, negative or none.</a:t>
            </a:r>
          </a:p>
          <a:p>
            <a:r>
              <a:rPr lang="en-US" dirty="0"/>
              <a:t>There is one scenario (sale of soup and temperature) is negatively correlated.</a:t>
            </a:r>
          </a:p>
        </p:txBody>
      </p:sp>
    </p:spTree>
    <p:extLst>
      <p:ext uri="{BB962C8B-B14F-4D97-AF65-F5344CB8AC3E}">
        <p14:creationId xmlns:p14="http://schemas.microsoft.com/office/powerpoint/2010/main" val="4222963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Correlation not Causation!</a:t>
            </a:r>
          </a:p>
          <a:p>
            <a:r>
              <a:rPr lang="en-SG" dirty="0"/>
              <a:t>There is an interesting story about “His car cannot start when he buys vanilla ice cream” (optional to play in class.  The video is also in LMS)</a:t>
            </a:r>
          </a:p>
          <a:p>
            <a:r>
              <a:rPr lang="en-SG" dirty="0"/>
              <a:t>Depend on time, this video is interesting, helps to “break”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8756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From the scatter plot of 2 variables, we can know if the 2 variables are positively correlated, negatively correlated or no correlation.</a:t>
            </a:r>
          </a:p>
          <a:p>
            <a:r>
              <a:rPr lang="en-SG" dirty="0"/>
              <a:t>If we were to add a “trend” line, we can see a positive gradient, negative gradient and 0 gradient. (click)</a:t>
            </a:r>
          </a:p>
          <a:p>
            <a:r>
              <a:rPr lang="en-SG" dirty="0"/>
              <a:t>This actually indicate the Direction of correlation.</a:t>
            </a:r>
          </a:p>
          <a:p>
            <a:endParaRPr lang="en-SG" dirty="0"/>
          </a:p>
          <a:p>
            <a:r>
              <a:rPr lang="en-SG" dirty="0"/>
              <a:t>Student nee to understand what it means by positive correlated or negative correlated.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6010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For all 3, we can see they are negatively correlated. (click)</a:t>
            </a:r>
          </a:p>
          <a:p>
            <a:r>
              <a:rPr lang="en-SG" dirty="0"/>
              <a:t>But which one is Strongly correlated?</a:t>
            </a:r>
          </a:p>
          <a:p>
            <a:r>
              <a:rPr lang="en-SG" dirty="0"/>
              <a:t>(click) to reveal the answer.</a:t>
            </a:r>
          </a:p>
          <a:p>
            <a:endParaRPr lang="en-SG" dirty="0"/>
          </a:p>
          <a:p>
            <a:r>
              <a:rPr lang="en-SG" dirty="0"/>
              <a:t>The correlation may be in the same direction, but their strength may be different.</a:t>
            </a:r>
          </a:p>
          <a:p>
            <a:r>
              <a:rPr lang="en-SG" dirty="0"/>
              <a:t>Strength is measure of how close are the points near to the projected linear line.</a:t>
            </a:r>
          </a:p>
          <a:p>
            <a:r>
              <a:rPr lang="en-SG" dirty="0"/>
              <a:t>There is a calculation for the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3342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DEE0-EFC6-718A-9D48-072A0738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F1054-9B40-FDFE-F860-786C4BC90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C3110-E0DA-1150-3035-260E0D42A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Other from drawing the correlation from the scatter plot, there is a calculation to determine the linear correlation coefficient.</a:t>
            </a:r>
          </a:p>
          <a:p>
            <a:r>
              <a:rPr lang="en-SG" dirty="0"/>
              <a:t>No need to memorise this formula (not tested).  But, you need to know how to interpret the </a:t>
            </a:r>
            <a:r>
              <a:rPr lang="en-SG" dirty="0" err="1"/>
              <a:t>r-value</a:t>
            </a:r>
            <a:r>
              <a:rPr lang="en-SG" dirty="0"/>
              <a:t>.</a:t>
            </a:r>
          </a:p>
          <a:p>
            <a:r>
              <a:rPr lang="en-SG" dirty="0"/>
              <a:t>r is the linear correlation coefficient.</a:t>
            </a:r>
          </a:p>
          <a:p>
            <a:endParaRPr lang="en-SG" dirty="0"/>
          </a:p>
          <a:p>
            <a:r>
              <a:rPr lang="en-SG" dirty="0"/>
              <a:t>The </a:t>
            </a:r>
            <a:r>
              <a:rPr lang="en-SG" dirty="0" err="1"/>
              <a:t>r-value</a:t>
            </a:r>
            <a:r>
              <a:rPr lang="en-SG" dirty="0"/>
              <a:t> indicates the strength of the correlation.</a:t>
            </a:r>
          </a:p>
          <a:p>
            <a:r>
              <a:rPr lang="en-SG" dirty="0" err="1"/>
              <a:t>r-value</a:t>
            </a:r>
            <a:r>
              <a:rPr lang="en-SG" dirty="0"/>
              <a:t> &gt; 0.7 is consider strong</a:t>
            </a:r>
          </a:p>
          <a:p>
            <a:endParaRPr lang="en-SG" dirty="0"/>
          </a:p>
          <a:p>
            <a:r>
              <a:rPr lang="en-SG" dirty="0" err="1"/>
              <a:t>Exaple</a:t>
            </a:r>
            <a:r>
              <a:rPr lang="en-SG" dirty="0"/>
              <a:t> -0.7 and 0.7 are strong correlation.</a:t>
            </a:r>
          </a:p>
          <a:p>
            <a:r>
              <a:rPr lang="en-SG" dirty="0"/>
              <a:t>-0.3 and 0.3 are weak correlation.</a:t>
            </a:r>
          </a:p>
          <a:p>
            <a:endParaRPr lang="en-SG" dirty="0"/>
          </a:p>
          <a:p>
            <a:r>
              <a:rPr lang="en-SG" dirty="0"/>
              <a:t>For this subject, you just need to be aware there is a formula to calculate the </a:t>
            </a:r>
            <a:r>
              <a:rPr lang="en-SG" dirty="0" err="1"/>
              <a:t>r-value</a:t>
            </a:r>
            <a:r>
              <a:rPr lang="en-SG" dirty="0"/>
              <a:t>, involving the standard deviation of the 2 variables.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869E-D223-2E7A-E075-554F85C92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7698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SG" dirty="0" err="1"/>
              <a:t>ake</a:t>
            </a:r>
            <a:r>
              <a:rPr lang="en-SG" dirty="0"/>
              <a:t> note that this is calculation of how strong are the data points falling on a linear trend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7579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r &gt; 0.7 or r &lt; -0.7 are consider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3008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What is the scatter plot look like at different </a:t>
            </a:r>
            <a:r>
              <a:rPr lang="en-SG" dirty="0" err="1"/>
              <a:t>r-value</a:t>
            </a:r>
            <a:r>
              <a:rPr lang="en-SG" dirty="0"/>
              <a:t>?</a:t>
            </a:r>
          </a:p>
          <a:p>
            <a:r>
              <a:rPr lang="en-SG" dirty="0"/>
              <a:t>This is a silent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7181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Student go through the steps in workbook</a:t>
            </a:r>
          </a:p>
        </p:txBody>
      </p:sp>
    </p:spTree>
    <p:extLst>
      <p:ext uri="{BB962C8B-B14F-4D97-AF65-F5344CB8AC3E}">
        <p14:creationId xmlns:p14="http://schemas.microsoft.com/office/powerpoint/2010/main" val="2235548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Short break of 15 min.</a:t>
            </a:r>
          </a:p>
          <a:p>
            <a:r>
              <a:rPr lang="en-SG" dirty="0"/>
              <a:t>After the break, we will proceed with probability.</a:t>
            </a:r>
          </a:p>
          <a:p>
            <a:r>
              <a:rPr lang="en-SG" dirty="0"/>
              <a:t>Analysing categorical function.</a:t>
            </a:r>
          </a:p>
        </p:txBody>
      </p:sp>
    </p:spTree>
    <p:extLst>
      <p:ext uri="{BB962C8B-B14F-4D97-AF65-F5344CB8AC3E}">
        <p14:creationId xmlns:p14="http://schemas.microsoft.com/office/powerpoint/2010/main" val="1899466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there is a “workspace”.</a:t>
            </a:r>
          </a:p>
          <a:p>
            <a:r>
              <a:rPr lang="en-US" dirty="0"/>
              <a:t>Set the “workspace” to “</a:t>
            </a:r>
            <a:r>
              <a:rPr lang="en-US" dirty="0" err="1"/>
              <a:t>MyDivs</a:t>
            </a:r>
            <a:r>
              <a:rPr lang="en-US" dirty="0"/>
              <a:t>”</a:t>
            </a:r>
          </a:p>
          <a:p>
            <a:r>
              <a:rPr lang="en-US" dirty="0"/>
              <a:t>Explain the navigation icon on the left:</a:t>
            </a:r>
          </a:p>
          <a:p>
            <a:r>
              <a:rPr lang="en-US" dirty="0"/>
              <a:t>Info</a:t>
            </a:r>
          </a:p>
          <a:p>
            <a:r>
              <a:rPr lang="en-US" dirty="0"/>
              <a:t>Node</a:t>
            </a:r>
          </a:p>
          <a:p>
            <a:r>
              <a:rPr lang="en-US" dirty="0"/>
              <a:t>Explorer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2464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0323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9D78-4BA9-B816-D68F-B9B9DC4F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FE736-FEE0-B63D-E0C4-D8EF035A0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9E1F2-6377-D304-5BF5-249ECF8BA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interpret the Correlation Matrix</a:t>
            </a:r>
          </a:p>
          <a:p>
            <a:r>
              <a:rPr lang="en-US" dirty="0"/>
              <a:t>Dark Red is high negative</a:t>
            </a:r>
          </a:p>
          <a:p>
            <a:r>
              <a:rPr lang="en-US" dirty="0"/>
              <a:t>Pink – weak negative</a:t>
            </a:r>
          </a:p>
          <a:p>
            <a:endParaRPr lang="en-US" dirty="0"/>
          </a:p>
          <a:p>
            <a:r>
              <a:rPr lang="en-US" dirty="0"/>
              <a:t>Dark blue – highly positive</a:t>
            </a:r>
          </a:p>
          <a:p>
            <a:r>
              <a:rPr lang="en-US" dirty="0"/>
              <a:t>Light blue – weak positive</a:t>
            </a:r>
          </a:p>
          <a:p>
            <a:endParaRPr lang="en-US" dirty="0"/>
          </a:p>
          <a:p>
            <a:r>
              <a:rPr lang="en-US" dirty="0"/>
              <a:t>What insights can we gather?</a:t>
            </a:r>
          </a:p>
          <a:p>
            <a:r>
              <a:rPr lang="en-US" dirty="0"/>
              <a:t>When </a:t>
            </a:r>
            <a:r>
              <a:rPr lang="en-US" dirty="0" err="1"/>
              <a:t>EU_Sales</a:t>
            </a:r>
            <a:r>
              <a:rPr lang="en-US" dirty="0"/>
              <a:t> is high, we can expect </a:t>
            </a:r>
            <a:r>
              <a:rPr lang="en-US" dirty="0" err="1"/>
              <a:t>Other_Sales</a:t>
            </a:r>
            <a:r>
              <a:rPr lang="en-US" dirty="0"/>
              <a:t> is also high.</a:t>
            </a:r>
          </a:p>
        </p:txBody>
      </p:sp>
    </p:spTree>
    <p:extLst>
      <p:ext uri="{BB962C8B-B14F-4D97-AF65-F5344CB8AC3E}">
        <p14:creationId xmlns:p14="http://schemas.microsoft.com/office/powerpoint/2010/main" val="2944461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4170-D413-E32A-AF7B-7D6806F8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78340-CF83-9C40-B0C7-591D07783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89741-5A13-F5BA-74A8-8B03E2BFA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interpret the Correlation Matrix</a:t>
            </a:r>
          </a:p>
          <a:p>
            <a:r>
              <a:rPr lang="en-US" dirty="0"/>
              <a:t>Dark Red is high negative</a:t>
            </a:r>
          </a:p>
          <a:p>
            <a:r>
              <a:rPr lang="en-US" dirty="0"/>
              <a:t>Pink – weak negative</a:t>
            </a:r>
          </a:p>
          <a:p>
            <a:endParaRPr lang="en-US" dirty="0"/>
          </a:p>
          <a:p>
            <a:r>
              <a:rPr lang="en-US" dirty="0"/>
              <a:t>Dark blue – highly positive</a:t>
            </a:r>
          </a:p>
          <a:p>
            <a:r>
              <a:rPr lang="en-US" dirty="0"/>
              <a:t>Light blue – weak positive</a:t>
            </a:r>
          </a:p>
          <a:p>
            <a:endParaRPr lang="en-US" dirty="0"/>
          </a:p>
          <a:p>
            <a:r>
              <a:rPr lang="en-US" dirty="0"/>
              <a:t>What insights can we gather?</a:t>
            </a:r>
          </a:p>
          <a:p>
            <a:r>
              <a:rPr lang="en-US" dirty="0"/>
              <a:t>When </a:t>
            </a:r>
            <a:r>
              <a:rPr lang="en-US" dirty="0" err="1"/>
              <a:t>EU_Sales</a:t>
            </a:r>
            <a:r>
              <a:rPr lang="en-US" dirty="0"/>
              <a:t> is high, we can expect </a:t>
            </a:r>
            <a:r>
              <a:rPr lang="en-US" dirty="0" err="1"/>
              <a:t>Other_Sales</a:t>
            </a:r>
            <a:r>
              <a:rPr lang="en-US" dirty="0"/>
              <a:t> is also high.</a:t>
            </a:r>
          </a:p>
        </p:txBody>
      </p:sp>
    </p:spTree>
    <p:extLst>
      <p:ext uri="{BB962C8B-B14F-4D97-AF65-F5344CB8AC3E}">
        <p14:creationId xmlns:p14="http://schemas.microsoft.com/office/powerpoint/2010/main" val="2102965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DF848-55D0-A85D-1E23-E69C578F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3A3DC-CF39-CA7D-19DC-93E36D561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843AB-444D-E741-267D-96BF151AE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interpret the Correlation Matrix</a:t>
            </a:r>
          </a:p>
          <a:p>
            <a:r>
              <a:rPr lang="en-US" dirty="0"/>
              <a:t>Dark Red is high negative</a:t>
            </a:r>
          </a:p>
          <a:p>
            <a:r>
              <a:rPr lang="en-US" dirty="0"/>
              <a:t>Pink – weak negative</a:t>
            </a:r>
          </a:p>
          <a:p>
            <a:endParaRPr lang="en-US" dirty="0"/>
          </a:p>
          <a:p>
            <a:r>
              <a:rPr lang="en-US" dirty="0"/>
              <a:t>Dark blue – highly positive</a:t>
            </a:r>
          </a:p>
          <a:p>
            <a:r>
              <a:rPr lang="en-US" dirty="0"/>
              <a:t>Light blue – weak positive</a:t>
            </a:r>
          </a:p>
          <a:p>
            <a:endParaRPr lang="en-US" dirty="0"/>
          </a:p>
          <a:p>
            <a:r>
              <a:rPr lang="en-US" dirty="0"/>
              <a:t>What insights can we gather?</a:t>
            </a:r>
          </a:p>
          <a:p>
            <a:r>
              <a:rPr lang="en-US" dirty="0"/>
              <a:t>When </a:t>
            </a:r>
            <a:r>
              <a:rPr lang="en-US" dirty="0" err="1"/>
              <a:t>EU_Sales</a:t>
            </a:r>
            <a:r>
              <a:rPr lang="en-US" dirty="0"/>
              <a:t> is high, we can expect </a:t>
            </a:r>
            <a:r>
              <a:rPr lang="en-US" dirty="0" err="1"/>
              <a:t>Other_Sales</a:t>
            </a:r>
            <a:r>
              <a:rPr lang="en-US" dirty="0"/>
              <a:t> is also high.</a:t>
            </a:r>
          </a:p>
        </p:txBody>
      </p:sp>
    </p:spTree>
    <p:extLst>
      <p:ext uri="{BB962C8B-B14F-4D97-AF65-F5344CB8AC3E}">
        <p14:creationId xmlns:p14="http://schemas.microsoft.com/office/powerpoint/2010/main" val="4010381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7EF84-0423-0538-50B0-A7A0D5DB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37B5B-58B4-D089-CD01-02B8A202F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17A-3227-1105-51C2-52F24FF9D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interpret the Correlation Matrix</a:t>
            </a:r>
          </a:p>
          <a:p>
            <a:r>
              <a:rPr lang="en-US" dirty="0"/>
              <a:t>Dark Red is high negative</a:t>
            </a:r>
          </a:p>
          <a:p>
            <a:r>
              <a:rPr lang="en-US" dirty="0"/>
              <a:t>Pink – weak negative</a:t>
            </a:r>
          </a:p>
          <a:p>
            <a:endParaRPr lang="en-US" dirty="0"/>
          </a:p>
          <a:p>
            <a:r>
              <a:rPr lang="en-US" dirty="0"/>
              <a:t>Dark blue – highly positive</a:t>
            </a:r>
          </a:p>
          <a:p>
            <a:r>
              <a:rPr lang="en-US" dirty="0"/>
              <a:t>Light blue – weak positive</a:t>
            </a:r>
          </a:p>
          <a:p>
            <a:endParaRPr lang="en-US" dirty="0"/>
          </a:p>
          <a:p>
            <a:r>
              <a:rPr lang="en-US" dirty="0"/>
              <a:t>What insights can we gather?</a:t>
            </a:r>
          </a:p>
          <a:p>
            <a:r>
              <a:rPr lang="en-US" dirty="0"/>
              <a:t>When </a:t>
            </a:r>
            <a:r>
              <a:rPr lang="en-US" dirty="0" err="1"/>
              <a:t>EU_Sales</a:t>
            </a:r>
            <a:r>
              <a:rPr lang="en-US" dirty="0"/>
              <a:t> is high, we can expect </a:t>
            </a:r>
            <a:r>
              <a:rPr lang="en-US" dirty="0" err="1"/>
              <a:t>Other_Sales</a:t>
            </a:r>
            <a:r>
              <a:rPr lang="en-US" dirty="0"/>
              <a:t> is also high.</a:t>
            </a:r>
          </a:p>
        </p:txBody>
      </p:sp>
    </p:spTree>
    <p:extLst>
      <p:ext uri="{BB962C8B-B14F-4D97-AF65-F5344CB8AC3E}">
        <p14:creationId xmlns:p14="http://schemas.microsoft.com/office/powerpoint/2010/main" val="1477647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covered all the statistical analysis to explore the data.</a:t>
            </a:r>
          </a:p>
          <a:p>
            <a:r>
              <a:rPr lang="en-US" dirty="0"/>
              <a:t>Using this exercise, to walk through with the students, what they need to do when given a data set, how should they go about exploring.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68290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CSV file, and study what the file is about.</a:t>
            </a:r>
          </a:p>
          <a:p>
            <a:r>
              <a:rPr lang="en-US" dirty="0"/>
              <a:t>Refer to the lab workbook, to answer the questions.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56974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184318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14EF-DA63-9001-0862-8637EC2D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904DB-DC7B-C7D2-A92F-182C42A2A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7DA76-4B2C-A959-3989-7308D41E3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we started with a question in mind.  Or is called Investigative questions in our project.</a:t>
            </a:r>
          </a:p>
          <a:p>
            <a:r>
              <a:rPr lang="en-US" dirty="0"/>
              <a:t>You can open this question to the students, and see what method they will propose.</a:t>
            </a:r>
          </a:p>
          <a:p>
            <a:r>
              <a:rPr lang="en-US" dirty="0"/>
              <a:t>From question to insight.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014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we started with a question in mind.  Or is called Investigative questions in our project.</a:t>
            </a:r>
          </a:p>
          <a:p>
            <a:r>
              <a:rPr lang="en-US" dirty="0"/>
              <a:t>You can open this question to the students, and see what method they will propose.</a:t>
            </a:r>
          </a:p>
          <a:p>
            <a:endParaRPr lang="en-US" dirty="0"/>
          </a:p>
          <a:p>
            <a:r>
              <a:rPr lang="en-US" dirty="0"/>
              <a:t>We are interested n the sales from each region: NA, EU, SP, or Others</a:t>
            </a:r>
          </a:p>
          <a:p>
            <a:endParaRPr lang="en-US" dirty="0"/>
          </a:p>
          <a:p>
            <a:r>
              <a:rPr lang="en-US" dirty="0"/>
              <a:t>We can compare the median sale for these 4 regions</a:t>
            </a:r>
          </a:p>
          <a:p>
            <a:r>
              <a:rPr lang="en-US" dirty="0"/>
              <a:t>Should we compare the SUM of sales from each region?</a:t>
            </a:r>
          </a:p>
          <a:p>
            <a:r>
              <a:rPr lang="en-US" dirty="0"/>
              <a:t>The higher the SUM, means the best performance? Yes. </a:t>
            </a:r>
          </a:p>
          <a:p>
            <a:endParaRPr lang="en-US" dirty="0"/>
          </a:p>
          <a:p>
            <a:r>
              <a:rPr lang="en-US" dirty="0"/>
              <a:t>What about the Mean and Median? They give the Central Tendency. YES.</a:t>
            </a:r>
          </a:p>
          <a:p>
            <a:r>
              <a:rPr lang="en-US" dirty="0"/>
              <a:t>What about SD? It tells the variability of the data, whether the spread is wide or narrow? YES.</a:t>
            </a:r>
          </a:p>
          <a:p>
            <a:endParaRPr lang="en-US" dirty="0"/>
          </a:p>
          <a:p>
            <a:r>
              <a:rPr lang="en-US" dirty="0"/>
              <a:t>Next, let’s see how to find out these statistics from KNIME.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754212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DAFA3-DBA4-ADA0-417B-2BC127FFF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6DEB9-3816-857E-1617-A7B5266A9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EDF48-5B56-415A-F303-8C9B0AB10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use any of the Statistics node.</a:t>
            </a:r>
          </a:p>
          <a:p>
            <a:r>
              <a:rPr lang="en-US" dirty="0"/>
              <a:t>For this example, I will use the Statistics View, as the presentation is clearer.</a:t>
            </a:r>
          </a:p>
          <a:p>
            <a:r>
              <a:rPr lang="en-US" dirty="0"/>
              <a:t>Configure the Statistics to show </a:t>
            </a:r>
          </a:p>
          <a:p>
            <a:r>
              <a:rPr lang="en-US" dirty="0"/>
              <a:t>Mean, Median, Sum, SD</a:t>
            </a:r>
          </a:p>
          <a:p>
            <a:endParaRPr lang="en-US" dirty="0"/>
          </a:p>
          <a:p>
            <a:r>
              <a:rPr lang="en-US" dirty="0"/>
              <a:t>Describe what you observe?</a:t>
            </a:r>
          </a:p>
          <a:p>
            <a:r>
              <a:rPr lang="en-US" dirty="0" err="1"/>
              <a:t>NA_Sales</a:t>
            </a:r>
            <a:r>
              <a:rPr lang="en-US" dirty="0"/>
              <a:t> (Sale from North American Region) has the highest sale in terms of total, average and median.</a:t>
            </a:r>
          </a:p>
          <a:p>
            <a:r>
              <a:rPr lang="en-US" dirty="0"/>
              <a:t>However, it also shows the highest Standard Deviation. This means, some times sale can be quite low, and sometime can be much higher than the average 0.216 Million.</a:t>
            </a:r>
          </a:p>
          <a:p>
            <a:r>
              <a:rPr lang="en-US" dirty="0"/>
              <a:t>50% of the time, the </a:t>
            </a:r>
            <a:r>
              <a:rPr lang="en-US" dirty="0" err="1"/>
              <a:t>NA_Sales</a:t>
            </a:r>
            <a:r>
              <a:rPr lang="en-US" dirty="0"/>
              <a:t> e 0.05 Millions.</a:t>
            </a:r>
          </a:p>
          <a:p>
            <a:endParaRPr lang="en-US" dirty="0"/>
          </a:p>
          <a:p>
            <a:r>
              <a:rPr lang="en-US" dirty="0" err="1"/>
              <a:t>Other_Sales</a:t>
            </a:r>
            <a:r>
              <a:rPr lang="en-US" dirty="0"/>
              <a:t> has the lowest SD.  Many sales are close to the 0.052 million average.</a:t>
            </a:r>
          </a:p>
          <a:p>
            <a:endParaRPr lang="en-US" dirty="0"/>
          </a:p>
          <a:p>
            <a:r>
              <a:rPr lang="en-US" dirty="0"/>
              <a:t>We can conclude that </a:t>
            </a:r>
            <a:r>
              <a:rPr lang="en-US" dirty="0" err="1"/>
              <a:t>NA_Sales</a:t>
            </a:r>
            <a:r>
              <a:rPr lang="en-US" dirty="0"/>
              <a:t> is performing better.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174326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2 ways:</a:t>
            </a:r>
          </a:p>
          <a:p>
            <a:r>
              <a:rPr lang="en-US" dirty="0"/>
              <a:t>Using Pearson Correlation Coefficient formula</a:t>
            </a:r>
          </a:p>
          <a:p>
            <a:r>
              <a:rPr lang="en-US" dirty="0"/>
              <a:t>Or create the scatter plot for each pairs</a:t>
            </a:r>
          </a:p>
          <a:p>
            <a:endParaRPr lang="en-US" dirty="0"/>
          </a:p>
          <a:p>
            <a:r>
              <a:rPr lang="en-US" dirty="0"/>
              <a:t>Here, we introduce the Linear Correlation Node from KNIME.</a:t>
            </a:r>
          </a:p>
        </p:txBody>
      </p:sp>
    </p:spTree>
    <p:extLst>
      <p:ext uri="{BB962C8B-B14F-4D97-AF65-F5344CB8AC3E}">
        <p14:creationId xmlns:p14="http://schemas.microsoft.com/office/powerpoint/2010/main" val="7059873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F955-B9D4-5950-742E-5B6242ADF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1247E-5534-FB68-D95A-55541AAF6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32C1C-077C-F611-0FE9-253CD488C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2 ways:</a:t>
            </a:r>
          </a:p>
          <a:p>
            <a:r>
              <a:rPr lang="en-US" dirty="0"/>
              <a:t>Using Pearson Correlation Coefficient formula</a:t>
            </a:r>
          </a:p>
          <a:p>
            <a:r>
              <a:rPr lang="en-US" dirty="0"/>
              <a:t>Or create the scatter plot for each pairs</a:t>
            </a:r>
          </a:p>
          <a:p>
            <a:endParaRPr lang="en-US" dirty="0"/>
          </a:p>
          <a:p>
            <a:r>
              <a:rPr lang="en-US" dirty="0"/>
              <a:t>Here, we introduce the Linear Correlation Node from KNIME.</a:t>
            </a:r>
          </a:p>
        </p:txBody>
      </p:sp>
    </p:spTree>
    <p:extLst>
      <p:ext uri="{BB962C8B-B14F-4D97-AF65-F5344CB8AC3E}">
        <p14:creationId xmlns:p14="http://schemas.microsoft.com/office/powerpoint/2010/main" val="27324319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3C06-F590-47EF-4B60-FAECC98C4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FAA87-AC77-F7F9-6E70-195CE91D3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5D64F-1EFA-81E9-21D8-C52074604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interpret the Correlation Matrix</a:t>
            </a:r>
          </a:p>
          <a:p>
            <a:r>
              <a:rPr lang="en-US" dirty="0"/>
              <a:t>Dark Red is high negative</a:t>
            </a:r>
          </a:p>
          <a:p>
            <a:r>
              <a:rPr lang="en-US" dirty="0"/>
              <a:t>Pink – weak negative</a:t>
            </a:r>
          </a:p>
          <a:p>
            <a:endParaRPr lang="en-US" dirty="0"/>
          </a:p>
          <a:p>
            <a:r>
              <a:rPr lang="en-US" dirty="0"/>
              <a:t>Dark blue – highly positive</a:t>
            </a:r>
          </a:p>
          <a:p>
            <a:r>
              <a:rPr lang="en-US" dirty="0"/>
              <a:t>Light blue – weak positive</a:t>
            </a:r>
          </a:p>
          <a:p>
            <a:endParaRPr lang="en-US" dirty="0"/>
          </a:p>
          <a:p>
            <a:r>
              <a:rPr lang="en-US" dirty="0"/>
              <a:t>What insights can we gather?</a:t>
            </a:r>
          </a:p>
          <a:p>
            <a:r>
              <a:rPr lang="en-US" dirty="0"/>
              <a:t>When </a:t>
            </a:r>
            <a:r>
              <a:rPr lang="en-US" dirty="0" err="1"/>
              <a:t>EU_Sales</a:t>
            </a:r>
            <a:r>
              <a:rPr lang="en-US" dirty="0"/>
              <a:t> is high, we can expect </a:t>
            </a:r>
            <a:r>
              <a:rPr lang="en-US" dirty="0" err="1"/>
              <a:t>Other_Sales</a:t>
            </a:r>
            <a:r>
              <a:rPr lang="en-US" dirty="0"/>
              <a:t> is also high.</a:t>
            </a:r>
          </a:p>
        </p:txBody>
      </p:sp>
    </p:spTree>
    <p:extLst>
      <p:ext uri="{BB962C8B-B14F-4D97-AF65-F5344CB8AC3E}">
        <p14:creationId xmlns:p14="http://schemas.microsoft.com/office/powerpoint/2010/main" val="29273946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56308-3FEF-1998-15D7-AC8D6D8A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BCA52-F2B4-ECD5-E66C-8A5B279EE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EC0AE-8C29-18EE-D13E-F5C584CC1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KNIME also calculate the Pearson Linear Correlation Coefficient.</a:t>
            </a:r>
          </a:p>
          <a:p>
            <a:r>
              <a:rPr lang="en-US" dirty="0"/>
              <a:t>You can view the </a:t>
            </a:r>
            <a:r>
              <a:rPr lang="en-US" dirty="0" err="1"/>
              <a:t>r-value</a:t>
            </a:r>
            <a:r>
              <a:rPr lang="en-US" dirty="0"/>
              <a:t> from the table result of Linear Correlation node.</a:t>
            </a:r>
          </a:p>
          <a:p>
            <a:r>
              <a:rPr lang="en-US" dirty="0"/>
              <a:t>You can also sort the values to show the highest positive at the top.</a:t>
            </a:r>
          </a:p>
        </p:txBody>
      </p:sp>
    </p:spTree>
    <p:extLst>
      <p:ext uri="{BB962C8B-B14F-4D97-AF65-F5344CB8AC3E}">
        <p14:creationId xmlns:p14="http://schemas.microsoft.com/office/powerpoint/2010/main" val="9639470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who still remember how to create the scatter plot.</a:t>
            </a:r>
          </a:p>
          <a:p>
            <a:r>
              <a:rPr lang="en-US" dirty="0"/>
              <a:t>Class Participation marks.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701822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video illustrate how data analysis was performed on the Video Game data set.</a:t>
            </a:r>
          </a:p>
          <a:p>
            <a:r>
              <a:rPr lang="en-US" dirty="0"/>
              <a:t>This author has his own investigative questions.</a:t>
            </a:r>
          </a:p>
          <a:p>
            <a:r>
              <a:rPr lang="en-US" dirty="0"/>
              <a:t>With the same data, different people can focus on various variables, and generate insights base on his/her investigative questions.</a:t>
            </a:r>
          </a:p>
          <a:p>
            <a:r>
              <a:rPr lang="en-US" dirty="0"/>
              <a:t>Right questions mean as long as the questions can be answered from the data.  </a:t>
            </a:r>
          </a:p>
          <a:p>
            <a:r>
              <a:rPr lang="en-US" dirty="0"/>
              <a:t>There is no model questions.</a:t>
            </a:r>
          </a:p>
          <a:p>
            <a:r>
              <a:rPr lang="en-US" dirty="0"/>
              <a:t>You can generate different questions.</a:t>
            </a:r>
          </a:p>
          <a:p>
            <a:r>
              <a:rPr lang="en-US" dirty="0"/>
              <a:t>Hence, for student project, you may be sharing the same data set, but should not share the same investigative questions.</a:t>
            </a:r>
          </a:p>
          <a:p>
            <a:r>
              <a:rPr lang="en-US" dirty="0"/>
              <a:t>Students can discuss but should not </a:t>
            </a:r>
            <a:r>
              <a:rPr lang="en-US" dirty="0" err="1"/>
              <a:t>shae</a:t>
            </a:r>
            <a:r>
              <a:rPr lang="en-US" dirty="0"/>
              <a:t> the same questions.  It will not be considered “very good” grading.</a:t>
            </a:r>
          </a:p>
          <a:p>
            <a:r>
              <a:rPr lang="en-US" dirty="0"/>
              <a:t>But, can pass.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026850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The chart shows the variable, height.</a:t>
            </a:r>
          </a:p>
          <a:p>
            <a:r>
              <a:rPr lang="en-SG" dirty="0"/>
              <a:t>What insights can we gather from this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42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2777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22B6-20AC-42CC-9D39-75A7D6128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46043-6B12-4760-94AA-FC6E1AA2F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9CC6A-47DD-4DDB-BFBB-3C78817F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7ACFD6-E1AA-4059-8698-20A3706CE4BC}" type="datetime1">
              <a:rPr lang="en-US" smtClean="0"/>
              <a:t>21/05/2025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A9135-6A7E-44AD-8D04-03C2727AD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402DD-73B0-4F37-ADA3-F8D9480D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5029" y="6356350"/>
            <a:ext cx="2743200" cy="365125"/>
          </a:xfrm>
        </p:spPr>
        <p:txBody>
          <a:bodyPr/>
          <a:lstStyle/>
          <a:p>
            <a:pPr>
              <a:defRPr/>
            </a:pPr>
            <a:fld id="{9FD91EFE-98B8-408A-8858-67065B4C71B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643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6152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936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40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8901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680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2633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67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677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4473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2485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7401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271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3722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9882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2839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4794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7477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48894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98856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43283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3544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3340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061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39668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35182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404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15794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3356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69608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1916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6368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17705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17514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4982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0803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35918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7244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4420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67762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1794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34867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2965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1297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57224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63313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269974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0EC-BD52-46BC-9380-53634AD0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8B0-7ADB-47F9-9E9B-8E5D78A4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A6C2-752D-4651-87F1-6FEE133C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D051-670F-4266-91E8-15A68D47C14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FB0D-3709-46FD-923D-EFECB6C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2DF7-93E1-471C-B531-4E306A65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87069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AA77A-ED3C-4142-9D98-BD76C571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351E2-7D70-4244-B217-1CC14E1B7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316A4-E783-4B6A-ADE8-1623DCCF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693F69-E8B1-48DC-A4E2-82624776F0CA}" type="datetime1">
              <a:rPr lang="en-US" smtClean="0"/>
              <a:t>21/05/2025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99864-C3C6-4121-80D0-262306D55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81144-6CFE-4C8E-B57C-BA3F97C4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8750" y="6356350"/>
            <a:ext cx="2743200" cy="365125"/>
          </a:xfrm>
        </p:spPr>
        <p:txBody>
          <a:bodyPr/>
          <a:lstStyle/>
          <a:p>
            <a:pPr>
              <a:defRPr/>
            </a:pPr>
            <a:fld id="{07D44743-9B6A-40B5-9908-38FB6FB1F4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5791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2A63-C882-4625-9113-304AA3A66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41907-ECE9-476C-B0FA-44EA1BF2A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939D7-68B9-49D2-9931-67810548A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EF251-E2D0-4618-A298-8F1C2731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888393-C044-44B3-862C-C6DE42A6B0F3}" type="datetime1">
              <a:rPr lang="en-US" smtClean="0"/>
              <a:t>21/05/2025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DE6EF-F269-4476-82F6-1B80957B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6CC0A-20A9-4880-9B5B-FC8252C1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800" y="6356350"/>
            <a:ext cx="2743200" cy="365125"/>
          </a:xfrm>
        </p:spPr>
        <p:txBody>
          <a:bodyPr/>
          <a:lstStyle/>
          <a:p>
            <a:pPr>
              <a:defRPr/>
            </a:pPr>
            <a:fld id="{651BB884-5971-475B-828F-82A929C11FA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28220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53FBA-AABD-44C1-A28D-54FDAE6C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09374-EDD0-44F3-A85D-ABABD376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55A01-B356-4A22-A81C-61AAABEC1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AFD77F-43E7-47B9-B3F4-BD6CBC825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F64785-4438-4A0E-95E7-574CA51B9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5930A-7F3D-4FDA-94DF-D71E83DC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85355D-4D16-457B-BA18-6CCAA0A8FC63}" type="datetime1">
              <a:rPr lang="en-US" smtClean="0"/>
              <a:t>21/05/2025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0C93BC-7BD0-4B15-9F91-14A968F6B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DC3894-89FC-4CEE-A399-EB942E41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356349"/>
            <a:ext cx="2743200" cy="365125"/>
          </a:xfrm>
        </p:spPr>
        <p:txBody>
          <a:bodyPr/>
          <a:lstStyle/>
          <a:p>
            <a:pPr>
              <a:defRPr/>
            </a:pPr>
            <a:fld id="{5AAA7523-B928-41F6-9DBB-A86FE67F7ED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77597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C8E7-BAFC-4C18-91FF-D915D980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4B7B5-169D-4CA5-B687-E53BA96F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A1E1-5D46-43BA-8A0A-B00563D65873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18744-C28E-480F-9B48-5513B2CF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DD64-BAB4-4A11-8C2D-4A25C0E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250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C8E7-BAFC-4C18-91FF-D915D980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4B7B5-169D-4CA5-B687-E53BA96F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A1E1-5D46-43BA-8A0A-B00563D65873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18744-C28E-480F-9B48-5513B2CF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DD64-BAB4-4A11-8C2D-4A25C0E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44648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C8E7-BAFC-4C18-91FF-D915D980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4B7B5-169D-4CA5-B687-E53BA96F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A1E1-5D46-43BA-8A0A-B00563D65873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18744-C28E-480F-9B48-5513B2CF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DD64-BAB4-4A11-8C2D-4A25C0E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33511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C8E7-BAFC-4C18-91FF-D915D980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4B7B5-169D-4CA5-B687-E53BA96F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A1E1-5D46-43BA-8A0A-B00563D65873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18744-C28E-480F-9B48-5513B2CF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DD64-BAB4-4A11-8C2D-4A25C0E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120195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C8E7-BAFC-4C18-91FF-D915D980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4B7B5-169D-4CA5-B687-E53BA96F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A1E1-5D46-43BA-8A0A-B00563D65873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18744-C28E-480F-9B48-5513B2CF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DD64-BAB4-4A11-8C2D-4A25C0E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50892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C8E7-BAFC-4C18-91FF-D915D980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4B7B5-169D-4CA5-B687-E53BA96F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A1E1-5D46-43BA-8A0A-B00563D65873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18744-C28E-480F-9B48-5513B2CF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DD64-BAB4-4A11-8C2D-4A25C0E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56501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C8E7-BAFC-4C18-91FF-D915D980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4B7B5-169D-4CA5-B687-E53BA96F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A1E1-5D46-43BA-8A0A-B00563D65873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18744-C28E-480F-9B48-5513B2CF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DD64-BAB4-4A11-8C2D-4A25C0E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08284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A14B4-B32E-4086-99E1-32126CEE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9EFA-A41A-4A98-A5DB-97939D69EA0A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F410A-76CF-4C5B-BE32-172A3C05A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FE04C-0D1E-4101-8F64-B3CE8045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369050"/>
            <a:ext cx="2743200" cy="365125"/>
          </a:xfrm>
        </p:spPr>
        <p:txBody>
          <a:bodyPr/>
          <a:lstStyle/>
          <a:p>
            <a:pPr>
              <a:defRPr/>
            </a:pPr>
            <a:fld id="{1D0179F5-DCB1-4C23-B311-7D862B4D157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83490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3339-06DC-433F-99D9-BCC7653C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ECE11-C6C9-4F73-93B3-30353AB2F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85465-B39A-416A-98FC-9A11FABC0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96302-0437-400E-8DED-35809A2D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A585D3-B523-40B9-9BDD-C9501ED14464}" type="datetime1">
              <a:rPr lang="en-US" smtClean="0"/>
              <a:t>21/05/2025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E70D1-BB52-46A9-A180-E1291AD5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E0054-31E5-4D97-9F55-2EBA8AC9E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50" y="6388100"/>
            <a:ext cx="2743200" cy="365125"/>
          </a:xfrm>
        </p:spPr>
        <p:txBody>
          <a:bodyPr/>
          <a:lstStyle/>
          <a:p>
            <a:pPr>
              <a:defRPr/>
            </a:pPr>
            <a:fld id="{0B9DB22C-FE2F-41D9-99AC-703F12FE9C8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39119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34024-60B8-4107-B01C-6E9B6967D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AA4A5-5605-426D-B080-CE7DEF52D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EA40F-48F5-495D-A163-88CBEEAEA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C28DE-A69D-42D0-AF7F-3BCF2846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45BDC4-7B9A-4FB5-A861-0F0535D8E4E7}" type="datetime1">
              <a:rPr lang="en-US" smtClean="0"/>
              <a:t>21/05/2025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8448C-DEA6-4A01-8E9D-BAF8C3C1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C2BEF-7000-4B5C-9CF1-1F0AC6AF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0" y="6356350"/>
            <a:ext cx="2743200" cy="365125"/>
          </a:xfrm>
        </p:spPr>
        <p:txBody>
          <a:bodyPr/>
          <a:lstStyle/>
          <a:p>
            <a:pPr>
              <a:defRPr/>
            </a:pPr>
            <a:fld id="{777A8671-BBE8-45B5-93F5-7050F2910BE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185751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EDF4-157E-4751-A16A-B93D83A5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33F1A-9403-4A08-8B2D-E1791E36D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F3463-F3F2-456A-8EF6-AD6C116A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2D831-7F4E-491F-8760-77D6ACF4E55A}" type="datetime1">
              <a:rPr lang="en-US" smtClean="0"/>
              <a:t>21/05/2025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F4CC-84E0-4F05-B802-0520442CF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AD8FB-354E-4F71-80FE-6E4FF7D3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8750" y="6356350"/>
            <a:ext cx="2743200" cy="365125"/>
          </a:xfrm>
        </p:spPr>
        <p:txBody>
          <a:bodyPr/>
          <a:lstStyle/>
          <a:p>
            <a:pPr>
              <a:defRPr/>
            </a:pPr>
            <a:fld id="{668CF266-5365-4920-B7F9-2BEBCD16613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570730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4F027-5625-4989-B9D9-5DF6413AA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E0D17-9648-4BE5-A61C-D7F247916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4FC04-575F-4E69-829B-344753027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E710AA-A422-4F99-8889-5B3406C04AF1}" type="datetime1">
              <a:rPr lang="en-US" smtClean="0"/>
              <a:t>21/05/2025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2BA0F-215A-4519-B393-1159C2E6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9D47A-5EAF-48A8-8341-6DA52E73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9BA593-D707-4A6A-92A7-70ADC55BB8D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62967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80329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987598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399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1522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519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84454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275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3340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747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40504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73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ags" Target="../tags/tag6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0F112D-33A9-4DC5-B1F1-0FE0203F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4089-A607-4465-9108-890FBA46D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5D55C-EE37-42BF-8C2A-8AD6FBF6F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D3984-579F-44E2-8D61-5ABC03D32366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05926-AACC-4301-955B-21C0EADB9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0614E-656F-48B3-AE1A-FC7DEC27B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843E029-5BC9-470E-B48F-959EF14A3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0600" y="6432709"/>
            <a:ext cx="2743200" cy="33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65"/>
    </p:custDataLst>
    <p:extLst>
      <p:ext uri="{BB962C8B-B14F-4D97-AF65-F5344CB8AC3E}">
        <p14:creationId xmlns:p14="http://schemas.microsoft.com/office/powerpoint/2010/main" val="78519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961" r:id="rId3"/>
    <p:sldLayoutId id="2147483960" r:id="rId4"/>
    <p:sldLayoutId id="2147483959" r:id="rId5"/>
    <p:sldLayoutId id="2147483958" r:id="rId6"/>
    <p:sldLayoutId id="2147483957" r:id="rId7"/>
    <p:sldLayoutId id="2147483956" r:id="rId8"/>
    <p:sldLayoutId id="2147483955" r:id="rId9"/>
    <p:sldLayoutId id="2147483954" r:id="rId10"/>
    <p:sldLayoutId id="2147483953" r:id="rId11"/>
    <p:sldLayoutId id="2147483949" r:id="rId12"/>
    <p:sldLayoutId id="2147483948" r:id="rId13"/>
    <p:sldLayoutId id="2147483947" r:id="rId14"/>
    <p:sldLayoutId id="2147483946" r:id="rId15"/>
    <p:sldLayoutId id="2147483945" r:id="rId16"/>
    <p:sldLayoutId id="2147483944" r:id="rId17"/>
    <p:sldLayoutId id="2147483943" r:id="rId18"/>
    <p:sldLayoutId id="2147483942" r:id="rId19"/>
    <p:sldLayoutId id="2147483941" r:id="rId20"/>
    <p:sldLayoutId id="2147483940" r:id="rId21"/>
    <p:sldLayoutId id="2147483939" r:id="rId22"/>
    <p:sldLayoutId id="2147483938" r:id="rId23"/>
    <p:sldLayoutId id="2147483937" r:id="rId24"/>
    <p:sldLayoutId id="2147483936" r:id="rId25"/>
    <p:sldLayoutId id="2147483932" r:id="rId26"/>
    <p:sldLayoutId id="2147483931" r:id="rId27"/>
    <p:sldLayoutId id="2147483930" r:id="rId28"/>
    <p:sldLayoutId id="2147483929" r:id="rId29"/>
    <p:sldLayoutId id="2147483928" r:id="rId30"/>
    <p:sldLayoutId id="2147483927" r:id="rId31"/>
    <p:sldLayoutId id="2147483926" r:id="rId32"/>
    <p:sldLayoutId id="2147483925" r:id="rId33"/>
    <p:sldLayoutId id="2147483924" r:id="rId34"/>
    <p:sldLayoutId id="2147483923" r:id="rId35"/>
    <p:sldLayoutId id="2147483922" r:id="rId36"/>
    <p:sldLayoutId id="2147483921" r:id="rId37"/>
    <p:sldLayoutId id="2147483920" r:id="rId38"/>
    <p:sldLayoutId id="2147483919" r:id="rId39"/>
    <p:sldLayoutId id="2147483918" r:id="rId40"/>
    <p:sldLayoutId id="2147483917" r:id="rId41"/>
    <p:sldLayoutId id="2147483916" r:id="rId42"/>
    <p:sldLayoutId id="2147483915" r:id="rId43"/>
    <p:sldLayoutId id="2147483914" r:id="rId44"/>
    <p:sldLayoutId id="2147483913" r:id="rId45"/>
    <p:sldLayoutId id="2147483912" r:id="rId46"/>
    <p:sldLayoutId id="2147483911" r:id="rId47"/>
    <p:sldLayoutId id="2147483910" r:id="rId48"/>
    <p:sldLayoutId id="2147483889" r:id="rId49"/>
    <p:sldLayoutId id="2147483890" r:id="rId50"/>
    <p:sldLayoutId id="2147483891" r:id="rId51"/>
    <p:sldLayoutId id="2147483892" r:id="rId52"/>
    <p:sldLayoutId id="2147483952" r:id="rId53"/>
    <p:sldLayoutId id="2147483951" r:id="rId54"/>
    <p:sldLayoutId id="2147483950" r:id="rId55"/>
    <p:sldLayoutId id="2147483935" r:id="rId56"/>
    <p:sldLayoutId id="2147483934" r:id="rId57"/>
    <p:sldLayoutId id="2147483933" r:id="rId58"/>
    <p:sldLayoutId id="2147483893" r:id="rId59"/>
    <p:sldLayoutId id="2147483894" r:id="rId60"/>
    <p:sldLayoutId id="2147483895" r:id="rId61"/>
    <p:sldLayoutId id="2147483896" r:id="rId62"/>
    <p:sldLayoutId id="2147483897" r:id="rId6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21/05/2025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2121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7073495-3652-4942-8925-25670E3181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6432709"/>
            <a:ext cx="2743200" cy="33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3"/>
    </p:custDataLst>
    <p:extLst>
      <p:ext uri="{BB962C8B-B14F-4D97-AF65-F5344CB8AC3E}">
        <p14:creationId xmlns:p14="http://schemas.microsoft.com/office/powerpoint/2010/main" val="92353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1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6" Type="http://schemas.openxmlformats.org/officeDocument/2006/relationships/slide" Target="slide41.xml"/><Relationship Id="rId5" Type="http://schemas.openxmlformats.org/officeDocument/2006/relationships/slide" Target="slide4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hyperlink" Target="https://data.gov.sg/datasets?query=historical+temperature+&amp;page=1&amp;resultId=d_03bb2eb67ad645d0188342fa74ad7066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4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Relationship Id="rId5" Type="http://schemas.openxmlformats.org/officeDocument/2006/relationships/image" Target="../media/image6.png"/><Relationship Id="rId4" Type="http://schemas.openxmlformats.org/officeDocument/2006/relationships/hyperlink" Target="https://www.transum.org/Maths/Activity/Scatter_Graphs/Plotting.as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Relationship Id="rId5" Type="http://schemas.openxmlformats.org/officeDocument/2006/relationships/image" Target="../media/image8.png"/><Relationship Id="rId4" Type="http://schemas.openxmlformats.org/officeDocument/2006/relationships/hyperlink" Target="https://youtu.be/x9llnUN-Bnw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7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80.xml"/><Relationship Id="rId4" Type="http://schemas.openxmlformats.org/officeDocument/2006/relationships/image" Target="../media/image1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8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82.xml"/><Relationship Id="rId4" Type="http://schemas.openxmlformats.org/officeDocument/2006/relationships/hyperlink" Target="https://youtu.be/cwc2JWqI6aQ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84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zahidmughal2343/video-games-sale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ideotp.ap.panopto.com/Panopto/Pages/Viewer.aspx?id=fe7754eb-debf-4aa4-92f4-b2ae0184fbd4" TargetMode="Externa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deotp.ap.panopto.com/Panopto/Pages/Viewer.aspx?id=a8619e11-9bf3-4793-b441-b2af0003b5ae" TargetMode="Externa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puKodFOolQw?si=936LFvi5mQ7SIVLY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65.xml"/><Relationship Id="rId1" Type="http://schemas.openxmlformats.org/officeDocument/2006/relationships/tags" Target="../tags/tag87.xml"/><Relationship Id="rId5" Type="http://schemas.openxmlformats.org/officeDocument/2006/relationships/image" Target="../media/image39.png"/><Relationship Id="rId4" Type="http://schemas.openxmlformats.org/officeDocument/2006/relationships/slide" Target="slide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69.xml"/><Relationship Id="rId1" Type="http://schemas.openxmlformats.org/officeDocument/2006/relationships/tags" Target="../tags/tag88.xml"/><Relationship Id="rId6" Type="http://schemas.openxmlformats.org/officeDocument/2006/relationships/slide" Target="slide2.xml"/><Relationship Id="rId5" Type="http://schemas.openxmlformats.org/officeDocument/2006/relationships/image" Target="../media/image40.png"/><Relationship Id="rId4" Type="http://schemas.openxmlformats.org/officeDocument/2006/relationships/hyperlink" Target="https://www.mathsisfun.com/data/histogram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B167-162F-4EF6-9E15-51AC6CEAC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r>
              <a:rPr lang="en-SG" sz="4800">
                <a:solidFill>
                  <a:schemeClr val="bg1"/>
                </a:solidFill>
              </a:rPr>
              <a:t>Weekly Task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9730BE-DB79-4744-9E79-5E817EDC0A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261168"/>
              </p:ext>
            </p:extLst>
          </p:nvPr>
        </p:nvGraphicFramePr>
        <p:xfrm>
          <a:off x="2636154" y="316938"/>
          <a:ext cx="8682365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7EB7C79-26A5-42A8-9F2C-A58D9D352DA7}"/>
              </a:ext>
            </a:extLst>
          </p:cNvPr>
          <p:cNvSpPr/>
          <p:nvPr/>
        </p:nvSpPr>
        <p:spPr>
          <a:xfrm>
            <a:off x="0" y="0"/>
            <a:ext cx="2379019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800" dirty="0"/>
              <a:t>Lesson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4716C-D5BA-4833-9D7B-907AB37823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8450" y="3265309"/>
            <a:ext cx="1156030" cy="107240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A951F-B85C-448E-A83E-7A18D5B1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085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AA3C-5A5D-4D88-8355-FC80C1F37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66800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SG" sz="3600" dirty="0">
                <a:solidFill>
                  <a:schemeClr val="bg1"/>
                </a:solidFill>
              </a:rPr>
              <a:t>Review: What did you Learn last week?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81C300-D816-4E47-983B-D7299697F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632784" y="1786187"/>
            <a:ext cx="7134225" cy="33096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73064E-4D90-4738-A4E7-CB84E8B1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617489" y="2616967"/>
            <a:ext cx="1803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hlinkClick r:id="rId5" action="ppaction://hlinksldjump"/>
              </a:rPr>
              <a:t>Histogram</a:t>
            </a:r>
            <a:endParaRPr lang="en-SG" sz="2800" b="1" dirty="0"/>
          </a:p>
        </p:txBody>
      </p:sp>
      <p:sp>
        <p:nvSpPr>
          <p:cNvPr id="7" name="Rectangular Callout 6"/>
          <p:cNvSpPr/>
          <p:nvPr/>
        </p:nvSpPr>
        <p:spPr>
          <a:xfrm>
            <a:off x="1251284" y="2328155"/>
            <a:ext cx="1852863" cy="1359568"/>
          </a:xfrm>
          <a:prstGeom prst="wedgeRectCallou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Callout 7"/>
          <p:cNvSpPr/>
          <p:nvPr/>
        </p:nvSpPr>
        <p:spPr>
          <a:xfrm>
            <a:off x="9484641" y="2328155"/>
            <a:ext cx="2069432" cy="1100845"/>
          </a:xfrm>
          <a:prstGeom prst="wedgeEllipseCallou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hlinkClick r:id="rId6" action="ppaction://hlinksldjump"/>
          </p:cNvPr>
          <p:cNvSpPr txBox="1"/>
          <p:nvPr/>
        </p:nvSpPr>
        <p:spPr>
          <a:xfrm>
            <a:off x="1455820" y="2746329"/>
            <a:ext cx="1443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Box-Plot</a:t>
            </a:r>
            <a:endParaRPr lang="en-SG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103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EFF348D-B7C7-4218-802F-6C1692ED96D0}"/>
              </a:ext>
            </a:extLst>
          </p:cNvPr>
          <p:cNvSpPr/>
          <p:nvPr/>
        </p:nvSpPr>
        <p:spPr>
          <a:xfrm>
            <a:off x="691256" y="1875029"/>
            <a:ext cx="7015787" cy="44536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73064E-4D90-4738-A4E7-CB84E8B1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993F478-BBD0-41E0-82CB-81F87CE09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257" y="295565"/>
            <a:ext cx="7015786" cy="1625210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SG" b="1" dirty="0">
                <a:solidFill>
                  <a:srgbClr val="FFFFFF"/>
                </a:solidFill>
              </a:rPr>
              <a:t>Uni-variate and Bi-Variate</a:t>
            </a:r>
          </a:p>
        </p:txBody>
      </p:sp>
      <p:pic>
        <p:nvPicPr>
          <p:cNvPr id="14" name="Picture 13" descr="Chart, box and whisker chart&#10;&#10;Description automatically generated">
            <a:extLst>
              <a:ext uri="{FF2B5EF4-FFF2-40B4-BE49-F238E27FC236}">
                <a16:creationId xmlns:a16="http://schemas.microsoft.com/office/drawing/2014/main" id="{C01FAB3E-D753-4377-9D33-2F14A1009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53" y="2454626"/>
            <a:ext cx="2035763" cy="3635293"/>
          </a:xfrm>
          <a:prstGeom prst="rect">
            <a:avLst/>
          </a:prstGeom>
        </p:spPr>
      </p:pic>
      <p:pic>
        <p:nvPicPr>
          <p:cNvPr id="15" name="Picture 14" descr="Chart&#10;&#10;Description automatically generated">
            <a:extLst>
              <a:ext uri="{FF2B5EF4-FFF2-40B4-BE49-F238E27FC236}">
                <a16:creationId xmlns:a16="http://schemas.microsoft.com/office/drawing/2014/main" id="{5CB047A1-2513-4A56-9CA3-BF2E35B30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062" y="2454625"/>
            <a:ext cx="2181175" cy="3635294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1BD867F-9276-42C3-9B1E-1E5A86FA7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7043" y="295566"/>
            <a:ext cx="3945783" cy="6033096"/>
          </a:xfrm>
          <a:solidFill>
            <a:schemeClr val="bg2">
              <a:lumMod val="50000"/>
            </a:schemeClr>
          </a:solidFill>
        </p:spPr>
        <p:txBody>
          <a:bodyPr anchor="ctr">
            <a:normAutofit/>
          </a:bodyPr>
          <a:lstStyle/>
          <a:p>
            <a:r>
              <a:rPr lang="en-SG" dirty="0">
                <a:solidFill>
                  <a:srgbClr val="FFFFFF"/>
                </a:solidFill>
              </a:rPr>
              <a:t>Box Plot and Histogram are </a:t>
            </a:r>
            <a:r>
              <a:rPr lang="en-SG" dirty="0" err="1">
                <a:solidFill>
                  <a:srgbClr val="FFFFFF"/>
                </a:solidFill>
              </a:rPr>
              <a:t>uni</a:t>
            </a:r>
            <a:r>
              <a:rPr lang="en-SG" dirty="0">
                <a:solidFill>
                  <a:srgbClr val="FFFFFF"/>
                </a:solidFill>
              </a:rPr>
              <a:t>-variate.</a:t>
            </a:r>
          </a:p>
          <a:p>
            <a:r>
              <a:rPr lang="en-SG" dirty="0">
                <a:solidFill>
                  <a:srgbClr val="FFFF00"/>
                </a:solidFill>
              </a:rPr>
              <a:t>What is the correlation between the Sales and Temperature?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5A1B466-6879-43EE-835A-8DCADF834532}"/>
              </a:ext>
            </a:extLst>
          </p:cNvPr>
          <p:cNvSpPr txBox="1">
            <a:spLocks/>
          </p:cNvSpPr>
          <p:nvPr/>
        </p:nvSpPr>
        <p:spPr>
          <a:xfrm>
            <a:off x="10830150" y="6535157"/>
            <a:ext cx="641035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DED844A1-92AD-47AC-9FCE-04C3D7543A67}" type="slidenum">
              <a:rPr lang="en-US" altLang="en-US" sz="105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3</a:t>
            </a:fld>
            <a:endParaRPr lang="en-US" altLang="en-US" sz="105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F06FCE43-FBE8-4A0E-81A8-ECECDDC8BAF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056" r="71909"/>
          <a:stretch/>
        </p:blipFill>
        <p:spPr>
          <a:xfrm>
            <a:off x="6023738" y="2780227"/>
            <a:ext cx="1429403" cy="33096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CD0544-DAA1-4D7A-BF4A-BE96E7AE4711}"/>
              </a:ext>
            </a:extLst>
          </p:cNvPr>
          <p:cNvSpPr txBox="1"/>
          <p:nvPr/>
        </p:nvSpPr>
        <p:spPr>
          <a:xfrm>
            <a:off x="885996" y="2085293"/>
            <a:ext cx="2800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/>
              <a:t>Variable : Ice cream sales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939AFD-549D-48B2-9E90-A9DCB5B7F1AD}"/>
              </a:ext>
            </a:extLst>
          </p:cNvPr>
          <p:cNvSpPr txBox="1"/>
          <p:nvPr/>
        </p:nvSpPr>
        <p:spPr>
          <a:xfrm>
            <a:off x="4305134" y="2054515"/>
            <a:ext cx="2558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/>
              <a:t>Variable : Temperature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4E8C7-1DF2-DB19-59C4-B89BF8C9A45A}"/>
              </a:ext>
            </a:extLst>
          </p:cNvPr>
          <p:cNvSpPr txBox="1"/>
          <p:nvPr/>
        </p:nvSpPr>
        <p:spPr>
          <a:xfrm>
            <a:off x="181213" y="5734431"/>
            <a:ext cx="12181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7"/>
              </a:rPr>
              <a:t>https://data.gov.sg/datasets?query=historical+temperature+&amp;page=1&amp;resultId=d_03bb2eb67ad645d0188342fa74ad7066</a:t>
            </a:r>
            <a:r>
              <a:rPr lang="en-SG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467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203FD-B0C2-4309-B4D4-BF6A84311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SG" sz="6000" b="1" dirty="0">
                <a:solidFill>
                  <a:srgbClr val="FFFF00"/>
                </a:solidFill>
              </a:rPr>
              <a:t>Bivariate Analysis </a:t>
            </a:r>
            <a:r>
              <a:rPr lang="en-SG" sz="6000" dirty="0">
                <a:solidFill>
                  <a:schemeClr val="bg1"/>
                </a:solidFill>
              </a:rPr>
              <a:t>- analysis of 2 variables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90672E-748A-4011-AFAB-734791D7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ED844A1-92AD-47AC-9FCE-04C3D7543A67}" type="slidenum">
              <a:rPr lang="en-US" altLang="en-US" smtClean="0"/>
              <a:pPr>
                <a:spcAft>
                  <a:spcPts val="600"/>
                </a:spcAft>
                <a:defRPr/>
              </a:pPr>
              <a:t>4</a:t>
            </a:fld>
            <a:endParaRPr lang="en-US" alt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C3ECCA9-5797-ABBC-8AAF-10291025A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437585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39575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BE90-181B-4199-9137-9AFAFE060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8872"/>
            <a:ext cx="12192000" cy="952769"/>
          </a:xfrm>
          <a:solidFill>
            <a:srgbClr val="002060"/>
          </a:solidFill>
        </p:spPr>
        <p:txBody>
          <a:bodyPr anchor="ctr">
            <a:normAutofit/>
          </a:bodyPr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Do Lab 3 Activity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0EFAE-EB29-4F54-BCA3-0A5565C35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9749"/>
            <a:ext cx="10515600" cy="2843601"/>
          </a:xfrm>
        </p:spPr>
        <p:txBody>
          <a:bodyPr anchor="ctr">
            <a:noAutofit/>
          </a:bodyPr>
          <a:lstStyle/>
          <a:p>
            <a:r>
              <a:rPr lang="en-SG" dirty="0">
                <a:hlinkClick r:id="rId4"/>
              </a:rPr>
              <a:t>Plotting Scatter Graphs (transum.org)</a:t>
            </a:r>
            <a:endParaRPr lang="en-SG" dirty="0"/>
          </a:p>
          <a:p>
            <a:r>
              <a:rPr lang="en-SG" dirty="0"/>
              <a:t>Plot the Exam marks for Maths and Science</a:t>
            </a:r>
          </a:p>
          <a:p>
            <a:r>
              <a:rPr lang="en-SG" dirty="0"/>
              <a:t>One axis is the Maths marks (variable 1)</a:t>
            </a:r>
          </a:p>
          <a:p>
            <a:r>
              <a:rPr lang="en-SG" dirty="0"/>
              <a:t>Another axis is the Science marks (variable 2)</a:t>
            </a:r>
          </a:p>
          <a:p>
            <a:r>
              <a:rPr lang="en-SG" dirty="0"/>
              <a:t>What is the </a:t>
            </a:r>
            <a:r>
              <a:rPr lang="en-SG" b="1" u="sng" dirty="0">
                <a:solidFill>
                  <a:srgbClr val="FF0000"/>
                </a:solidFill>
              </a:rPr>
              <a:t>correlation</a:t>
            </a:r>
            <a:r>
              <a:rPr lang="en-SG" b="1" dirty="0">
                <a:solidFill>
                  <a:srgbClr val="FF0000"/>
                </a:solidFill>
              </a:rPr>
              <a:t> </a:t>
            </a:r>
            <a:r>
              <a:rPr lang="en-SG" dirty="0"/>
              <a:t>between the marks for Maths and Science?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FE11C-60C5-49EF-9901-759F7075E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ED844A1-92AD-47AC-9FCE-04C3D7543A6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5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26D4B-5A88-4AFA-8A79-68DA76F7F00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932"/>
          <a:stretch/>
        </p:blipFill>
        <p:spPr>
          <a:xfrm>
            <a:off x="3899386" y="4687052"/>
            <a:ext cx="6894236" cy="1083034"/>
          </a:xfrm>
          <a:prstGeom prst="rect">
            <a:avLst/>
          </a:prstGeom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2B62DF37-937D-4938-A3E3-3F185D9E0281}"/>
              </a:ext>
            </a:extLst>
          </p:cNvPr>
          <p:cNvSpPr/>
          <p:nvPr/>
        </p:nvSpPr>
        <p:spPr>
          <a:xfrm>
            <a:off x="3734488" y="4942569"/>
            <a:ext cx="389614" cy="3101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A168FF-EC34-4229-A616-DA0FF9C73D18}"/>
              </a:ext>
            </a:extLst>
          </p:cNvPr>
          <p:cNvSpPr txBox="1"/>
          <p:nvPr/>
        </p:nvSpPr>
        <p:spPr>
          <a:xfrm>
            <a:off x="2616874" y="488333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Variable 1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196EF45-BD05-4259-9FEA-B90A844A1ADB}"/>
              </a:ext>
            </a:extLst>
          </p:cNvPr>
          <p:cNvSpPr/>
          <p:nvPr/>
        </p:nvSpPr>
        <p:spPr>
          <a:xfrm>
            <a:off x="2485946" y="5232556"/>
            <a:ext cx="1638156" cy="3101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62558F-241B-4C7A-8C4A-F1CDA9382153}"/>
              </a:ext>
            </a:extLst>
          </p:cNvPr>
          <p:cNvSpPr txBox="1"/>
          <p:nvPr/>
        </p:nvSpPr>
        <p:spPr>
          <a:xfrm>
            <a:off x="1368332" y="5173487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Variable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52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5B48-AF50-4AED-A7B6-35ED47E1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" y="593565"/>
            <a:ext cx="12460225" cy="1325563"/>
          </a:xfrm>
        </p:spPr>
        <p:txBody>
          <a:bodyPr>
            <a:normAutofit/>
          </a:bodyPr>
          <a:lstStyle/>
          <a:p>
            <a:r>
              <a:rPr lang="en-SG" sz="3600" b="1" dirty="0"/>
              <a:t>What is the correlation between the marks for Science and Maths?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9BFA10-70A7-40FB-8F43-E0753A427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613024" y="1921318"/>
            <a:ext cx="4669319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A0527-C82E-4A4C-B7FC-1BA1E7E7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8FC9BCD-03E1-4513-B917-F51BE49C32AF}"/>
              </a:ext>
            </a:extLst>
          </p:cNvPr>
          <p:cNvSpPr/>
          <p:nvPr/>
        </p:nvSpPr>
        <p:spPr>
          <a:xfrm>
            <a:off x="2541276" y="1948744"/>
            <a:ext cx="389614" cy="3101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4C005B-BA1C-4F8B-93C2-4DACF4D75C3C}"/>
              </a:ext>
            </a:extLst>
          </p:cNvPr>
          <p:cNvSpPr txBox="1"/>
          <p:nvPr/>
        </p:nvSpPr>
        <p:spPr>
          <a:xfrm>
            <a:off x="1423662" y="1889513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Variable 1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01D0F3E-02A0-4D1E-9F3A-7500CF0E33E1}"/>
              </a:ext>
            </a:extLst>
          </p:cNvPr>
          <p:cNvSpPr/>
          <p:nvPr/>
        </p:nvSpPr>
        <p:spPr>
          <a:xfrm>
            <a:off x="1292734" y="2238731"/>
            <a:ext cx="1638156" cy="3101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0C404-2F39-4C90-B520-B22E606E4F8C}"/>
              </a:ext>
            </a:extLst>
          </p:cNvPr>
          <p:cNvSpPr txBox="1"/>
          <p:nvPr/>
        </p:nvSpPr>
        <p:spPr>
          <a:xfrm>
            <a:off x="175120" y="2179662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Variable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494735-C253-4CEB-A5F4-CBB38AB607FB}"/>
              </a:ext>
            </a:extLst>
          </p:cNvPr>
          <p:cNvCxnSpPr/>
          <p:nvPr/>
        </p:nvCxnSpPr>
        <p:spPr>
          <a:xfrm flipV="1">
            <a:off x="3444949" y="2977116"/>
            <a:ext cx="3242930" cy="2211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7E71D8-F687-41C1-992B-3737F5E55AB6}"/>
              </a:ext>
            </a:extLst>
          </p:cNvPr>
          <p:cNvSpPr txBox="1"/>
          <p:nvPr/>
        </p:nvSpPr>
        <p:spPr>
          <a:xfrm>
            <a:off x="7410605" y="3429000"/>
            <a:ext cx="39431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/>
              <a:t>There is a </a:t>
            </a:r>
            <a:r>
              <a:rPr lang="en-SG" sz="2400" b="1" dirty="0">
                <a:solidFill>
                  <a:srgbClr val="C00000"/>
                </a:solidFill>
              </a:rPr>
              <a:t>positive</a:t>
            </a:r>
            <a:r>
              <a:rPr lang="en-SG" sz="2400" dirty="0"/>
              <a:t> correlation.</a:t>
            </a:r>
          </a:p>
          <a:p>
            <a:endParaRPr lang="en-SG" sz="2400" dirty="0"/>
          </a:p>
          <a:p>
            <a:r>
              <a:rPr lang="en-SG" sz="2400" dirty="0"/>
              <a:t>This is a </a:t>
            </a:r>
            <a:r>
              <a:rPr lang="en-SG" sz="2400" b="1" dirty="0">
                <a:solidFill>
                  <a:srgbClr val="0070C0"/>
                </a:solidFill>
              </a:rPr>
              <a:t>Scatter Plot</a:t>
            </a:r>
            <a:r>
              <a:rPr lang="en-SG" sz="2400" dirty="0"/>
              <a:t>.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7896D039-2889-455F-876F-A181AD640E45}"/>
              </a:ext>
            </a:extLst>
          </p:cNvPr>
          <p:cNvSpPr/>
          <p:nvPr/>
        </p:nvSpPr>
        <p:spPr>
          <a:xfrm>
            <a:off x="5066414" y="4422467"/>
            <a:ext cx="2346960" cy="701040"/>
          </a:xfrm>
          <a:prstGeom prst="wedgeRoundRectCallout">
            <a:avLst>
              <a:gd name="adj1" fmla="val -33105"/>
              <a:gd name="adj2" fmla="val -8488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Each dot is an observation.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487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531C-6E7F-445E-9C42-C3C417339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3730"/>
            <a:ext cx="12192000" cy="996389"/>
          </a:xfrm>
          <a:solidFill>
            <a:schemeClr val="accent6">
              <a:lumMod val="75000"/>
            </a:schemeClr>
          </a:solidFill>
        </p:spPr>
        <p:txBody>
          <a:bodyPr vert="horz" lIns="109728" tIns="109728" rIns="109728" bIns="91440" rtlCol="0" anchor="ctr"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Scatter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3A293D-11AE-43BE-8EBF-699B8172489F}"/>
              </a:ext>
            </a:extLst>
          </p:cNvPr>
          <p:cNvSpPr txBox="1"/>
          <p:nvPr/>
        </p:nvSpPr>
        <p:spPr>
          <a:xfrm>
            <a:off x="659219" y="1300119"/>
            <a:ext cx="5196424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2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Shows </a:t>
            </a:r>
            <a:r>
              <a:rPr lang="en-US" sz="2400" b="1" spc="150" dirty="0">
                <a:solidFill>
                  <a:srgbClr val="FF0000"/>
                </a:solidFill>
              </a:rPr>
              <a:t>association </a:t>
            </a:r>
            <a:r>
              <a:rPr lang="en-US" sz="2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between 2 variables.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2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 </a:t>
            </a:r>
            <a:r>
              <a:rPr lang="en-US" sz="2400" b="1" spc="150" dirty="0">
                <a:solidFill>
                  <a:srgbClr val="FF0000"/>
                </a:solidFill>
              </a:rPr>
              <a:t>not Causation</a:t>
            </a:r>
            <a:r>
              <a:rPr lang="en-US" sz="2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9776A3-2AC7-4102-A4F5-C8C01A90B86B}"/>
              </a:ext>
            </a:extLst>
          </p:cNvPr>
          <p:cNvSpPr txBox="1"/>
          <p:nvPr/>
        </p:nvSpPr>
        <p:spPr>
          <a:xfrm>
            <a:off x="823399" y="4140258"/>
            <a:ext cx="40806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4"/>
              </a:rPr>
              <a:t>https://youtu.be/x9llnUN-Bnw</a:t>
            </a:r>
            <a:r>
              <a:rPr lang="en-SG" dirty="0"/>
              <a:t> (My car cannot start when I buy vanilla ice cream)</a:t>
            </a:r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21D8D-C22B-409F-A861-E7E631FA7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9562" y="1446546"/>
            <a:ext cx="4669941" cy="43529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737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A22D-86B1-4765-B6EE-6DBF7A4B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3" y="4912738"/>
            <a:ext cx="8997952" cy="1254753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SG" sz="2800" b="1" dirty="0"/>
              <a:t>Possible correlation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E05BAC-1F16-4556-B2B6-FF9F93F72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209202" y="336620"/>
            <a:ext cx="3697633" cy="390245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3815F-AF35-4E63-A1A5-21F09CAD6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255" y="305547"/>
            <a:ext cx="4021699" cy="3999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55694-7532-4FE2-AFE1-EC1EFD2315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268" y="322943"/>
            <a:ext cx="3799491" cy="390245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E6BA81-5D4B-4E10-A3C6-A27C60E74075}"/>
              </a:ext>
            </a:extLst>
          </p:cNvPr>
          <p:cNvCxnSpPr>
            <a:cxnSpLocks/>
          </p:cNvCxnSpPr>
          <p:nvPr/>
        </p:nvCxnSpPr>
        <p:spPr>
          <a:xfrm flipV="1">
            <a:off x="1093305" y="1515086"/>
            <a:ext cx="2385391" cy="178241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88E443-30DF-4E53-A009-E8BCA628D8F2}"/>
              </a:ext>
            </a:extLst>
          </p:cNvPr>
          <p:cNvCxnSpPr/>
          <p:nvPr/>
        </p:nvCxnSpPr>
        <p:spPr>
          <a:xfrm>
            <a:off x="5267740" y="1932529"/>
            <a:ext cx="1842052" cy="136497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09DC31-9A46-4479-90BD-F2CE923FBC8B}"/>
              </a:ext>
            </a:extLst>
          </p:cNvPr>
          <p:cNvCxnSpPr/>
          <p:nvPr/>
        </p:nvCxnSpPr>
        <p:spPr>
          <a:xfrm>
            <a:off x="9044335" y="2406295"/>
            <a:ext cx="197484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BAE578B-DCD2-42C5-94C4-7BAAC7ACC224}"/>
              </a:ext>
            </a:extLst>
          </p:cNvPr>
          <p:cNvSpPr/>
          <p:nvPr/>
        </p:nvSpPr>
        <p:spPr>
          <a:xfrm>
            <a:off x="8983102" y="4912737"/>
            <a:ext cx="3194048" cy="1254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>
                <a:solidFill>
                  <a:srgbClr val="FFFF00"/>
                </a:solidFill>
              </a:rPr>
              <a:t>Direction</a:t>
            </a:r>
            <a:r>
              <a:rPr lang="en-SG" sz="2400" dirty="0"/>
              <a:t> of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8443" y="4087882"/>
            <a:ext cx="2975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When x↑, y ↑  </a:t>
            </a:r>
            <a:endParaRPr lang="en-SG" sz="2800" b="1" dirty="0">
              <a:solidFill>
                <a:srgbClr val="00B0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6306" y="4132086"/>
            <a:ext cx="2975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90099"/>
                </a:solidFill>
              </a:rPr>
              <a:t>When x↑, y ↓  </a:t>
            </a:r>
            <a:endParaRPr lang="en-SG" sz="2800" b="1" dirty="0">
              <a:solidFill>
                <a:srgbClr val="99009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3606" y="4132086"/>
            <a:ext cx="3853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When x↑, y no change  </a:t>
            </a:r>
            <a:endParaRPr lang="en-SG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6190" y="290286"/>
            <a:ext cx="2714171" cy="435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4498976" y="271199"/>
            <a:ext cx="2714171" cy="435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/>
          <p:cNvSpPr/>
          <p:nvPr/>
        </p:nvSpPr>
        <p:spPr>
          <a:xfrm>
            <a:off x="8186811" y="290286"/>
            <a:ext cx="2714171" cy="435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1C718AD-4778-E440-938D-E2F06266D124}"/>
              </a:ext>
            </a:extLst>
          </p:cNvPr>
          <p:cNvSpPr txBox="1">
            <a:spLocks/>
          </p:cNvSpPr>
          <p:nvPr/>
        </p:nvSpPr>
        <p:spPr>
          <a:xfrm>
            <a:off x="9744" y="226725"/>
            <a:ext cx="12192000" cy="95276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b="1" dirty="0">
                <a:solidFill>
                  <a:schemeClr val="bg1"/>
                </a:solidFill>
              </a:rPr>
              <a:t>Do Lab 3 Activity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775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" grpId="0"/>
      <p:bldP spid="12" grpId="0"/>
      <p:bldP spid="13" grpId="0"/>
      <p:bldP spid="4" grpId="0" animBg="1"/>
      <p:bldP spid="14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4D0ED-A6A4-42EF-8BF8-563CBEF1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824541"/>
            <a:ext cx="9269730" cy="1254753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SG" b="1" dirty="0"/>
              <a:t>Possible correlation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9CE2A3-0489-4E21-90F2-FD4A67A78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97495" y="230140"/>
            <a:ext cx="2838846" cy="26483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49CCE7-457D-4602-83FF-8A0D559D0A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613" y="230140"/>
            <a:ext cx="2905530" cy="2676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69E617-8D49-4721-84EF-B06C74649BB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751"/>
          <a:stretch/>
        </p:blipFill>
        <p:spPr>
          <a:xfrm>
            <a:off x="2913745" y="230139"/>
            <a:ext cx="2838846" cy="265635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DDB34B-7FE7-4953-A26D-331AA65C85E1}"/>
              </a:ext>
            </a:extLst>
          </p:cNvPr>
          <p:cNvCxnSpPr>
            <a:cxnSpLocks/>
          </p:cNvCxnSpPr>
          <p:nvPr/>
        </p:nvCxnSpPr>
        <p:spPr>
          <a:xfrm>
            <a:off x="9462052" y="649357"/>
            <a:ext cx="1974574" cy="181989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7AB742-4EBA-4EE8-9C5D-92FD40661021}"/>
              </a:ext>
            </a:extLst>
          </p:cNvPr>
          <p:cNvCxnSpPr>
            <a:cxnSpLocks/>
          </p:cNvCxnSpPr>
          <p:nvPr/>
        </p:nvCxnSpPr>
        <p:spPr>
          <a:xfrm>
            <a:off x="6407881" y="980617"/>
            <a:ext cx="1951441" cy="117594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96B6E5-089D-4F24-900C-8689F37258C0}"/>
              </a:ext>
            </a:extLst>
          </p:cNvPr>
          <p:cNvCxnSpPr>
            <a:cxnSpLocks/>
          </p:cNvCxnSpPr>
          <p:nvPr/>
        </p:nvCxnSpPr>
        <p:spPr>
          <a:xfrm>
            <a:off x="3190334" y="1223224"/>
            <a:ext cx="2330142" cy="66215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70CE082-972A-4316-AB7D-F5E0CB9B2398}"/>
              </a:ext>
            </a:extLst>
          </p:cNvPr>
          <p:cNvSpPr txBox="1"/>
          <p:nvPr/>
        </p:nvSpPr>
        <p:spPr>
          <a:xfrm>
            <a:off x="9982704" y="2994233"/>
            <a:ext cx="1462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/>
              <a:t>Strong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B9BD97-6F32-4FBB-842A-C0C1758B8EBF}"/>
              </a:ext>
            </a:extLst>
          </p:cNvPr>
          <p:cNvSpPr txBox="1"/>
          <p:nvPr/>
        </p:nvSpPr>
        <p:spPr>
          <a:xfrm>
            <a:off x="3592721" y="2840177"/>
            <a:ext cx="178657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2800" b="1" dirty="0"/>
              <a:t>Weakest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2714D4-6A08-4B1C-8636-C3057AEC2164}"/>
              </a:ext>
            </a:extLst>
          </p:cNvPr>
          <p:cNvSpPr txBox="1"/>
          <p:nvPr/>
        </p:nvSpPr>
        <p:spPr>
          <a:xfrm>
            <a:off x="6760774" y="2893843"/>
            <a:ext cx="1217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/>
              <a:t>Weak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BD013C-350C-408B-8193-4A0ADACD403E}"/>
              </a:ext>
            </a:extLst>
          </p:cNvPr>
          <p:cNvSpPr/>
          <p:nvPr/>
        </p:nvSpPr>
        <p:spPr>
          <a:xfrm>
            <a:off x="9014613" y="5039268"/>
            <a:ext cx="3200248" cy="11125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b="1" dirty="0">
                <a:solidFill>
                  <a:srgbClr val="FFC000"/>
                </a:solidFill>
              </a:rPr>
              <a:t>Strength</a:t>
            </a:r>
            <a:r>
              <a:rPr lang="en-SG" sz="2800" dirty="0"/>
              <a:t> of correlation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FB57BE-C4EE-4779-8B25-F3C0FB393385}"/>
              </a:ext>
            </a:extLst>
          </p:cNvPr>
          <p:cNvSpPr/>
          <p:nvPr/>
        </p:nvSpPr>
        <p:spPr>
          <a:xfrm>
            <a:off x="9020813" y="3824541"/>
            <a:ext cx="3194048" cy="1254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b="1" dirty="0">
                <a:solidFill>
                  <a:srgbClr val="FFFF00"/>
                </a:solidFill>
              </a:rPr>
              <a:t>Direction</a:t>
            </a:r>
            <a:r>
              <a:rPr lang="en-SG" sz="2800" dirty="0"/>
              <a:t> of correlation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710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19" grpId="0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6F7A-7567-43DF-9B55-80A1D41BF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Statistically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391A4-C35F-41EF-86BB-5BD5F957C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43147"/>
          </a:xfrm>
        </p:spPr>
        <p:txBody>
          <a:bodyPr/>
          <a:lstStyle/>
          <a:p>
            <a:r>
              <a:rPr lang="en-SG" dirty="0"/>
              <a:t>Can we determine the strength of the correlation?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885B1-25DC-4715-BA58-865F0897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215CCE-4619-4885-A20B-7FCCC5965840}"/>
              </a:ext>
            </a:extLst>
          </p:cNvPr>
          <p:cNvSpPr/>
          <p:nvPr/>
        </p:nvSpPr>
        <p:spPr>
          <a:xfrm>
            <a:off x="2108347" y="3185300"/>
            <a:ext cx="3285461" cy="999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600" dirty="0">
                <a:solidFill>
                  <a:srgbClr val="CCFF66"/>
                </a:solidFill>
              </a:rPr>
              <a:t>Strongly</a:t>
            </a:r>
            <a:r>
              <a:rPr lang="en-SG" sz="2400" dirty="0"/>
              <a:t> Correlated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6FF58-2BFD-478E-94B1-14D25B810F07}"/>
              </a:ext>
            </a:extLst>
          </p:cNvPr>
          <p:cNvSpPr/>
          <p:nvPr/>
        </p:nvSpPr>
        <p:spPr>
          <a:xfrm>
            <a:off x="7172989" y="3189769"/>
            <a:ext cx="3285461" cy="999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200" dirty="0">
                <a:solidFill>
                  <a:srgbClr val="FFFF00"/>
                </a:solidFill>
              </a:rPr>
              <a:t>Weakly</a:t>
            </a:r>
            <a:r>
              <a:rPr lang="en-SG" sz="2400" dirty="0"/>
              <a:t> Correlated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3121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D8D6-BF3F-64EF-A450-3001BE98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92CB-1C19-198F-AD43-1410C3D8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774" y="1545717"/>
            <a:ext cx="4486846" cy="123612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SG" sz="2800" b="1" dirty="0">
                <a:latin typeface="Amasis MT Pro Black" panose="020B0604020202020204" pitchFamily="18" charset="0"/>
              </a:rPr>
              <a:t>Linear Correlation coefficient, </a:t>
            </a:r>
            <a:r>
              <a:rPr lang="en-SG" sz="2800" b="1" dirty="0">
                <a:solidFill>
                  <a:srgbClr val="FF0000"/>
                </a:solidFill>
                <a:latin typeface="Amasis MT Pro Black" panose="020B0604020202020204" pitchFamily="18" charset="0"/>
              </a:rPr>
              <a:t>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4BD274-E915-22A5-EF2B-FE5DFE42A57E}"/>
              </a:ext>
            </a:extLst>
          </p:cNvPr>
          <p:cNvSpPr txBox="1"/>
          <p:nvPr/>
        </p:nvSpPr>
        <p:spPr>
          <a:xfrm>
            <a:off x="5345948" y="1429897"/>
            <a:ext cx="3712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/>
              <a:t>Only </a:t>
            </a:r>
            <a:r>
              <a:rPr lang="en-SG" sz="2800" b="1" i="1" dirty="0"/>
              <a:t>Linear</a:t>
            </a:r>
            <a:r>
              <a:rPr lang="en-SG" sz="2800" dirty="0"/>
              <a:t> Relationship</a:t>
            </a:r>
          </a:p>
        </p:txBody>
      </p:sp>
      <p:pic>
        <p:nvPicPr>
          <p:cNvPr id="5" name="Picture 2" descr="correlation-formula-annotated">
            <a:extLst>
              <a:ext uri="{FF2B5EF4-FFF2-40B4-BE49-F238E27FC236}">
                <a16:creationId xmlns:a16="http://schemas.microsoft.com/office/drawing/2014/main" id="{98DFBAA7-CF44-A51B-996A-E54222A75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12" y="2928890"/>
            <a:ext cx="5204457" cy="321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6EEAD4-2B60-1AF0-DFF7-6E7F8E0CD174}"/>
              </a:ext>
            </a:extLst>
          </p:cNvPr>
          <p:cNvSpPr txBox="1"/>
          <p:nvPr/>
        </p:nvSpPr>
        <p:spPr>
          <a:xfrm>
            <a:off x="6191002" y="2093135"/>
            <a:ext cx="22274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>
                <a:highlight>
                  <a:srgbClr val="FFFF00"/>
                </a:highlight>
              </a:rPr>
              <a:t>x – variable 1</a:t>
            </a:r>
          </a:p>
          <a:p>
            <a:endParaRPr lang="en-SG" sz="2400" dirty="0">
              <a:highlight>
                <a:srgbClr val="FFFF00"/>
              </a:highlight>
            </a:endParaRPr>
          </a:p>
          <a:p>
            <a:r>
              <a:rPr lang="en-SG" sz="2400" dirty="0">
                <a:highlight>
                  <a:srgbClr val="FFFF00"/>
                </a:highlight>
              </a:rPr>
              <a:t>y – variable 2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CB3932D-5D33-21B0-F62D-98F9FB2A2B5E}"/>
              </a:ext>
            </a:extLst>
          </p:cNvPr>
          <p:cNvSpPr/>
          <p:nvPr/>
        </p:nvSpPr>
        <p:spPr>
          <a:xfrm flipH="1">
            <a:off x="5622869" y="3662795"/>
            <a:ext cx="742950" cy="666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2C25A-04EC-2090-C04D-287131683690}"/>
              </a:ext>
            </a:extLst>
          </p:cNvPr>
          <p:cNvSpPr txBox="1"/>
          <p:nvPr/>
        </p:nvSpPr>
        <p:spPr>
          <a:xfrm>
            <a:off x="6529624" y="3695092"/>
            <a:ext cx="1826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/>
              <a:t>Covariance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73D07CD-C4D7-76F4-5647-D1CEC428BB66}"/>
              </a:ext>
            </a:extLst>
          </p:cNvPr>
          <p:cNvSpPr/>
          <p:nvPr/>
        </p:nvSpPr>
        <p:spPr>
          <a:xfrm flipH="1">
            <a:off x="5662166" y="4827498"/>
            <a:ext cx="742950" cy="666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59BC2-B815-8E24-DAE6-CBBF085530FB}"/>
              </a:ext>
            </a:extLst>
          </p:cNvPr>
          <p:cNvSpPr txBox="1"/>
          <p:nvPr/>
        </p:nvSpPr>
        <p:spPr>
          <a:xfrm>
            <a:off x="6440476" y="4707927"/>
            <a:ext cx="2973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Product of each  Standard Deviation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84CCA5-F9D0-7AED-A3B6-C5212F375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936" y="1327690"/>
            <a:ext cx="2564294" cy="438566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AA46502-A920-9E32-4477-5EB6F6AE7060}"/>
              </a:ext>
            </a:extLst>
          </p:cNvPr>
          <p:cNvSpPr txBox="1">
            <a:spLocks/>
          </p:cNvSpPr>
          <p:nvPr/>
        </p:nvSpPr>
        <p:spPr>
          <a:xfrm>
            <a:off x="9744" y="226725"/>
            <a:ext cx="12192000" cy="95276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Calculate the Linear Correlation Coefficient</a:t>
            </a:r>
            <a:endParaRPr lang="en-SG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263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AE073-1733-4051-8B45-34ACA803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208" y="178640"/>
            <a:ext cx="3946159" cy="149776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SG" sz="2400" dirty="0">
                <a:latin typeface="Amasis MT Pro Black" panose="02040A04050005020304" pitchFamily="18" charset="0"/>
              </a:rPr>
              <a:t>Interpreting the </a:t>
            </a:r>
            <a:r>
              <a:rPr lang="en-SG" sz="2400" dirty="0" err="1">
                <a:latin typeface="Amasis MT Pro Black" panose="02040A04050005020304" pitchFamily="18" charset="0"/>
              </a:rPr>
              <a:t>r-value</a:t>
            </a:r>
            <a:endParaRPr lang="en-SG" sz="2400" dirty="0">
              <a:latin typeface="Amasis MT Pro Black" panose="02040A040500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14CBE-D82A-4709-9E28-4FE507948A51}"/>
              </a:ext>
            </a:extLst>
          </p:cNvPr>
          <p:cNvSpPr txBox="1"/>
          <p:nvPr/>
        </p:nvSpPr>
        <p:spPr>
          <a:xfrm>
            <a:off x="4693175" y="306803"/>
            <a:ext cx="6814927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Pearson correlation coefficient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r,</a:t>
            </a:r>
            <a:r>
              <a:rPr lang="en-US" sz="2400" dirty="0"/>
              <a:t>  is a statistical measure of the </a:t>
            </a:r>
            <a:r>
              <a:rPr lang="en-US" sz="2400" b="1" dirty="0">
                <a:solidFill>
                  <a:srgbClr val="FF0000"/>
                </a:solidFill>
              </a:rPr>
              <a:t>strength</a:t>
            </a:r>
            <a:r>
              <a:rPr lang="en-US" sz="2400" b="1" dirty="0"/>
              <a:t> </a:t>
            </a:r>
            <a:r>
              <a:rPr lang="en-US" sz="2400" dirty="0"/>
              <a:t>of the relationship between the relative movements of two variables.</a:t>
            </a:r>
            <a:endParaRPr lang="en-S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11E838-C05F-40EF-8742-EE678862F4C3}"/>
                  </a:ext>
                </a:extLst>
              </p:cNvPr>
              <p:cNvSpPr txBox="1"/>
              <p:nvPr/>
            </p:nvSpPr>
            <p:spPr>
              <a:xfrm>
                <a:off x="1327800" y="1953408"/>
                <a:ext cx="272593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4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sz="4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SG" sz="40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SG" sz="4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SG" sz="40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SG" sz="4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SG" sz="4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11E838-C05F-40EF-8742-EE678862F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00" y="1953408"/>
                <a:ext cx="2725938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13">
            <a:extLst>
              <a:ext uri="{FF2B5EF4-FFF2-40B4-BE49-F238E27FC236}">
                <a16:creationId xmlns:a16="http://schemas.microsoft.com/office/drawing/2014/main" id="{F5A6CFC1-BF2C-4FE9-9DBC-6942D6C9E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768968"/>
              </p:ext>
            </p:extLst>
          </p:nvPr>
        </p:nvGraphicFramePr>
        <p:xfrm>
          <a:off x="615208" y="2845969"/>
          <a:ext cx="10307213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8421">
                  <a:extLst>
                    <a:ext uri="{9D8B030D-6E8A-4147-A177-3AD203B41FA5}">
                      <a16:colId xmlns:a16="http://schemas.microsoft.com/office/drawing/2014/main" val="3242700672"/>
                    </a:ext>
                  </a:extLst>
                </a:gridCol>
                <a:gridCol w="5828792">
                  <a:extLst>
                    <a:ext uri="{9D8B030D-6E8A-4147-A177-3AD203B41FA5}">
                      <a16:colId xmlns:a16="http://schemas.microsoft.com/office/drawing/2014/main" val="1813548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3200" dirty="0"/>
                        <a:t>Correlation Coefficient,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3200" dirty="0"/>
                        <a:t>r  &lt; 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3200" dirty="0"/>
                        <a:t>Negatively Correlated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72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3200" dirty="0"/>
                        <a:t>r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3200" dirty="0"/>
                        <a:t>No 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376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3200" dirty="0"/>
                        <a:t>r &gt;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3200" dirty="0"/>
                        <a:t>Positively Correlated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182770"/>
                  </a:ext>
                </a:extLst>
              </a:tr>
            </a:tbl>
          </a:graphicData>
        </a:graphic>
      </p:graphicFrame>
      <p:sp>
        <p:nvSpPr>
          <p:cNvPr id="6" name="Explosion: 14 Points 5">
            <a:extLst>
              <a:ext uri="{FF2B5EF4-FFF2-40B4-BE49-F238E27FC236}">
                <a16:creationId xmlns:a16="http://schemas.microsoft.com/office/drawing/2014/main" id="{918B0831-4A90-412E-B41A-21B1B5B5C5C5}"/>
              </a:ext>
            </a:extLst>
          </p:cNvPr>
          <p:cNvSpPr/>
          <p:nvPr/>
        </p:nvSpPr>
        <p:spPr>
          <a:xfrm>
            <a:off x="7344515" y="2054940"/>
            <a:ext cx="4847485" cy="1550662"/>
          </a:xfrm>
          <a:prstGeom prst="irregularSeal2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b="1" dirty="0">
                <a:solidFill>
                  <a:schemeClr val="bg1"/>
                </a:solidFill>
              </a:rPr>
              <a:t>Only Linear correlation.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129" y="5377911"/>
            <a:ext cx="6911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7030A0"/>
                </a:solidFill>
                <a:latin typeface="Cambria Math" panose="02040503050406030204" pitchFamily="18" charset="0"/>
              </a:rPr>
              <a:t>    r&gt;0.7    or    r&lt;-0.7 </a:t>
            </a:r>
          </a:p>
          <a:p>
            <a:r>
              <a:rPr lang="en-US" sz="2800" b="1" i="1" dirty="0">
                <a:solidFill>
                  <a:srgbClr val="7030A0"/>
                </a:solidFill>
                <a:latin typeface="Cambria Math" panose="02040503050406030204" pitchFamily="18" charset="0"/>
              </a:rPr>
              <a:t>is considered as strongly correlated</a:t>
            </a:r>
            <a:endParaRPr lang="en-SG" sz="2800" b="1" i="1" dirty="0">
              <a:solidFill>
                <a:srgbClr val="7030A0"/>
              </a:solidFill>
              <a:latin typeface="Cambria Math" panose="020405030504060302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845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32BA-3B2B-49AE-BE2D-75F96CB3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42F63-19F8-4140-BB04-C2CF3984220A}"/>
              </a:ext>
            </a:extLst>
          </p:cNvPr>
          <p:cNvSpPr txBox="1"/>
          <p:nvPr/>
        </p:nvSpPr>
        <p:spPr>
          <a:xfrm>
            <a:off x="4981078" y="150931"/>
            <a:ext cx="68832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SG" sz="2400" dirty="0"/>
              <a:t>Consider the following </a:t>
            </a:r>
            <a:r>
              <a:rPr lang="en-SG" sz="2400" dirty="0" err="1"/>
              <a:t>r-value</a:t>
            </a:r>
            <a:r>
              <a:rPr lang="en-SG" sz="2400" dirty="0"/>
              <a:t>, and indicate if the correlation </a:t>
            </a:r>
            <a:r>
              <a:rPr lang="en-SG" sz="2400" b="1" dirty="0">
                <a:solidFill>
                  <a:srgbClr val="FF0000"/>
                </a:solidFill>
              </a:rPr>
              <a:t>Strong</a:t>
            </a:r>
            <a:r>
              <a:rPr lang="en-SG" sz="2400" dirty="0"/>
              <a:t> or </a:t>
            </a:r>
            <a:r>
              <a:rPr lang="en-SG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Weak</a:t>
            </a:r>
            <a:r>
              <a:rPr lang="en-SG" sz="2400" dirty="0"/>
              <a:t>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C1C6B7-065C-4117-B855-4DD60BB4E9F9}"/>
              </a:ext>
            </a:extLst>
          </p:cNvPr>
          <p:cNvGraphicFramePr>
            <a:graphicFrameLocks noGrp="1"/>
          </p:cNvGraphicFramePr>
          <p:nvPr/>
        </p:nvGraphicFramePr>
        <p:xfrm>
          <a:off x="4981079" y="1828800"/>
          <a:ext cx="6795286" cy="4239492"/>
        </p:xfrm>
        <a:graphic>
          <a:graphicData uri="http://schemas.openxmlformats.org/drawingml/2006/table">
            <a:tbl>
              <a:tblPr/>
              <a:tblGrid>
                <a:gridCol w="2184199">
                  <a:extLst>
                    <a:ext uri="{9D8B030D-6E8A-4147-A177-3AD203B41FA5}">
                      <a16:colId xmlns:a16="http://schemas.microsoft.com/office/drawing/2014/main" val="1387414900"/>
                    </a:ext>
                  </a:extLst>
                </a:gridCol>
                <a:gridCol w="2345992">
                  <a:extLst>
                    <a:ext uri="{9D8B030D-6E8A-4147-A177-3AD203B41FA5}">
                      <a16:colId xmlns:a16="http://schemas.microsoft.com/office/drawing/2014/main" val="2024674441"/>
                    </a:ext>
                  </a:extLst>
                </a:gridCol>
                <a:gridCol w="2265095">
                  <a:extLst>
                    <a:ext uri="{9D8B030D-6E8A-4147-A177-3AD203B41FA5}">
                      <a16:colId xmlns:a16="http://schemas.microsoft.com/office/drawing/2014/main" val="1926027716"/>
                    </a:ext>
                  </a:extLst>
                </a:gridCol>
              </a:tblGrid>
              <a:tr h="706582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r-value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Strength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47095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 Positive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856848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-0.5678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Negative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247987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Positive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276739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-0.7432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Negative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605911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Positive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16525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5DDAD72-8893-49B6-A85B-5885827A3464}"/>
              </a:ext>
            </a:extLst>
          </p:cNvPr>
          <p:cNvSpPr/>
          <p:nvPr/>
        </p:nvSpPr>
        <p:spPr>
          <a:xfrm>
            <a:off x="7259782" y="2687782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C63142-CB56-4D31-852D-E3726E02D109}"/>
              </a:ext>
            </a:extLst>
          </p:cNvPr>
          <p:cNvSpPr/>
          <p:nvPr/>
        </p:nvSpPr>
        <p:spPr>
          <a:xfrm>
            <a:off x="9594273" y="2687781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2B1C04-4835-4F07-8EAD-36717247E79A}"/>
              </a:ext>
            </a:extLst>
          </p:cNvPr>
          <p:cNvSpPr/>
          <p:nvPr/>
        </p:nvSpPr>
        <p:spPr>
          <a:xfrm>
            <a:off x="7259782" y="3429000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36CA9-EF8D-447D-BFC6-69ABF23953A5}"/>
              </a:ext>
            </a:extLst>
          </p:cNvPr>
          <p:cNvSpPr/>
          <p:nvPr/>
        </p:nvSpPr>
        <p:spPr>
          <a:xfrm>
            <a:off x="9594273" y="3387085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F38ABF-45C8-4C5C-BEFC-3D56A28F49AC}"/>
              </a:ext>
            </a:extLst>
          </p:cNvPr>
          <p:cNvSpPr/>
          <p:nvPr/>
        </p:nvSpPr>
        <p:spPr>
          <a:xfrm>
            <a:off x="7259782" y="4107075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AF8627-B81A-4DC5-81D1-78887B66AFA0}"/>
              </a:ext>
            </a:extLst>
          </p:cNvPr>
          <p:cNvSpPr/>
          <p:nvPr/>
        </p:nvSpPr>
        <p:spPr>
          <a:xfrm>
            <a:off x="9595394" y="4132243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676452-54C0-4463-A401-0481705980E4}"/>
              </a:ext>
            </a:extLst>
          </p:cNvPr>
          <p:cNvSpPr/>
          <p:nvPr/>
        </p:nvSpPr>
        <p:spPr>
          <a:xfrm>
            <a:off x="7273637" y="4838747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258D8-9280-41D9-91F5-43CAF5C58B33}"/>
              </a:ext>
            </a:extLst>
          </p:cNvPr>
          <p:cNvSpPr/>
          <p:nvPr/>
        </p:nvSpPr>
        <p:spPr>
          <a:xfrm>
            <a:off x="9566195" y="4838747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E7853-1B4C-4C28-9DA8-ECF7251844A7}"/>
              </a:ext>
            </a:extLst>
          </p:cNvPr>
          <p:cNvSpPr/>
          <p:nvPr/>
        </p:nvSpPr>
        <p:spPr>
          <a:xfrm>
            <a:off x="7259782" y="5520287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9E1275-3BD1-434B-9E8B-61B58CEF9B7E}"/>
              </a:ext>
            </a:extLst>
          </p:cNvPr>
          <p:cNvSpPr/>
          <p:nvPr/>
        </p:nvSpPr>
        <p:spPr>
          <a:xfrm>
            <a:off x="9594273" y="5479123"/>
            <a:ext cx="2078182" cy="4987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983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84FC-6D60-4C6F-B5DA-9E7D2B50A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3182"/>
            <a:ext cx="12192000" cy="1325563"/>
          </a:xfrm>
          <a:solidFill>
            <a:schemeClr val="accent5">
              <a:lumMod val="75000"/>
            </a:schemeClr>
          </a:solidFill>
        </p:spPr>
        <p:txBody>
          <a:bodyPr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Correlation coefficient Vs Scatter Plot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30FC8-0E75-44E5-A2B6-A2BDEB7BF045}"/>
              </a:ext>
            </a:extLst>
          </p:cNvPr>
          <p:cNvSpPr txBox="1"/>
          <p:nvPr/>
        </p:nvSpPr>
        <p:spPr>
          <a:xfrm>
            <a:off x="1327464" y="2365434"/>
            <a:ext cx="1004085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400" dirty="0">
                <a:hlinkClick r:id="rId4"/>
              </a:rPr>
              <a:t>https://youtu.be/cwc2JWqI6aQ</a:t>
            </a:r>
            <a:endParaRPr lang="en-SG" sz="2400" dirty="0"/>
          </a:p>
          <a:p>
            <a:pPr>
              <a:lnSpc>
                <a:spcPct val="150000"/>
              </a:lnSpc>
            </a:pPr>
            <a:endParaRPr lang="en-SG" sz="2400" dirty="0"/>
          </a:p>
          <a:p>
            <a:pPr>
              <a:lnSpc>
                <a:spcPct val="150000"/>
              </a:lnSpc>
            </a:pPr>
            <a:r>
              <a:rPr lang="en-SG" sz="2400" dirty="0"/>
              <a:t>Watch this video to see how the scatter plot look like when r=-1 and r=1.</a:t>
            </a:r>
          </a:p>
          <a:p>
            <a:pPr>
              <a:lnSpc>
                <a:spcPct val="150000"/>
              </a:lnSpc>
            </a:pPr>
            <a:endParaRPr lang="en-SG" sz="2400" dirty="0"/>
          </a:p>
          <a:p>
            <a:pPr>
              <a:lnSpc>
                <a:spcPct val="150000"/>
              </a:lnSpc>
            </a:pPr>
            <a:r>
              <a:rPr lang="en-SG" sz="2400" dirty="0"/>
              <a:t>How </a:t>
            </a:r>
            <a:r>
              <a:rPr lang="en-SG" sz="2400" dirty="0" err="1"/>
              <a:t>r-value’s</a:t>
            </a:r>
            <a:r>
              <a:rPr lang="en-SG" sz="2400" dirty="0"/>
              <a:t> direction and strength presented in scatter plot.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8930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6C64-41A6-F203-1776-455CBDB4459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Activity 3 (Review)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A659F-7B4B-AEDD-6A08-E3A62F91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5565">
              <a:lnSpc>
                <a:spcPct val="300000"/>
              </a:lnSpc>
              <a:spcBef>
                <a:spcPts val="910"/>
              </a:spcBef>
              <a:tabLst>
                <a:tab pos="2790825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 &gt;0.7 is relatively strong </a:t>
            </a:r>
            <a:r>
              <a:rPr lang="en-US" sz="2400" u="sng" dirty="0">
                <a:latin typeface="Arial" panose="020B0604020202020204" pitchFamily="34" charset="0"/>
                <a:ea typeface="Arial" panose="020B0604020202020204" pitchFamily="34" charset="0"/>
              </a:rPr>
              <a:t>________________</a:t>
            </a: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correlation.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5565" marR="2554605">
              <a:lnSpc>
                <a:spcPct val="300000"/>
              </a:lnSpc>
              <a:spcBef>
                <a:spcPts val="915"/>
              </a:spcBef>
              <a:tabLst>
                <a:tab pos="2383155" algn="l"/>
                <a:tab pos="2928620" algn="l"/>
                <a:tab pos="3907155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 &lt;-0.7 is relatively strong </a:t>
            </a:r>
            <a:r>
              <a:rPr lang="en-US" sz="2400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	________</a:t>
            </a: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correlation. </a:t>
            </a:r>
          </a:p>
          <a:p>
            <a:pPr marL="75565" marR="2554605">
              <a:lnSpc>
                <a:spcPct val="300000"/>
              </a:lnSpc>
              <a:spcBef>
                <a:spcPts val="915"/>
              </a:spcBef>
              <a:tabLst>
                <a:tab pos="2383155" algn="l"/>
                <a:tab pos="2928620" algn="l"/>
                <a:tab pos="3907155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So, r value is between </a:t>
            </a:r>
            <a:r>
              <a:rPr lang="en-US" sz="2400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____</a:t>
            </a: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and </a:t>
            </a:r>
            <a:r>
              <a:rPr lang="en-US" sz="2400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	</a:t>
            </a:r>
            <a:r>
              <a:rPr lang="en-US" sz="2400" spc="-5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0ED621-6B1B-92B2-EFEA-6F6B9EB7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4EA9F-860B-1202-AD3F-277ACD00F4E4}"/>
              </a:ext>
            </a:extLst>
          </p:cNvPr>
          <p:cNvSpPr/>
          <p:nvPr/>
        </p:nvSpPr>
        <p:spPr>
          <a:xfrm>
            <a:off x="4813300" y="2133600"/>
            <a:ext cx="1917700" cy="5207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Positive</a:t>
            </a:r>
            <a:endParaRPr lang="en-SG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8A6A2-9A65-0921-1553-715D2F88409A}"/>
              </a:ext>
            </a:extLst>
          </p:cNvPr>
          <p:cNvSpPr/>
          <p:nvPr/>
        </p:nvSpPr>
        <p:spPr>
          <a:xfrm>
            <a:off x="4762500" y="3331369"/>
            <a:ext cx="1917700" cy="5207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Negative</a:t>
            </a:r>
            <a:endParaRPr lang="en-SG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E8BD32-BD46-3A66-4E78-6238E3D340F1}"/>
              </a:ext>
            </a:extLst>
          </p:cNvPr>
          <p:cNvSpPr/>
          <p:nvPr/>
        </p:nvSpPr>
        <p:spPr>
          <a:xfrm>
            <a:off x="4343400" y="4639469"/>
            <a:ext cx="939800" cy="5207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-1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EEECF1-0883-8C8D-7C4B-4BBE04F61FE0}"/>
              </a:ext>
            </a:extLst>
          </p:cNvPr>
          <p:cNvSpPr/>
          <p:nvPr/>
        </p:nvSpPr>
        <p:spPr>
          <a:xfrm>
            <a:off x="6261100" y="4613275"/>
            <a:ext cx="939800" cy="5207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90217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0936D-7BE9-4801-9622-765549DB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chemeClr val="tx2"/>
                </a:solidFill>
              </a:rPr>
              <a:t>Lab 3 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43B6D-A6CB-4823-BDBE-C82568052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en-SG" dirty="0"/>
              <a:t>Creating scatter plot in TABLEAU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phic 4" descr="Remote learning science with solid fill">
            <a:extLst>
              <a:ext uri="{FF2B5EF4-FFF2-40B4-BE49-F238E27FC236}">
                <a16:creationId xmlns:a16="http://schemas.microsoft.com/office/drawing/2014/main" id="{8DB20F96-0149-45D2-A1A9-5DEB34D0F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1BF8D1-36BA-76AE-BFA6-38A5947A4C3C}"/>
              </a:ext>
            </a:extLst>
          </p:cNvPr>
          <p:cNvSpPr txBox="1"/>
          <p:nvPr/>
        </p:nvSpPr>
        <p:spPr>
          <a:xfrm>
            <a:off x="1905000" y="3949700"/>
            <a:ext cx="192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CO2_data_Jan.xlsx</a:t>
            </a:r>
            <a:endParaRPr lang="en-SG" i="1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1092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396B-5775-7B5A-72A2-B2F717B1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Soln</a:t>
            </a:r>
            <a:r>
              <a:rPr lang="en-US" dirty="0"/>
              <a:t>) What is the correlation between CO2 and Temperature?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998C2-8A80-8DA6-E2AC-660506D6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A74D85-5394-CD18-CE10-4C5285A8CB05}"/>
              </a:ext>
            </a:extLst>
          </p:cNvPr>
          <p:cNvSpPr/>
          <p:nvPr/>
        </p:nvSpPr>
        <p:spPr>
          <a:xfrm>
            <a:off x="5867105" y="1690688"/>
            <a:ext cx="5575595" cy="3035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Strong Negative Correlation.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R</a:t>
            </a:r>
            <a:r>
              <a:rPr lang="en-US" sz="2400" baseline="30000" dirty="0"/>
              <a:t>2</a:t>
            </a:r>
            <a:r>
              <a:rPr lang="en-US" sz="2400" dirty="0"/>
              <a:t>=0.975491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The square-root of this value is the </a:t>
            </a:r>
          </a:p>
          <a:p>
            <a:pPr algn="ctr"/>
            <a:r>
              <a:rPr lang="en-US" sz="2400" dirty="0"/>
              <a:t>Pearson linear correlation coefficient , r</a:t>
            </a:r>
          </a:p>
          <a:p>
            <a:pPr algn="ctr"/>
            <a:r>
              <a:rPr lang="en-US" sz="2400" dirty="0"/>
              <a:t>r = 0.9877</a:t>
            </a:r>
          </a:p>
          <a:p>
            <a:pPr algn="ctr"/>
            <a:endParaRPr lang="en-SG" sz="24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9BB027A-A526-7C9D-B1EC-7C4C18268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47" y="1690688"/>
            <a:ext cx="6218905" cy="4351338"/>
          </a:xfrm>
        </p:spPr>
      </p:pic>
    </p:spTree>
    <p:extLst>
      <p:ext uri="{BB962C8B-B14F-4D97-AF65-F5344CB8AC3E}">
        <p14:creationId xmlns:p14="http://schemas.microsoft.com/office/powerpoint/2010/main" val="54381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4E0DA5-7190-4B8F-A7E3-BCBAEF32F1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79" r="185" b="-1"/>
          <a:stretch/>
        </p:blipFill>
        <p:spPr>
          <a:xfrm>
            <a:off x="217213" y="0"/>
            <a:ext cx="9270806" cy="6857990"/>
          </a:xfrm>
          <a:custGeom>
            <a:avLst/>
            <a:gdLst/>
            <a:ahLst/>
            <a:cxnLst/>
            <a:rect l="l" t="t" r="r" b="b"/>
            <a:pathLst>
              <a:path w="9270806" h="6858000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32136B-7B2D-4475-948E-9FA9C32F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ED844A1-92AD-47AC-9FCE-04C3D7543A67}" type="slidenum">
              <a:rPr lang="en-US" altLang="en-US" smtClean="0"/>
              <a:pPr>
                <a:spcAft>
                  <a:spcPts val="600"/>
                </a:spcAft>
                <a:defRPr/>
              </a:pPr>
              <a:t>18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9C2EB9-9697-49D0-A336-EB60004BB0C6}"/>
              </a:ext>
            </a:extLst>
          </p:cNvPr>
          <p:cNvSpPr txBox="1"/>
          <p:nvPr/>
        </p:nvSpPr>
        <p:spPr>
          <a:xfrm>
            <a:off x="6284088" y="5833130"/>
            <a:ext cx="177189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15 mins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8D5C1-F68A-3642-2AFF-2B4F82EBC190}"/>
              </a:ext>
            </a:extLst>
          </p:cNvPr>
          <p:cNvSpPr txBox="1"/>
          <p:nvPr/>
        </p:nvSpPr>
        <p:spPr>
          <a:xfrm>
            <a:off x="8130144" y="4663543"/>
            <a:ext cx="37041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After the Break, we will start using the KNIME software.  Please ensure that you download the latest v5.4.3 version.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4694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7996-8A32-4ED4-8F8B-C1310C7EC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00" y="1562987"/>
            <a:ext cx="2753839" cy="813793"/>
          </a:xfrm>
        </p:spPr>
        <p:txBody>
          <a:bodyPr>
            <a:normAutofit fontScale="90000"/>
          </a:bodyPr>
          <a:lstStyle/>
          <a:p>
            <a:pPr algn="ctr"/>
            <a:r>
              <a:rPr lang="en-SG" sz="6000" b="1" dirty="0">
                <a:solidFill>
                  <a:srgbClr val="C00000"/>
                </a:solidFill>
              </a:rPr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96E0F-74BC-4298-AD12-B8D0298F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ED844A1-92AD-47AC-9FCE-04C3D7543A67}" type="slidenum">
              <a:rPr lang="en-US" altLang="en-US" smtClean="0"/>
              <a:pPr>
                <a:spcAft>
                  <a:spcPts val="600"/>
                </a:spcAft>
                <a:defRPr/>
              </a:pPr>
              <a:t>19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332053-BA81-3DE3-5A81-8B42D2A3F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34" y="628787"/>
            <a:ext cx="1494718" cy="93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0D4CCC-74E3-6742-02CD-1054C7838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764" y="628787"/>
            <a:ext cx="5330324" cy="507975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AF62EA-E808-0538-355E-9CFD478C25F2}"/>
              </a:ext>
            </a:extLst>
          </p:cNvPr>
          <p:cNvSpPr/>
          <p:nvPr/>
        </p:nvSpPr>
        <p:spPr>
          <a:xfrm>
            <a:off x="361500" y="2668771"/>
            <a:ext cx="4104175" cy="262624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Set workspace to “</a:t>
            </a:r>
            <a:r>
              <a:rPr lang="en-US" sz="2400" dirty="0" err="1"/>
              <a:t>MyDvis</a:t>
            </a:r>
            <a:r>
              <a:rPr lang="en-US" sz="2400" dirty="0"/>
              <a:t>”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Create a workflow.</a:t>
            </a:r>
          </a:p>
          <a:p>
            <a:pPr algn="ctr"/>
            <a:r>
              <a:rPr lang="en-US" sz="2400" dirty="0"/>
              <a:t>Name the workflow: Lab3Ex2</a:t>
            </a:r>
            <a:endParaRPr lang="en-SG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7259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A2CF-6B3B-EE5F-D97E-B7022661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Ex 2 (Linear Correlation Node)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56E1E-02EF-88B0-9B6F-7D4306C19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CO2_data_April.xlsx</a:t>
            </a:r>
          </a:p>
          <a:p>
            <a:r>
              <a:rPr lang="en-US" dirty="0"/>
              <a:t>(follow the steps in workbook)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A5176-40F3-23FC-DF80-C6413A71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741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8F529-4EA6-A660-544C-BF7AE2FA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193D-BCDC-40A6-7DE3-92B4CB8AF18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Interpreting the Correlation Matrix</a:t>
            </a:r>
            <a:endParaRPr lang="en-SG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43258-A34E-11F4-6CD5-E55F5730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5DD52F6-D44D-360F-07FD-345439F38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041" t="1745"/>
          <a:stretch/>
        </p:blipFill>
        <p:spPr>
          <a:xfrm>
            <a:off x="6096000" y="1690688"/>
            <a:ext cx="4494868" cy="4351338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38ECBDBD-D036-75BC-70E1-0D469820B34B}"/>
              </a:ext>
            </a:extLst>
          </p:cNvPr>
          <p:cNvSpPr/>
          <p:nvPr/>
        </p:nvSpPr>
        <p:spPr>
          <a:xfrm>
            <a:off x="838200" y="1981200"/>
            <a:ext cx="4597400" cy="1143000"/>
          </a:xfrm>
          <a:prstGeom prst="wedgeRoundRectCallout">
            <a:avLst>
              <a:gd name="adj1" fmla="val 60693"/>
              <a:gd name="adj2" fmla="val -1972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Red – Negative Correlation</a:t>
            </a:r>
          </a:p>
          <a:p>
            <a:pPr algn="ctr"/>
            <a:r>
              <a:rPr lang="en-US" sz="2400" dirty="0"/>
              <a:t>Blue – Positive Correlation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161161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7A0F2-25D0-F57E-AC17-2166B01B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0919-FAA1-DA97-8621-F72EC589DAF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Lab 2 Activity</a:t>
            </a:r>
            <a:endParaRPr lang="en-SG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9226C-ECAC-DCB2-61B6-B516A2F8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3DB92FE-BD10-1E5D-0F33-15A6AEF67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041" t="1745"/>
          <a:stretch/>
        </p:blipFill>
        <p:spPr>
          <a:xfrm>
            <a:off x="685800" y="1788956"/>
            <a:ext cx="2501900" cy="2422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18BFCF-4F01-8DC3-47CA-690E459AE3FA}"/>
              </a:ext>
            </a:extLst>
          </p:cNvPr>
          <p:cNvSpPr txBox="1"/>
          <p:nvPr/>
        </p:nvSpPr>
        <p:spPr>
          <a:xfrm>
            <a:off x="3187700" y="1900504"/>
            <a:ext cx="8166100" cy="2447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marR="936625">
              <a:lnSpc>
                <a:spcPct val="165000"/>
              </a:lnSpc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What is the correlation between Temperature and CO2 level?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6200" marR="936625">
              <a:lnSpc>
                <a:spcPct val="165000"/>
              </a:lnSpc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6200" marR="936625">
              <a:lnSpc>
                <a:spcPct val="165000"/>
              </a:lnSpc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Which pair of variables have positive correlation?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E17612-8C97-9446-2D9D-ACB951A5D4CA}"/>
              </a:ext>
            </a:extLst>
          </p:cNvPr>
          <p:cNvSpPr/>
          <p:nvPr/>
        </p:nvSpPr>
        <p:spPr>
          <a:xfrm>
            <a:off x="5181600" y="2669760"/>
            <a:ext cx="3568700" cy="66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Negative correlated</a:t>
            </a:r>
            <a:endParaRPr lang="en-SG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6039D9-8D5E-7C57-A098-A75001D17D01}"/>
              </a:ext>
            </a:extLst>
          </p:cNvPr>
          <p:cNvSpPr/>
          <p:nvPr/>
        </p:nvSpPr>
        <p:spPr>
          <a:xfrm>
            <a:off x="3937000" y="4526865"/>
            <a:ext cx="5524500" cy="66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Relative Humidity and CO2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68746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708A6-728D-0A89-8EBC-CE68091E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8F20-2737-06A8-005C-2E983DF9E91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Lab 2 Activity</a:t>
            </a:r>
            <a:endParaRPr lang="en-SG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DD536-F61B-1A61-2490-9FD32B866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5E7877-0740-C1A9-F9AA-44C5228A5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701674"/>
          </a:xfrm>
        </p:spPr>
        <p:txBody>
          <a:bodyPr>
            <a:normAutofit/>
          </a:bodyPr>
          <a:lstStyle/>
          <a:p>
            <a:r>
              <a:rPr lang="en-US" dirty="0"/>
              <a:t>How to find the Pearson Linear Correlation Coefficient?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B46C4C-BCE1-4E50-AB76-2F0BAD9283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925" y="2235994"/>
            <a:ext cx="7177334" cy="41894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9510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F0F6-DC38-DBF7-7EF8-1AD73C95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A3DA-6A10-4C0E-CF3B-F99ABAF5455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Lab 2 Activity</a:t>
            </a:r>
            <a:endParaRPr lang="en-SG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584C9-E698-34F4-2642-683943D0A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39B9B8-1BBC-852A-D925-CE9C12AE4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701674"/>
          </a:xfrm>
        </p:spPr>
        <p:txBody>
          <a:bodyPr>
            <a:normAutofit/>
          </a:bodyPr>
          <a:lstStyle/>
          <a:p>
            <a:r>
              <a:rPr lang="en-US" dirty="0"/>
              <a:t>How to set the decimal values to reveal more than 3 decimal places?</a:t>
            </a:r>
            <a:endParaRPr lang="en-SG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DE6C45-B9A3-2D35-D094-2B15EB3A4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367914"/>
            <a:ext cx="7907273" cy="388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926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045A-F7A8-BE89-E177-E82E1CA6FFF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Exercise 3: Exploratory Data Analysis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90402-77D2-71CB-EB62-9A8927E02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i="1" dirty="0">
                <a:solidFill>
                  <a:schemeClr val="accent1"/>
                </a:solidFill>
              </a:rPr>
              <a:t>vgSales_small.csv</a:t>
            </a:r>
          </a:p>
          <a:p>
            <a:r>
              <a:rPr lang="en-US" dirty="0"/>
              <a:t>Video Games Sales ( extracted from </a:t>
            </a:r>
            <a:r>
              <a:rPr lang="en-SG" dirty="0">
                <a:hlinkClick r:id="rId3"/>
              </a:rPr>
              <a:t>Video Games Sale</a:t>
            </a:r>
            <a:r>
              <a:rPr lang="en-SG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28AC13-9DB5-0228-677D-C49CC12B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954038-C6A1-1E72-536B-17C8639326F0}"/>
              </a:ext>
            </a:extLst>
          </p:cNvPr>
          <p:cNvSpPr/>
          <p:nvPr/>
        </p:nvSpPr>
        <p:spPr>
          <a:xfrm>
            <a:off x="2260600" y="3251200"/>
            <a:ext cx="6997700" cy="1054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is CSV File.</a:t>
            </a:r>
          </a:p>
          <a:p>
            <a:pPr algn="ctr"/>
            <a:r>
              <a:rPr lang="en-US" sz="2400" dirty="0"/>
              <a:t>Not EXCEL.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866230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DF28-58BD-3A41-FA53-7208022C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Ex 2 ( Use CSV Reader in KNIME)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9AC3D-3A5C-8FEA-300C-6CC178BF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10" name="Image 21">
            <a:extLst>
              <a:ext uri="{FF2B5EF4-FFF2-40B4-BE49-F238E27FC236}">
                <a16:creationId xmlns:a16="http://schemas.microsoft.com/office/drawing/2014/main" id="{06FC3B9D-D124-E884-3BCE-B8C2DC3C152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268538" y="1825625"/>
            <a:ext cx="96549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80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DEA16-FD88-3070-8727-4BF9F0BD7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Lab Ex 2 (Understanding the rows and columns)</a:t>
            </a:r>
            <a:endParaRPr lang="en-SG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4E8CC-1B23-1651-A9E8-79D202417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228725"/>
            <a:ext cx="10515600" cy="5127625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200000"/>
              </a:lnSpc>
              <a:spcBef>
                <a:spcPts val="735"/>
              </a:spcBef>
              <a:buFont typeface="+mj-lt"/>
              <a:buAutoNum type="alphaLcParenR"/>
              <a:tabLst>
                <a:tab pos="532130" algn="l"/>
                <a:tab pos="3822065" algn="l"/>
              </a:tabLst>
            </a:pP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General name for the first row is </a:t>
            </a:r>
            <a:r>
              <a:rPr lang="en-US" sz="2400" u="sng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+mj-lt"/>
              <a:buAutoNum type="alphaLcParenR"/>
              <a:tabLst>
                <a:tab pos="532130" algn="l"/>
                <a:tab pos="3940810" algn="l"/>
              </a:tabLst>
            </a:pP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General Name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of the first column</a:t>
            </a:r>
            <a:r>
              <a:rPr lang="en-US" sz="2400" spc="-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spc="-2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is</a:t>
            </a:r>
            <a:r>
              <a:rPr lang="en-US" sz="2400" u="sng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r>
              <a:rPr lang="en-US" sz="2400" spc="-5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+mj-lt"/>
              <a:buAutoNum type="alphaLcParenR"/>
              <a:tabLst>
                <a:tab pos="532765" algn="l"/>
                <a:tab pos="3966845" algn="l"/>
              </a:tabLst>
            </a:pP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Each row represents a </a:t>
            </a:r>
            <a:r>
              <a:rPr lang="en-US" sz="2400" u="sng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r>
              <a:rPr lang="en-US" sz="2400" spc="-5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+mj-lt"/>
              <a:buAutoNum type="alphaLcParenR"/>
              <a:tabLst>
                <a:tab pos="532130" algn="l"/>
                <a:tab pos="3899535" algn="l"/>
              </a:tabLst>
            </a:pP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columns</a:t>
            </a:r>
            <a:r>
              <a:rPr lang="en-US" sz="2400" spc="-3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are</a:t>
            </a:r>
            <a:r>
              <a:rPr lang="en-US" sz="2400" spc="-3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u="sng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_________</a:t>
            </a: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r>
              <a:rPr lang="en-US" sz="2400" spc="-8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(hint:</a:t>
            </a:r>
            <a:r>
              <a:rPr lang="en-US" sz="2400" spc="-6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observations</a:t>
            </a:r>
            <a:r>
              <a:rPr lang="en-US" sz="2400" spc="-6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</a:t>
            </a:r>
            <a:r>
              <a:rPr lang="en-US" sz="2400" spc="-6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variables?)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+mj-lt"/>
              <a:buAutoNum type="alphaLcParenR"/>
              <a:tabLst>
                <a:tab pos="532130" algn="l"/>
                <a:tab pos="3771900" algn="l"/>
              </a:tabLst>
            </a:pP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There are (how many?) </a:t>
            </a:r>
            <a:r>
              <a:rPr lang="en-US" sz="2400" u="sng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____________variables.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+mj-lt"/>
              <a:buAutoNum type="alphaLcParenR"/>
              <a:tabLst>
                <a:tab pos="532765" algn="l"/>
                <a:tab pos="3771265" algn="l"/>
              </a:tabLst>
            </a:pP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There are (how many?) </a:t>
            </a:r>
            <a:r>
              <a:rPr lang="en-US" sz="2400" u="sng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___________</a:t>
            </a:r>
            <a:r>
              <a:rPr lang="en-US" sz="2400" spc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observations.</a:t>
            </a:r>
            <a:endParaRPr lang="en-SG" sz="2400" spc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F564B-A135-9C85-1174-76097C1F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2AC68B-4A79-D1CC-0791-F968A60F6DB9}"/>
              </a:ext>
            </a:extLst>
          </p:cNvPr>
          <p:cNvSpPr/>
          <p:nvPr/>
        </p:nvSpPr>
        <p:spPr>
          <a:xfrm>
            <a:off x="5600700" y="1295798"/>
            <a:ext cx="2159000" cy="56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Column Header</a:t>
            </a:r>
            <a:endParaRPr lang="en-SG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392604-74AB-7883-322F-108900F908CC}"/>
              </a:ext>
            </a:extLst>
          </p:cNvPr>
          <p:cNvSpPr/>
          <p:nvPr/>
        </p:nvSpPr>
        <p:spPr>
          <a:xfrm>
            <a:off x="5994400" y="2122885"/>
            <a:ext cx="2159000" cy="56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Row ID</a:t>
            </a:r>
            <a:endParaRPr lang="en-SG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EFBC2-5044-F161-B332-CA7611ABE6FA}"/>
              </a:ext>
            </a:extLst>
          </p:cNvPr>
          <p:cNvSpPr/>
          <p:nvPr/>
        </p:nvSpPr>
        <p:spPr>
          <a:xfrm>
            <a:off x="4343400" y="3013871"/>
            <a:ext cx="2159000" cy="56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Video Title</a:t>
            </a:r>
            <a:endParaRPr lang="en-SG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DBFD8B-7968-0673-1678-CCA45325A246}"/>
              </a:ext>
            </a:extLst>
          </p:cNvPr>
          <p:cNvSpPr/>
          <p:nvPr/>
        </p:nvSpPr>
        <p:spPr>
          <a:xfrm>
            <a:off x="4343400" y="5623719"/>
            <a:ext cx="2159000" cy="56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5144</a:t>
            </a:r>
            <a:endParaRPr lang="en-SG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CAF05F-09DA-011B-E5A0-8186C84BF19D}"/>
              </a:ext>
            </a:extLst>
          </p:cNvPr>
          <p:cNvSpPr/>
          <p:nvPr/>
        </p:nvSpPr>
        <p:spPr>
          <a:xfrm>
            <a:off x="4419600" y="4716463"/>
            <a:ext cx="2159000" cy="56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10</a:t>
            </a:r>
            <a:endParaRPr lang="en-SG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844A59-C9D0-086A-B948-10996BDC4F24}"/>
              </a:ext>
            </a:extLst>
          </p:cNvPr>
          <p:cNvSpPr/>
          <p:nvPr/>
        </p:nvSpPr>
        <p:spPr>
          <a:xfrm>
            <a:off x="3835400" y="3883820"/>
            <a:ext cx="2159000" cy="56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Variables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341244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FB8F6-33C6-E9F5-00FC-F2262DA9A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AA35-1905-499A-DF50-7DFA1156F25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Investigative question:</a:t>
            </a:r>
            <a:br>
              <a:rPr lang="en-US" sz="3200" dirty="0"/>
            </a:br>
            <a:r>
              <a:rPr lang="en-US" sz="3200" dirty="0"/>
              <a:t>Which region has the best video game sales performance?</a:t>
            </a:r>
            <a:endParaRPr lang="en-SG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1F626-6196-412C-5766-951F8B31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7356C13-30F4-CCCE-5ADE-05412EA67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4955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B4BB-6EEA-6044-8D3D-E44156CFEBE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Which region has the best video game sales performance?</a:t>
            </a:r>
            <a:endParaRPr lang="en-SG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0E51C-AD4D-D15C-5185-1A19C4242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1765"/>
          </a:xfrm>
        </p:spPr>
        <p:txBody>
          <a:bodyPr>
            <a:normAutofit/>
          </a:bodyPr>
          <a:lstStyle/>
          <a:p>
            <a:r>
              <a:rPr lang="en-US" dirty="0"/>
              <a:t>Which variables measures the sales performance?</a:t>
            </a:r>
          </a:p>
          <a:p>
            <a:r>
              <a:rPr lang="en-US" dirty="0"/>
              <a:t>Which statistics value to use? Sum? Mean? Median? SD?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C0215-DD44-62E9-39CB-CA916153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0FD96-257F-869F-1E85-5B7012F06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5716"/>
            <a:ext cx="12192000" cy="1903932"/>
          </a:xfrm>
          <a:prstGeom prst="rect">
            <a:avLst/>
          </a:prstGeom>
        </p:spPr>
      </p:pic>
      <p:sp>
        <p:nvSpPr>
          <p:cNvPr id="7" name="Star: 5 Points 6">
            <a:extLst>
              <a:ext uri="{FF2B5EF4-FFF2-40B4-BE49-F238E27FC236}">
                <a16:creationId xmlns:a16="http://schemas.microsoft.com/office/drawing/2014/main" id="{426640CA-1657-7C29-3AA5-0469D5A32E37}"/>
              </a:ext>
            </a:extLst>
          </p:cNvPr>
          <p:cNvSpPr/>
          <p:nvPr/>
        </p:nvSpPr>
        <p:spPr>
          <a:xfrm>
            <a:off x="6677247" y="3740620"/>
            <a:ext cx="276446" cy="26581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DA3FDFA5-6A85-2814-E3B6-5D8651EFE64D}"/>
              </a:ext>
            </a:extLst>
          </p:cNvPr>
          <p:cNvSpPr/>
          <p:nvPr/>
        </p:nvSpPr>
        <p:spPr>
          <a:xfrm>
            <a:off x="7733415" y="3719706"/>
            <a:ext cx="276446" cy="26581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1571422-C3FC-FB89-2C29-2DEC9224FD20}"/>
              </a:ext>
            </a:extLst>
          </p:cNvPr>
          <p:cNvSpPr/>
          <p:nvPr/>
        </p:nvSpPr>
        <p:spPr>
          <a:xfrm>
            <a:off x="8747053" y="3719706"/>
            <a:ext cx="276446" cy="26581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EC25D732-F04E-EE14-EA99-429467F225BD}"/>
              </a:ext>
            </a:extLst>
          </p:cNvPr>
          <p:cNvSpPr/>
          <p:nvPr/>
        </p:nvSpPr>
        <p:spPr>
          <a:xfrm>
            <a:off x="9859927" y="3740620"/>
            <a:ext cx="276446" cy="26581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2FD393E3-824B-360D-CE27-4217C1F82A68}"/>
              </a:ext>
            </a:extLst>
          </p:cNvPr>
          <p:cNvSpPr/>
          <p:nvPr/>
        </p:nvSpPr>
        <p:spPr>
          <a:xfrm>
            <a:off x="10228520" y="2640030"/>
            <a:ext cx="1683491" cy="1009630"/>
          </a:xfrm>
          <a:prstGeom prst="wedgeRoundRectCallout">
            <a:avLst>
              <a:gd name="adj1" fmla="val 4283"/>
              <a:gd name="adj2" fmla="val 84615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This is the sum of sales for all regions.</a:t>
            </a:r>
            <a:endParaRPr lang="en-SG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98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2E9CC-7C58-6828-3EE4-69FB506C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AB204-A0D0-8EB7-5896-4789EF773B6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Insights 1:</a:t>
            </a:r>
            <a:br>
              <a:rPr lang="en-US" sz="3200" dirty="0"/>
            </a:br>
            <a:r>
              <a:rPr lang="en-US" sz="3200" dirty="0"/>
              <a:t>Which region has the best video game sales performance?</a:t>
            </a:r>
            <a:endParaRPr lang="en-SG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DDFC5-C2F6-1CC2-BF53-F60C5B0B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46FFB6-754B-E19C-CDBA-20F7710D7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73"/>
          <a:stretch/>
        </p:blipFill>
        <p:spPr>
          <a:xfrm>
            <a:off x="529084" y="2537895"/>
            <a:ext cx="1129595" cy="19171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32D835-AF0F-3AF9-447B-1FBD08B3E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042" y="1884954"/>
            <a:ext cx="4180971" cy="25700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59A97828-5859-F1CD-7AAD-AA78377D0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496449" y="1904113"/>
            <a:ext cx="5574502" cy="2119406"/>
          </a:xfrm>
          <a:prstGeom prst="rect">
            <a:avLst/>
          </a:prstGeom>
        </p:spPr>
      </p:pic>
      <p:sp>
        <p:nvSpPr>
          <p:cNvPr id="20" name="Rectangle 19">
            <a:hlinkClick r:id="rId6"/>
            <a:extLst>
              <a:ext uri="{FF2B5EF4-FFF2-40B4-BE49-F238E27FC236}">
                <a16:creationId xmlns:a16="http://schemas.microsoft.com/office/drawing/2014/main" id="{2F146103-2E98-6A80-89DE-4493F43FC0F8}"/>
              </a:ext>
            </a:extLst>
          </p:cNvPr>
          <p:cNvSpPr/>
          <p:nvPr/>
        </p:nvSpPr>
        <p:spPr>
          <a:xfrm>
            <a:off x="10437185" y="5605315"/>
            <a:ext cx="1392865" cy="489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Show Me</a:t>
            </a:r>
            <a:endParaRPr lang="en-SG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80C98C-73F0-8713-E80B-3B736F02A718}"/>
              </a:ext>
            </a:extLst>
          </p:cNvPr>
          <p:cNvSpPr/>
          <p:nvPr/>
        </p:nvSpPr>
        <p:spPr>
          <a:xfrm flipH="1">
            <a:off x="838198" y="4768850"/>
            <a:ext cx="9486015" cy="1325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North America region generates the highest total, mean and median sales.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38022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4646-7920-6FB9-0230-FFB3C229F3F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Investigative Question 2:</a:t>
            </a:r>
            <a:br>
              <a:rPr lang="en-US" sz="3200" dirty="0"/>
            </a:br>
            <a:r>
              <a:rPr lang="en-US" sz="3200" dirty="0"/>
              <a:t>Are there any linear correlation among the sales in the 4 regions?</a:t>
            </a:r>
            <a:endParaRPr lang="en-SG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6FD6E-8F66-3598-BF67-F35632AD6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4412"/>
          </a:xfrm>
        </p:spPr>
        <p:txBody>
          <a:bodyPr/>
          <a:lstStyle/>
          <a:p>
            <a:r>
              <a:rPr lang="en-US" dirty="0"/>
              <a:t>How to determine the linear correlation?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47229-92FE-3BE1-494F-3170727C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3155C-6925-7720-4FA0-5B557E851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10" y="2609890"/>
            <a:ext cx="1619476" cy="1000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623622-9E23-1436-95CE-DAF57A182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259" y="2536292"/>
            <a:ext cx="5239481" cy="3820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hlinkClick r:id="rId5"/>
            <a:extLst>
              <a:ext uri="{FF2B5EF4-FFF2-40B4-BE49-F238E27FC236}">
                <a16:creationId xmlns:a16="http://schemas.microsoft.com/office/drawing/2014/main" id="{FC15440A-A5CF-A388-20C1-E4AFABF782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34847" y="5688419"/>
            <a:ext cx="1233376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Show Me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204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DB09-6B81-68CA-D9F4-567462CB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ADBBA-4414-4E41-B304-1CDEF09AC72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Are there any linear correlation among the sales in the 4 regions?</a:t>
            </a:r>
            <a:endParaRPr lang="en-SG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77D63-475D-71FA-F946-10611CB37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4412"/>
          </a:xfrm>
        </p:spPr>
        <p:txBody>
          <a:bodyPr/>
          <a:lstStyle/>
          <a:p>
            <a:r>
              <a:rPr lang="en-US" dirty="0"/>
              <a:t>Configure the Linear Correlation Node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FE150-E48C-250C-9021-F2DE8AF6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7597FE-8734-155D-8A51-4D6DD6EC6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63" y="2408701"/>
            <a:ext cx="5239481" cy="3820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6621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17D9-9F54-CC6C-44DB-4DE950006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BDA2-18AE-F52B-7DA7-C2A337B8AA7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Are there any linear correlation among the sales in the 4 regions?</a:t>
            </a:r>
            <a:endParaRPr lang="en-SG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BB87A-DA74-1FA2-D6FD-CA7610D40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4412"/>
          </a:xfrm>
        </p:spPr>
        <p:txBody>
          <a:bodyPr/>
          <a:lstStyle/>
          <a:p>
            <a:r>
              <a:rPr lang="en-US" dirty="0"/>
              <a:t>Interpreting the Correlation Matrix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CB937-F28E-624A-12F5-46F9167A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697FE-8A9C-3D44-D75E-595406C94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863" y="2038505"/>
            <a:ext cx="3476847" cy="3422675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772B59F3-EC5D-003B-08F3-F1AC69E648CB}"/>
              </a:ext>
            </a:extLst>
          </p:cNvPr>
          <p:cNvSpPr/>
          <p:nvPr/>
        </p:nvSpPr>
        <p:spPr>
          <a:xfrm>
            <a:off x="2083980" y="2298445"/>
            <a:ext cx="5185148" cy="1130555"/>
          </a:xfrm>
          <a:prstGeom prst="wedgeRoundRectCallout">
            <a:avLst>
              <a:gd name="adj1" fmla="val 60698"/>
              <a:gd name="adj2" fmla="val -2983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Red region – negative correlated</a:t>
            </a:r>
          </a:p>
          <a:p>
            <a:pPr algn="ctr"/>
            <a:r>
              <a:rPr lang="en-US" sz="2400" dirty="0"/>
              <a:t>Blue region – Positively Correlated</a:t>
            </a:r>
            <a:endParaRPr lang="en-SG" sz="24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F9EB28FD-A8F4-76F6-3166-507E359D6DFB}"/>
              </a:ext>
            </a:extLst>
          </p:cNvPr>
          <p:cNvSpPr/>
          <p:nvPr/>
        </p:nvSpPr>
        <p:spPr>
          <a:xfrm>
            <a:off x="9483797" y="4865755"/>
            <a:ext cx="318977" cy="404037"/>
          </a:xfrm>
          <a:prstGeom prst="star5">
            <a:avLst/>
          </a:prstGeom>
          <a:solidFill>
            <a:srgbClr val="CC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DB0EC491-F197-D6E9-05C5-559A1EDE1D7D}"/>
              </a:ext>
            </a:extLst>
          </p:cNvPr>
          <p:cNvSpPr/>
          <p:nvPr/>
        </p:nvSpPr>
        <p:spPr>
          <a:xfrm>
            <a:off x="855921" y="3703468"/>
            <a:ext cx="318977" cy="404037"/>
          </a:xfrm>
          <a:prstGeom prst="star5">
            <a:avLst/>
          </a:prstGeom>
          <a:solidFill>
            <a:srgbClr val="CC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A6E88-BACC-71B6-63F0-17E94FA73F87}"/>
              </a:ext>
            </a:extLst>
          </p:cNvPr>
          <p:cNvSpPr txBox="1"/>
          <p:nvPr/>
        </p:nvSpPr>
        <p:spPr>
          <a:xfrm>
            <a:off x="1272935" y="3703468"/>
            <a:ext cx="651659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Dark blue region</a:t>
            </a:r>
          </a:p>
          <a:p>
            <a:r>
              <a:rPr lang="en-US" dirty="0" err="1"/>
              <a:t>Other_Sales</a:t>
            </a:r>
            <a:r>
              <a:rPr lang="en-US" dirty="0"/>
              <a:t> and </a:t>
            </a:r>
            <a:r>
              <a:rPr lang="en-US" dirty="0" err="1"/>
              <a:t>EU_Sales</a:t>
            </a:r>
            <a:r>
              <a:rPr lang="en-US" dirty="0"/>
              <a:t> are strong positive correlation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Light blue region</a:t>
            </a:r>
          </a:p>
          <a:p>
            <a:r>
              <a:rPr lang="en-US" dirty="0" err="1"/>
              <a:t>JP_Sales</a:t>
            </a:r>
            <a:r>
              <a:rPr lang="en-US" dirty="0"/>
              <a:t> and </a:t>
            </a:r>
            <a:r>
              <a:rPr lang="en-US" dirty="0" err="1"/>
              <a:t>NA_Sales</a:t>
            </a:r>
            <a:r>
              <a:rPr lang="en-US" dirty="0"/>
              <a:t> (and </a:t>
            </a:r>
            <a:r>
              <a:rPr lang="en-US" dirty="0" err="1"/>
              <a:t>EU_Sales</a:t>
            </a:r>
            <a:r>
              <a:rPr lang="en-US" dirty="0"/>
              <a:t>) are weak positive correlation</a:t>
            </a:r>
          </a:p>
          <a:p>
            <a:endParaRPr lang="en-US" dirty="0"/>
          </a:p>
          <a:p>
            <a:r>
              <a:rPr lang="en-US" dirty="0"/>
              <a:t>They are all positive correlation.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5555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4DF11-4AEF-BC49-CB0E-E6BBEE34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B0C1-1F00-5284-390D-7B6D20F1BC0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dirty="0"/>
              <a:t>Are there any linear correlation among the sales in the 4 regions?</a:t>
            </a:r>
            <a:endParaRPr lang="en-SG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B4DF5-C8D3-64AA-DC9D-97126B1C3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4412"/>
          </a:xfrm>
        </p:spPr>
        <p:txBody>
          <a:bodyPr/>
          <a:lstStyle/>
          <a:p>
            <a:r>
              <a:rPr lang="en-US" dirty="0"/>
              <a:t>Find the Linear Correlation Coefficient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915E5-D224-23D8-8431-39E882FB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BB1004-000F-DFAD-7431-E6E84093F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263" y="1690688"/>
            <a:ext cx="5017396" cy="40026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59A02F5-DE21-23F2-0C23-BFB3BC49836F}"/>
              </a:ext>
            </a:extLst>
          </p:cNvPr>
          <p:cNvSpPr/>
          <p:nvPr/>
        </p:nvSpPr>
        <p:spPr>
          <a:xfrm>
            <a:off x="9324753" y="4236669"/>
            <a:ext cx="754912" cy="17069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4F7544-D930-E411-750F-2FCA4B628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285" y="2794443"/>
            <a:ext cx="5434516" cy="1579384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83502F98-8C81-C647-6474-F86A717A3E0C}"/>
              </a:ext>
            </a:extLst>
          </p:cNvPr>
          <p:cNvSpPr/>
          <p:nvPr/>
        </p:nvSpPr>
        <p:spPr>
          <a:xfrm>
            <a:off x="2247900" y="4864100"/>
            <a:ext cx="4076700" cy="1079500"/>
          </a:xfrm>
          <a:prstGeom prst="wedgeRoundRectCallout">
            <a:avLst>
              <a:gd name="adj1" fmla="val 39302"/>
              <a:gd name="adj2" fmla="val -12220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Mouse-over</a:t>
            </a:r>
          </a:p>
          <a:p>
            <a:pPr algn="ctr"/>
            <a:r>
              <a:rPr lang="en-US" sz="2400" dirty="0"/>
              <a:t>The Sort arrow will appear.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024907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5046-3967-6674-4B85-D3FF60487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0453-2D72-AB1B-881B-9891000C1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Conclusion</a:t>
            </a:r>
          </a:p>
          <a:p>
            <a:pPr lvl="1"/>
            <a:r>
              <a:rPr lang="en-US" sz="2800" dirty="0" err="1"/>
              <a:t>EU_Sales</a:t>
            </a:r>
            <a:r>
              <a:rPr lang="en-US" sz="2800" dirty="0"/>
              <a:t> and </a:t>
            </a:r>
            <a:r>
              <a:rPr lang="en-US" sz="2800" dirty="0" err="1"/>
              <a:t>Other_Sales</a:t>
            </a:r>
            <a:r>
              <a:rPr lang="en-US" sz="2800" dirty="0"/>
              <a:t> are strong positive correlated.</a:t>
            </a:r>
          </a:p>
          <a:p>
            <a:pPr lvl="1"/>
            <a:r>
              <a:rPr lang="en-US" sz="2800" dirty="0"/>
              <a:t>High </a:t>
            </a:r>
            <a:r>
              <a:rPr lang="en-US" sz="2800" dirty="0" err="1"/>
              <a:t>EU_Sales</a:t>
            </a:r>
            <a:r>
              <a:rPr lang="en-US" sz="2800" dirty="0"/>
              <a:t>, </a:t>
            </a:r>
            <a:r>
              <a:rPr lang="en-US" sz="2800" dirty="0" err="1"/>
              <a:t>Other_Sales</a:t>
            </a:r>
            <a:r>
              <a:rPr lang="en-US" sz="2800" dirty="0"/>
              <a:t> will also be predictable high.</a:t>
            </a:r>
            <a:endParaRPr lang="en-SG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21CFB-DBEF-7678-47BF-8053BD99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6D6B67-CA02-7B23-EBCE-6E81C628494D}"/>
              </a:ext>
            </a:extLst>
          </p:cNvPr>
          <p:cNvSpPr txBox="1">
            <a:spLocks/>
          </p:cNvSpPr>
          <p:nvPr/>
        </p:nvSpPr>
        <p:spPr>
          <a:xfrm>
            <a:off x="838200" y="320675"/>
            <a:ext cx="10515600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Insights 2:</a:t>
            </a:r>
            <a:br>
              <a:rPr lang="en-US" sz="3200" dirty="0"/>
            </a:br>
            <a:r>
              <a:rPr lang="en-US" sz="3200" dirty="0"/>
              <a:t>Are there any linear correlation among the sales in the 4 regions?</a:t>
            </a:r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1029650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E4BC-E1EC-43A6-FD15-F51A6DA30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7B79-5770-D38D-B41B-E0CBBD37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23138-898A-3563-A638-D2E3C6E3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9975"/>
          </a:xfrm>
        </p:spPr>
        <p:txBody>
          <a:bodyPr>
            <a:normAutofit/>
          </a:bodyPr>
          <a:lstStyle/>
          <a:p>
            <a:r>
              <a:rPr lang="en-US" sz="3200" dirty="0"/>
              <a:t>Can we show the correlation in graphical way?</a:t>
            </a:r>
          </a:p>
          <a:p>
            <a:pPr lvl="1"/>
            <a:r>
              <a:rPr lang="en-US" sz="2800" dirty="0"/>
              <a:t>Scatter Plot</a:t>
            </a:r>
            <a:endParaRPr lang="en-SG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C344F-B75F-8F3A-4FFB-8DD92CCF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1CB5F6-4AC0-C068-655A-7045910866BE}"/>
              </a:ext>
            </a:extLst>
          </p:cNvPr>
          <p:cNvSpPr txBox="1">
            <a:spLocks/>
          </p:cNvSpPr>
          <p:nvPr/>
        </p:nvSpPr>
        <p:spPr>
          <a:xfrm>
            <a:off x="838200" y="230188"/>
            <a:ext cx="10515600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Graphical method for Correlation: Scatter Plot</a:t>
            </a:r>
            <a:endParaRPr lang="en-SG" sz="3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8B2E48-1A3F-9F72-D6DC-CB12DCACAA52}"/>
              </a:ext>
            </a:extLst>
          </p:cNvPr>
          <p:cNvSpPr/>
          <p:nvPr/>
        </p:nvSpPr>
        <p:spPr>
          <a:xfrm>
            <a:off x="1739900" y="3030537"/>
            <a:ext cx="8318500" cy="2311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Revision</a:t>
            </a:r>
          </a:p>
          <a:p>
            <a:pPr algn="ctr"/>
            <a:r>
              <a:rPr lang="en-US" sz="2400" dirty="0"/>
              <a:t>Create the scatter plot in TABLEAU for </a:t>
            </a:r>
            <a:r>
              <a:rPr lang="en-US" sz="2400" dirty="0" err="1"/>
              <a:t>EU_Sales</a:t>
            </a:r>
            <a:r>
              <a:rPr lang="en-US" sz="2400" dirty="0"/>
              <a:t> and </a:t>
            </a:r>
            <a:r>
              <a:rPr lang="en-US" sz="2400" dirty="0" err="1"/>
              <a:t>Other_Sales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**The file is CSV format. </a:t>
            </a:r>
          </a:p>
          <a:p>
            <a:pPr algn="ctr"/>
            <a:r>
              <a:rPr lang="en-US" sz="2400" dirty="0"/>
              <a:t>Use “Text” to read this file in TABLEAU.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4039890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5FC4-2134-D9D3-8678-2FF6EFE8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 Solution</a:t>
            </a:r>
            <a:endParaRPr lang="en-S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CB720D-471E-E8FE-0F1C-B5426EC0F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5084" y="1690688"/>
            <a:ext cx="519383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B821E-7FA3-AC70-1D55-D4261868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41807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92EE7-B7DF-4E6D-BFBB-537EE4EB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22" y="2136017"/>
            <a:ext cx="9581175" cy="1461778"/>
          </a:xfrm>
        </p:spPr>
        <p:txBody>
          <a:bodyPr>
            <a:normAutofit fontScale="90000"/>
          </a:bodyPr>
          <a:lstStyle/>
          <a:p>
            <a:r>
              <a:rPr lang="en-SG" sz="4800" b="1" dirty="0">
                <a:solidFill>
                  <a:srgbClr val="C00000"/>
                </a:solidFill>
                <a:highlight>
                  <a:srgbClr val="FFFF00"/>
                </a:highlight>
              </a:rPr>
              <a:t>To Be Submitted by end of Lesson</a:t>
            </a:r>
            <a:br>
              <a:rPr lang="en-SG" sz="4800" b="1" dirty="0">
                <a:solidFill>
                  <a:srgbClr val="C00000"/>
                </a:solidFill>
              </a:rPr>
            </a:br>
            <a:br>
              <a:rPr lang="en-SG" sz="4800" b="1" dirty="0">
                <a:solidFill>
                  <a:srgbClr val="C00000"/>
                </a:solidFill>
              </a:rPr>
            </a:br>
            <a:r>
              <a:rPr lang="en-SG" sz="4800" b="1" dirty="0">
                <a:solidFill>
                  <a:srgbClr val="C00000"/>
                </a:solidFill>
              </a:rPr>
              <a:t>- Self Assessment #3</a:t>
            </a:r>
            <a:br>
              <a:rPr lang="en-SG" sz="4800" b="1" dirty="0">
                <a:solidFill>
                  <a:srgbClr val="C00000"/>
                </a:solidFill>
              </a:rPr>
            </a:br>
            <a:br>
              <a:rPr lang="en-SG" sz="4800" b="1" dirty="0">
                <a:solidFill>
                  <a:srgbClr val="C00000"/>
                </a:solidFill>
              </a:rPr>
            </a:br>
            <a:endParaRPr lang="en-SG" sz="4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F123D-26C2-4D4B-92AD-F5FD302A9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2" y="3493882"/>
            <a:ext cx="5542476" cy="1225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3600" dirty="0">
                <a:solidFill>
                  <a:srgbClr val="7030A0"/>
                </a:solidFill>
              </a:rPr>
              <a:t>Exercise 4 (submit to LMS)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FC9E6-FC81-4EE7-810C-161053DF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411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3B42-D66F-2A3B-12EF-642A1FCB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resource ( self-reading)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C353E-7931-E2F2-65BD-82DE45F11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41375"/>
          </a:xfrm>
        </p:spPr>
        <p:txBody>
          <a:bodyPr/>
          <a:lstStyle/>
          <a:p>
            <a:r>
              <a:rPr lang="en-SG" dirty="0">
                <a:hlinkClick r:id="rId3"/>
              </a:rPr>
              <a:t>https://youtu.be/puKodFOolQw?si=936LFvi5mQ7SIVLY</a:t>
            </a:r>
            <a:r>
              <a:rPr lang="en-SG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466AF-D8DA-60A2-6C54-2882E122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DA7F3-829D-A3C0-E5A5-4FC025B61E68}"/>
              </a:ext>
            </a:extLst>
          </p:cNvPr>
          <p:cNvSpPr txBox="1"/>
          <p:nvPr/>
        </p:nvSpPr>
        <p:spPr>
          <a:xfrm>
            <a:off x="1003300" y="2713673"/>
            <a:ext cx="10185400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This is additional reading material. It helps you to understand how to </a:t>
            </a:r>
            <a:r>
              <a:rPr lang="en-US" sz="2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analyse</a:t>
            </a: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the data and present the result.  Keep this video in bookmark.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You can refer to this when you work on your project. 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It explains the background of the data, then further into his investigative question, and show the various charts that help to answer his questions.</a:t>
            </a:r>
            <a:endParaRPr lang="en-SG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69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09094"/>
            <a:ext cx="10515600" cy="2852737"/>
          </a:xfrm>
        </p:spPr>
        <p:txBody>
          <a:bodyPr/>
          <a:lstStyle/>
          <a:p>
            <a:pPr algn="ctr"/>
            <a:r>
              <a:rPr lang="en-US" b="1" dirty="0"/>
              <a:t>End of slides</a:t>
            </a:r>
            <a:endParaRPr lang="en-SG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D44743-9B6A-40B5-9908-38FB6FB1F43C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5797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13CD7F-736E-4AF7-AB2B-473CAA9E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EDA2F5-6B28-478B-9AC4-43FE41E2B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916907"/>
            <a:ext cx="12192000" cy="23740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DB221-8AFD-43D8-B32B-B6CADAAA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2" y="4153113"/>
            <a:ext cx="9180747" cy="1248431"/>
          </a:xfrm>
        </p:spPr>
        <p:txBody>
          <a:bodyPr vert="horz" lIns="109728" tIns="109728" rIns="109728" bIns="91440" rtlCol="0" anchor="b">
            <a:normAutofit fontScale="90000"/>
          </a:bodyPr>
          <a:lstStyle/>
          <a:p>
            <a:pPr>
              <a:lnSpc>
                <a:spcPct val="115000"/>
              </a:lnSpc>
            </a:pPr>
            <a:r>
              <a:rPr lang="en-US" sz="3800" b="0" cap="all" dirty="0">
                <a:solidFill>
                  <a:schemeClr val="bg1"/>
                </a:solidFill>
              </a:rPr>
              <a:t>A box plot can be presented in 2 orientations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1D712E-ABB9-4258-877D-9349C8577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979202"/>
            <a:ext cx="1006766" cy="2249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528E56-1447-4C98-882B-CE2627950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D283D5-569D-4FB3-84CE-319209836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3040" y="484632"/>
            <a:ext cx="1988406" cy="299177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8EAC26D-6BAA-40DB-8C61-90C7CC5E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649423" y="1933956"/>
            <a:ext cx="393192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2AD9B-3B23-4D6B-8696-345772191937}"/>
              </a:ext>
            </a:extLst>
          </p:cNvPr>
          <p:cNvSpPr/>
          <p:nvPr/>
        </p:nvSpPr>
        <p:spPr>
          <a:xfrm rot="5400000">
            <a:off x="8808159" y="515832"/>
            <a:ext cx="733927" cy="1840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2C0B58-84B5-4797-8DC1-03298C14C51B}"/>
              </a:ext>
            </a:extLst>
          </p:cNvPr>
          <p:cNvCxnSpPr>
            <a:cxnSpLocks/>
            <a:stCxn id="15" idx="1"/>
            <a:endCxn id="15" idx="3"/>
          </p:cNvCxnSpPr>
          <p:nvPr/>
        </p:nvCxnSpPr>
        <p:spPr>
          <a:xfrm rot="5400000">
            <a:off x="8808158" y="1436247"/>
            <a:ext cx="7339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A03589-7870-44E4-B31A-9D551D45EE5A}"/>
              </a:ext>
            </a:extLst>
          </p:cNvPr>
          <p:cNvCxnSpPr>
            <a:cxnSpLocks/>
          </p:cNvCxnSpPr>
          <p:nvPr/>
        </p:nvCxnSpPr>
        <p:spPr>
          <a:xfrm rot="5400000">
            <a:off x="10638234" y="1426778"/>
            <a:ext cx="7339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CDF744-A046-4E6C-A7B1-690ACF548FFA}"/>
              </a:ext>
            </a:extLst>
          </p:cNvPr>
          <p:cNvCxnSpPr>
            <a:cxnSpLocks/>
          </p:cNvCxnSpPr>
          <p:nvPr/>
        </p:nvCxnSpPr>
        <p:spPr>
          <a:xfrm rot="5400000">
            <a:off x="6992312" y="1436245"/>
            <a:ext cx="73392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C3E515-A10D-43BA-8404-DC2378F79E8C}"/>
              </a:ext>
            </a:extLst>
          </p:cNvPr>
          <p:cNvCxnSpPr>
            <a:cxnSpLocks/>
            <a:stCxn id="15" idx="0"/>
          </p:cNvCxnSpPr>
          <p:nvPr/>
        </p:nvCxnSpPr>
        <p:spPr>
          <a:xfrm rot="5400000" flipH="1" flipV="1">
            <a:off x="10545633" y="976683"/>
            <a:ext cx="9469" cy="90966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3626688-FB10-46C6-A43C-09E17621E894}"/>
              </a:ext>
            </a:extLst>
          </p:cNvPr>
          <p:cNvCxnSpPr>
            <a:cxnSpLocks/>
          </p:cNvCxnSpPr>
          <p:nvPr/>
        </p:nvCxnSpPr>
        <p:spPr>
          <a:xfrm rot="5400000" flipV="1">
            <a:off x="7843424" y="949397"/>
            <a:ext cx="0" cy="96829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A4CB194-D564-49E3-A3A9-2CDE52869464}"/>
              </a:ext>
            </a:extLst>
          </p:cNvPr>
          <p:cNvSpPr txBox="1"/>
          <p:nvPr/>
        </p:nvSpPr>
        <p:spPr>
          <a:xfrm>
            <a:off x="8623316" y="1952660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Median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C5F933-75BE-4E5B-BF27-B602FEEB6B18}"/>
              </a:ext>
            </a:extLst>
          </p:cNvPr>
          <p:cNvSpPr txBox="1"/>
          <p:nvPr/>
        </p:nvSpPr>
        <p:spPr>
          <a:xfrm>
            <a:off x="10623126" y="1924221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Max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7712A6-084C-4C43-9D52-A81BC75DB95B}"/>
              </a:ext>
            </a:extLst>
          </p:cNvPr>
          <p:cNvSpPr txBox="1"/>
          <p:nvPr/>
        </p:nvSpPr>
        <p:spPr>
          <a:xfrm>
            <a:off x="7165331" y="195467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Min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D54239-03F1-40E1-8F6E-E6885F79EB85}"/>
              </a:ext>
            </a:extLst>
          </p:cNvPr>
          <p:cNvCxnSpPr>
            <a:cxnSpLocks/>
          </p:cNvCxnSpPr>
          <p:nvPr/>
        </p:nvCxnSpPr>
        <p:spPr>
          <a:xfrm rot="5400000">
            <a:off x="9175122" y="-58986"/>
            <a:ext cx="0" cy="18408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5202877-5359-4093-996E-32BC6A51EDC6}"/>
              </a:ext>
            </a:extLst>
          </p:cNvPr>
          <p:cNvSpPr txBox="1"/>
          <p:nvPr/>
        </p:nvSpPr>
        <p:spPr>
          <a:xfrm>
            <a:off x="8869590" y="371231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IQR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508083-CA77-4EAA-B222-EE88FB206344}"/>
              </a:ext>
            </a:extLst>
          </p:cNvPr>
          <p:cNvSpPr txBox="1"/>
          <p:nvPr/>
        </p:nvSpPr>
        <p:spPr>
          <a:xfrm>
            <a:off x="7963601" y="195467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Q1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CA0295-5185-4039-9EDD-9C8C977D6037}"/>
              </a:ext>
            </a:extLst>
          </p:cNvPr>
          <p:cNvSpPr txBox="1"/>
          <p:nvPr/>
        </p:nvSpPr>
        <p:spPr>
          <a:xfrm>
            <a:off x="9762866" y="195467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Q3 </a:t>
            </a:r>
          </a:p>
        </p:txBody>
      </p:sp>
      <p:pic>
        <p:nvPicPr>
          <p:cNvPr id="34" name="Picture 3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5293" y="2877221"/>
            <a:ext cx="1054699" cy="10546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2032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20D2-8842-4D19-AC19-45B7B4C1B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74870" cy="1393371"/>
          </a:xfrm>
          <a:solidFill>
            <a:srgbClr val="7030A0"/>
          </a:solidFill>
        </p:spPr>
        <p:txBody>
          <a:bodyPr vert="horz" lIns="109728" tIns="109728" rIns="109728" bIns="91440" rtlCol="0" anchor="ctr">
            <a:normAutofit/>
          </a:bodyPr>
          <a:lstStyle/>
          <a:p>
            <a:pPr algn="ctr">
              <a:lnSpc>
                <a:spcPct val="125000"/>
              </a:lnSpc>
            </a:pPr>
            <a:r>
              <a:rPr lang="en-US" sz="3200" b="0" cap="all" dirty="0">
                <a:solidFill>
                  <a:schemeClr val="bg1"/>
                </a:solidFill>
              </a:rPr>
              <a:t>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01A9-6BF2-4E1D-9C10-EE9F645883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4300" y="1645838"/>
            <a:ext cx="4560570" cy="4979933"/>
          </a:xfrm>
        </p:spPr>
        <p:txBody>
          <a:bodyPr vert="horz" lIns="109728" tIns="109728" rIns="109728" bIns="91440" rtlCol="0" anchor="t">
            <a:noAutofit/>
          </a:bodyPr>
          <a:lstStyle/>
          <a:p>
            <a:r>
              <a:rPr lang="en-US" sz="2400" b="0" dirty="0"/>
              <a:t>A histogram is another way to show distribution of the values.</a:t>
            </a:r>
          </a:p>
          <a:p>
            <a:r>
              <a:rPr lang="en-US" sz="2400" b="0" dirty="0"/>
              <a:t>How is it different from box plot?</a:t>
            </a:r>
          </a:p>
          <a:p>
            <a:r>
              <a:rPr lang="en-US" sz="2400" dirty="0">
                <a:solidFill>
                  <a:srgbClr val="0070C0"/>
                </a:solidFill>
              </a:rPr>
              <a:t>It groups the data into smaller bins and count the number of values that falls in that bin.</a:t>
            </a:r>
          </a:p>
        </p:txBody>
      </p:sp>
      <p:pic>
        <p:nvPicPr>
          <p:cNvPr id="3074" name="Picture 2" descr="Chart, histogram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B8AD9947-6F90-4C9A-8662-28F2905DB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1539" y="632463"/>
            <a:ext cx="4362798" cy="441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8088B01-A861-47EF-B60C-95C84DFC4EC0}"/>
              </a:ext>
            </a:extLst>
          </p:cNvPr>
          <p:cNvSpPr txBox="1"/>
          <p:nvPr/>
        </p:nvSpPr>
        <p:spPr>
          <a:xfrm>
            <a:off x="6870758" y="5811139"/>
            <a:ext cx="4269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>
                <a:hlinkClick r:id="rId4"/>
              </a:rPr>
              <a:t>https://www.mathsisfun.com/data/histograms.html</a:t>
            </a:r>
            <a:endParaRPr lang="en-SG" sz="1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1CAFA4-7700-49E7-832E-CE5542BF9E7B}"/>
              </a:ext>
            </a:extLst>
          </p:cNvPr>
          <p:cNvGrpSpPr/>
          <p:nvPr/>
        </p:nvGrpSpPr>
        <p:grpSpPr>
          <a:xfrm>
            <a:off x="7271657" y="4290768"/>
            <a:ext cx="1103086" cy="1273628"/>
            <a:chOff x="7271657" y="4290768"/>
            <a:chExt cx="1103086" cy="12736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C1DAA4-26CC-4B54-A674-E1555DB05770}"/>
                </a:ext>
              </a:extLst>
            </p:cNvPr>
            <p:cNvSpPr/>
            <p:nvPr/>
          </p:nvSpPr>
          <p:spPr>
            <a:xfrm>
              <a:off x="7271657" y="5128968"/>
              <a:ext cx="1103086" cy="435428"/>
            </a:xfrm>
            <a:prstGeom prst="rect">
              <a:avLst/>
            </a:prstGeom>
            <a:ln w="38100">
              <a:solidFill>
                <a:srgbClr val="92D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A bin</a:t>
              </a:r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7403B30A-92EC-4F28-B87E-0D8E3CB24EB6}"/>
                </a:ext>
              </a:extLst>
            </p:cNvPr>
            <p:cNvSpPr/>
            <p:nvPr/>
          </p:nvSpPr>
          <p:spPr>
            <a:xfrm rot="16200000">
              <a:off x="7404101" y="4277138"/>
              <a:ext cx="838201" cy="865462"/>
            </a:xfrm>
            <a:prstGeom prst="leftBrac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pic>
        <p:nvPicPr>
          <p:cNvPr id="9" name="Picture 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0255" y="4902345"/>
            <a:ext cx="1054699" cy="10546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028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BACKING_FORM_KEY" val="3870540-d:\onedrive - temasek polytechnic\engineeringanalytic\myweeklyslides\myweek2.pptx"/>
  <p:tag name="ARTICULATE_PRESENTER_VERSION" val="7"/>
  <p:tag name="ARTICULATE_SLIDE_THUMBNAIL_REFRESH" val="1"/>
  <p:tag name="ARTICULATE_PROJECT_OPEN" val="0"/>
  <p:tag name="ARTICULATE_SLIDE_COUNT" val="1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hojiVTI">
  <a:themeElements>
    <a:clrScheme name="AnalogousFromLightSeedLeftStep">
      <a:dk1>
        <a:srgbClr val="000000"/>
      </a:dk1>
      <a:lt1>
        <a:srgbClr val="FFFFFF"/>
      </a:lt1>
      <a:dk2>
        <a:srgbClr val="413324"/>
      </a:dk2>
      <a:lt2>
        <a:srgbClr val="E7E2E8"/>
      </a:lt2>
      <a:accent1>
        <a:srgbClr val="7EAC70"/>
      </a:accent1>
      <a:accent2>
        <a:srgbClr val="8EA95E"/>
      </a:accent2>
      <a:accent3>
        <a:srgbClr val="A7A36D"/>
      </a:accent3>
      <a:accent4>
        <a:srgbClr val="C59766"/>
      </a:accent4>
      <a:accent5>
        <a:srgbClr val="D3918A"/>
      </a:accent5>
      <a:accent6>
        <a:srgbClr val="C9708C"/>
      </a:accent6>
      <a:hlink>
        <a:srgbClr val="A06DB0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F030E5E926B443B6BDC057D77EE4CC" ma:contentTypeVersion="3" ma:contentTypeDescription="Create a new document." ma:contentTypeScope="" ma:versionID="68d752b0ff3ae9f2aac2f981b8a4d58a">
  <xsd:schema xmlns:xsd="http://www.w3.org/2001/XMLSchema" xmlns:xs="http://www.w3.org/2001/XMLSchema" xmlns:p="http://schemas.microsoft.com/office/2006/metadata/properties" xmlns:ns2="1700fdf9-4351-4fd4-9f40-8f7ec6b3dbae" targetNamespace="http://schemas.microsoft.com/office/2006/metadata/properties" ma:root="true" ma:fieldsID="a3f7baf3bc5b3664876eb3657da03bd3" ns2:_="">
    <xsd:import namespace="1700fdf9-4351-4fd4-9f40-8f7ec6b3db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00fdf9-4351-4fd4-9f40-8f7ec6b3db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C66BF8-0E1D-4B8F-A20F-C63F1BAE096D}">
  <ds:schemaRefs>
    <ds:schemaRef ds:uri="0a45c1c1-0ade-4a8f-aa31-9ce8ed674d34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37910cae-3f21-48ab-821f-d87b6c39c310"/>
    <ds:schemaRef ds:uri="dba803fa-3d21-4169-8be9-be50439709b9"/>
    <ds:schemaRef ds:uri="7e807748-7edd-4b51-9a7d-66d1a0183dd0"/>
    <ds:schemaRef ds:uri="53321789-c710-45e0-bbf4-5fc8f25393e4"/>
  </ds:schemaRefs>
</ds:datastoreItem>
</file>

<file path=customXml/itemProps2.xml><?xml version="1.0" encoding="utf-8"?>
<ds:datastoreItem xmlns:ds="http://schemas.openxmlformats.org/officeDocument/2006/customXml" ds:itemID="{60D7D3D9-70AE-44BD-89DD-32A2F7E68F0D}"/>
</file>

<file path=customXml/itemProps3.xml><?xml version="1.0" encoding="utf-8"?>
<ds:datastoreItem xmlns:ds="http://schemas.openxmlformats.org/officeDocument/2006/customXml" ds:itemID="{E1590F9A-960A-4FA4-BD69-DFE1C5828B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26403</TotalTime>
  <Words>2991</Words>
  <Application>Microsoft Office PowerPoint</Application>
  <PresentationFormat>Widescreen</PresentationFormat>
  <Paragraphs>452</Paragraphs>
  <Slides>42</Slides>
  <Notes>34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Meiryo</vt:lpstr>
      <vt:lpstr>Amasis MT Pro Black</vt:lpstr>
      <vt:lpstr>Arial</vt:lpstr>
      <vt:lpstr>Calibri</vt:lpstr>
      <vt:lpstr>Calibri Light</vt:lpstr>
      <vt:lpstr>Cambria Math</vt:lpstr>
      <vt:lpstr>Corbel</vt:lpstr>
      <vt:lpstr>Office Theme</vt:lpstr>
      <vt:lpstr>ShojiVTI</vt:lpstr>
      <vt:lpstr>Weekly Task</vt:lpstr>
      <vt:lpstr>Review: What did you Learn last week?</vt:lpstr>
      <vt:lpstr>Uni-variate and Bi-Variate</vt:lpstr>
      <vt:lpstr>Bivariate Analysis - analysis of 2 variables </vt:lpstr>
      <vt:lpstr>Do Lab 3 Activity 1</vt:lpstr>
      <vt:lpstr>What is the correlation between the marks for Science and Maths?</vt:lpstr>
      <vt:lpstr>Scatter Plot</vt:lpstr>
      <vt:lpstr>Possible correlation</vt:lpstr>
      <vt:lpstr>Possible correlation</vt:lpstr>
      <vt:lpstr>Statistically</vt:lpstr>
      <vt:lpstr>Linear Correlation coefficient, r</vt:lpstr>
      <vt:lpstr>Interpreting the r-value</vt:lpstr>
      <vt:lpstr>Quiz</vt:lpstr>
      <vt:lpstr>Correlation coefficient Vs Scatter Plot</vt:lpstr>
      <vt:lpstr>Activity 3 (Review)</vt:lpstr>
      <vt:lpstr>Lab 3 Exercise 1</vt:lpstr>
      <vt:lpstr>(Soln) What is the correlation between CO2 and Temperature?</vt:lpstr>
      <vt:lpstr>PowerPoint Presentation</vt:lpstr>
      <vt:lpstr>DEMO</vt:lpstr>
      <vt:lpstr>Lab Ex 2 (Linear Correlation Node)</vt:lpstr>
      <vt:lpstr>Interpreting the Correlation Matrix</vt:lpstr>
      <vt:lpstr>Lab 2 Activity</vt:lpstr>
      <vt:lpstr>Lab 2 Activity</vt:lpstr>
      <vt:lpstr>Lab 2 Activity</vt:lpstr>
      <vt:lpstr>Exercise 3: Exploratory Data Analysis</vt:lpstr>
      <vt:lpstr>Lab Ex 2 ( Use CSV Reader in KNIME)</vt:lpstr>
      <vt:lpstr>Lab Ex 2 (Understanding the rows and columns)</vt:lpstr>
      <vt:lpstr>Investigative question: Which region has the best video game sales performance?</vt:lpstr>
      <vt:lpstr>Which region has the best video game sales performance?</vt:lpstr>
      <vt:lpstr>Insights 1: Which region has the best video game sales performance?</vt:lpstr>
      <vt:lpstr>Investigative Question 2: Are there any linear correlation among the sales in the 4 regions?</vt:lpstr>
      <vt:lpstr>Are there any linear correlation among the sales in the 4 regions?</vt:lpstr>
      <vt:lpstr>Are there any linear correlation among the sales in the 4 regions?</vt:lpstr>
      <vt:lpstr>Are there any linear correlation among the sales in the 4 regions?</vt:lpstr>
      <vt:lpstr>I</vt:lpstr>
      <vt:lpstr>I</vt:lpstr>
      <vt:lpstr>Scatter plot Solution</vt:lpstr>
      <vt:lpstr>To Be Submitted by end of Lesson  - Self Assessment #3  </vt:lpstr>
      <vt:lpstr>Useful resource ( self-reading)</vt:lpstr>
      <vt:lpstr>End of slides</vt:lpstr>
      <vt:lpstr>A box plot can be presented in 2 orientations</vt:lpstr>
      <vt:lpstr>Histogram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Lye Sau Lin</dc:creator>
  <cp:lastModifiedBy>Chris CHUA (TP)</cp:lastModifiedBy>
  <cp:revision>173</cp:revision>
  <dcterms:created xsi:type="dcterms:W3CDTF">2020-10-07T22:21:21Z</dcterms:created>
  <dcterms:modified xsi:type="dcterms:W3CDTF">2025-05-21T01:56:10Z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2B3DCA2A-6D32-4674-AE6A-D009BC331941</vt:lpwstr>
  </property>
  <property fmtid="{D5CDD505-2E9C-101B-9397-08002B2CF9AE}" pid="3" name="ArticulatePath">
    <vt:lpwstr>Lab3_slides</vt:lpwstr>
  </property>
  <property fmtid="{D5CDD505-2E9C-101B-9397-08002B2CF9AE}" pid="4" name="MSIP_Label_23b68b73-d603-4e7f-85b0-08f331d65276_Enabled">
    <vt:lpwstr>true</vt:lpwstr>
  </property>
  <property fmtid="{D5CDD505-2E9C-101B-9397-08002B2CF9AE}" pid="5" name="MSIP_Label_23b68b73-d603-4e7f-85b0-08f331d65276_SetDate">
    <vt:lpwstr>2022-03-15T09:44:02Z</vt:lpwstr>
  </property>
  <property fmtid="{D5CDD505-2E9C-101B-9397-08002B2CF9AE}" pid="6" name="MSIP_Label_23b68b73-d603-4e7f-85b0-08f331d65276_Method">
    <vt:lpwstr>Privileged</vt:lpwstr>
  </property>
  <property fmtid="{D5CDD505-2E9C-101B-9397-08002B2CF9AE}" pid="7" name="MSIP_Label_23b68b73-d603-4e7f-85b0-08f331d65276_Name">
    <vt:lpwstr>Sensitive Normal</vt:lpwstr>
  </property>
  <property fmtid="{D5CDD505-2E9C-101B-9397-08002B2CF9AE}" pid="8" name="MSIP_Label_23b68b73-d603-4e7f-85b0-08f331d65276_SiteId">
    <vt:lpwstr>25a99bf0-8e72-472a-ae50-adfbdf0df6f1</vt:lpwstr>
  </property>
  <property fmtid="{D5CDD505-2E9C-101B-9397-08002B2CF9AE}" pid="9" name="MSIP_Label_23b68b73-d603-4e7f-85b0-08f331d65276_ActionId">
    <vt:lpwstr>a01bf019-68db-49cd-8bac-a51e915b754f</vt:lpwstr>
  </property>
  <property fmtid="{D5CDD505-2E9C-101B-9397-08002B2CF9AE}" pid="10" name="MSIP_Label_23b68b73-d603-4e7f-85b0-08f331d65276_ContentBits">
    <vt:lpwstr>0</vt:lpwstr>
  </property>
  <property fmtid="{D5CDD505-2E9C-101B-9397-08002B2CF9AE}" pid="11" name="ContentTypeId">
    <vt:lpwstr>0x01010078F030E5E926B443B6BDC057D77EE4CC</vt:lpwstr>
  </property>
  <property fmtid="{D5CDD505-2E9C-101B-9397-08002B2CF9AE}" pid="12" name="MediaServiceImageTags">
    <vt:lpwstr/>
  </property>
</Properties>
</file>